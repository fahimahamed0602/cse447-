
<file path=[Content_Types].xml><?xml version="1.0" encoding="utf-8"?>
<Types xmlns="http://schemas.openxmlformats.org/package/2006/content-types">
  <Default ContentType="image/jpeg" Extension="jpg"/>
  <Default ContentType="application/vnd.openxmlformats-officedocument.vmlDrawing" Extension="vml"/>
  <Default ContentType="application/x-fontdata" Extension="fntdata"/>
  <Default ContentType="application/vnd.openxmlformats-officedocument.oleObject" Extension="bin"/>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9.xml"/>
  <Override ContentType="application/vnd.openxmlformats-officedocument.presentationml.slideMaster+xml" PartName="/ppt/slideMasters/slideMaster11.xml"/>
  <Override ContentType="application/vnd.openxmlformats-officedocument.presentationml.slideMaster+xml" PartName="/ppt/slideMasters/slideMaster13.xml"/>
  <Override ContentType="application/vnd.openxmlformats-officedocument.presentationml.slideMaster+xml" PartName="/ppt/slideMasters/slideMaster10.xml"/>
  <Override ContentType="application/vnd.openxmlformats-officedocument.presentationml.slideMaster+xml" PartName="/ppt/slideMasters/slideMaster1.xml"/>
  <Override ContentType="application/vnd.openxmlformats-officedocument.presentationml.slideMaster+xml" PartName="/ppt/slideMasters/slideMaster7.xml"/>
  <Override ContentType="application/vnd.openxmlformats-officedocument.presentationml.slideMaster+xml" PartName="/ppt/slideMasters/slideMaster5.xml"/>
  <Override ContentType="application/vnd.openxmlformats-officedocument.presentationml.slideMaster+xml" PartName="/ppt/slideMasters/slideMaster8.xml"/>
  <Override ContentType="application/vnd.openxmlformats-officedocument.presentationml.slideMaster+xml" PartName="/ppt/slideMasters/slideMaster3.xml"/>
  <Override ContentType="application/vnd.openxmlformats-officedocument.presentationml.slideMaster+xml" PartName="/ppt/slideMasters/slideMaster14.xml"/>
  <Override ContentType="application/vnd.openxmlformats-officedocument.presentationml.slideMaster+xml" PartName="/ppt/slideMasters/slideMaster12.xml"/>
  <Override ContentType="application/vnd.openxmlformats-officedocument.presentationml.slideMaster+xml" PartName="/ppt/slideMasters/slideMaster4.xml"/>
  <Override ContentType="application/vnd.openxmlformats-officedocument.presentationml.slideMaster+xml" PartName="/ppt/slideMasters/slideMaster6.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oleObject" PartName="/ppt/embeddings/oleObject1.bin"/>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14.xml"/>
  <Override ContentType="application/vnd.openxmlformats-officedocument.theme+xml" PartName="/ppt/theme/theme6.xml"/>
  <Override ContentType="application/vnd.openxmlformats-officedocument.theme+xml" PartName="/ppt/theme/theme3.xml"/>
  <Override ContentType="application/vnd.openxmlformats-officedocument.theme+xml" PartName="/ppt/theme/theme11.xml"/>
  <Override ContentType="application/vnd.openxmlformats-officedocument.theme+xml" PartName="/ppt/theme/theme5.xml"/>
  <Override ContentType="application/vnd.openxmlformats-officedocument.theme+xml" PartName="/ppt/theme/theme15.xml"/>
  <Override ContentType="application/vnd.openxmlformats-officedocument.theme+xml" PartName="/ppt/theme/theme9.xml"/>
  <Override ContentType="application/vnd.openxmlformats-officedocument.theme+xml" PartName="/ppt/theme/theme13.xml"/>
  <Override ContentType="application/vnd.openxmlformats-officedocument.theme+xml" PartName="/ppt/theme/theme7.xml"/>
  <Override ContentType="application/vnd.openxmlformats-officedocument.theme+xml" PartName="/ppt/theme/theme2.xml"/>
  <Override ContentType="application/vnd.openxmlformats-officedocument.theme+xml" PartName="/ppt/theme/theme4.xml"/>
  <Override ContentType="application/vnd.openxmlformats-officedocument.theme+xml" PartName="/ppt/theme/theme8.xml"/>
  <Override ContentType="application/vnd.openxmlformats-officedocument.theme+xml" PartName="/ppt/theme/theme10.xml"/>
  <Override ContentType="application/vnd.openxmlformats-officedocument.theme+xml" PartName="/ppt/theme/theme12.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firstSlideNum="3" strictFirstAndLastChars="0" saveSubsetFonts="1">
  <p:sldMasterIdLst>
    <p:sldMasterId id="2147483648" r:id="rId5"/>
    <p:sldMasterId id="2147483650" r:id="rId6"/>
    <p:sldMasterId id="2147483652" r:id="rId7"/>
    <p:sldMasterId id="2147483654" r:id="rId8"/>
    <p:sldMasterId id="2147483656" r:id="rId9"/>
    <p:sldMasterId id="2147483658" r:id="rId10"/>
    <p:sldMasterId id="2147483659" r:id="rId11"/>
    <p:sldMasterId id="2147483661" r:id="rId12"/>
    <p:sldMasterId id="2147483663" r:id="rId13"/>
    <p:sldMasterId id="2147483665" r:id="rId14"/>
    <p:sldMasterId id="2147483667" r:id="rId15"/>
    <p:sldMasterId id="2147483669" r:id="rId16"/>
    <p:sldMasterId id="2147483671" r:id="rId17"/>
    <p:sldMasterId id="2147483673" r:id="rId18"/>
  </p:sldMasterIdLst>
  <p:notesMasterIdLst>
    <p:notesMasterId r:id="rId19"/>
  </p:notesMasterIdLst>
  <p:sldIdLst>
    <p:sldId id="256" r:id="rId20"/>
    <p:sldId id="257" r:id="rId21"/>
    <p:sldId id="258" r:id="rId22"/>
    <p:sldId id="259" r:id="rId23"/>
    <p:sldId id="260" r:id="rId24"/>
    <p:sldId id="261" r:id="rId25"/>
    <p:sldId id="262" r:id="rId26"/>
    <p:sldId id="263" r:id="rId27"/>
    <p:sldId id="264" r:id="rId28"/>
    <p:sldId id="265" r:id="rId29"/>
    <p:sldId id="266" r:id="rId30"/>
    <p:sldId id="267" r:id="rId31"/>
    <p:sldId id="268" r:id="rId32"/>
    <p:sldId id="269" r:id="rId33"/>
    <p:sldId id="270" r:id="rId34"/>
    <p:sldId id="271" r:id="rId35"/>
    <p:sldId id="272" r:id="rId36"/>
    <p:sldId id="273" r:id="rId37"/>
    <p:sldId id="274" r:id="rId38"/>
    <p:sldId id="275" r:id="rId39"/>
    <p:sldId id="276" r:id="rId40"/>
    <p:sldId id="277" r:id="rId41"/>
    <p:sldId id="278" r:id="rId42"/>
    <p:sldId id="279" r:id="rId43"/>
    <p:sldId id="280" r:id="rId44"/>
    <p:sldId id="281" r:id="rId45"/>
    <p:sldId id="282" r:id="rId46"/>
    <p:sldId id="283" r:id="rId47"/>
    <p:sldId id="284" r:id="rId48"/>
    <p:sldId id="285" r:id="rId49"/>
    <p:sldId id="286" r:id="rId50"/>
    <p:sldId id="287" r:id="rId51"/>
    <p:sldId id="288" r:id="rId52"/>
    <p:sldId id="289" r:id="rId53"/>
    <p:sldId id="290" r:id="rId54"/>
    <p:sldId id="291" r:id="rId55"/>
    <p:sldId id="292" r:id="rId56"/>
    <p:sldId id="293" r:id="rId57"/>
    <p:sldId id="294" r:id="rId58"/>
    <p:sldId id="295" r:id="rId59"/>
    <p:sldId id="296" r:id="rId60"/>
    <p:sldId id="297" r:id="rId61"/>
    <p:sldId id="298" r:id="rId62"/>
    <p:sldId id="299" r:id="rId63"/>
    <p:sldId id="300" r:id="rId64"/>
    <p:sldId id="301" r:id="rId65"/>
    <p:sldId id="302" r:id="rId66"/>
    <p:sldId id="303" r:id="rId67"/>
    <p:sldId id="304" r:id="rId68"/>
    <p:sldId id="305" r:id="rId69"/>
    <p:sldId id="306" r:id="rId70"/>
  </p:sldIdLst>
  <p:sldSz cy="6858000" cx="9144000"/>
  <p:notesSz cx="7099300" cy="10234600"/>
  <p:embeddedFontLst>
    <p:embeddedFont>
      <p:font typeface="Gill Sans"/>
      <p:regular r:id="rId71"/>
      <p:bold r:id="rId72"/>
    </p:embeddedFont>
    <p:embeddedFont>
      <p:font typeface="Lemon"/>
      <p:regular r:id="rId7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74" roundtripDataSignature="AMtx7mig9GgzReg2iNkMd07yoLmZvDbkC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C8D57EF-903D-4D1E-BFAB-AFA734AC7F87}">
  <a:tblStyle styleId="{9C8D57EF-903D-4D1E-BFAB-AFA734AC7F87}"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21.xml"/><Relationship Id="rId42" Type="http://schemas.openxmlformats.org/officeDocument/2006/relationships/slide" Target="slides/slide23.xml"/><Relationship Id="rId41" Type="http://schemas.openxmlformats.org/officeDocument/2006/relationships/slide" Target="slides/slide22.xml"/><Relationship Id="rId44" Type="http://schemas.openxmlformats.org/officeDocument/2006/relationships/slide" Target="slides/slide25.xml"/><Relationship Id="rId43" Type="http://schemas.openxmlformats.org/officeDocument/2006/relationships/slide" Target="slides/slide24.xml"/><Relationship Id="rId46" Type="http://schemas.openxmlformats.org/officeDocument/2006/relationships/slide" Target="slides/slide27.xml"/><Relationship Id="rId45" Type="http://schemas.openxmlformats.org/officeDocument/2006/relationships/slide" Target="slides/slide2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Master" Target="slideMasters/slideMaster5.xml"/><Relationship Id="rId48" Type="http://schemas.openxmlformats.org/officeDocument/2006/relationships/slide" Target="slides/slide29.xml"/><Relationship Id="rId47" Type="http://schemas.openxmlformats.org/officeDocument/2006/relationships/slide" Target="slides/slide28.xml"/><Relationship Id="rId49" Type="http://schemas.openxmlformats.org/officeDocument/2006/relationships/slide" Target="slides/slide30.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73" Type="http://schemas.openxmlformats.org/officeDocument/2006/relationships/font" Target="fonts/Lemon-regular.fntdata"/><Relationship Id="rId72" Type="http://schemas.openxmlformats.org/officeDocument/2006/relationships/font" Target="fonts/GillSans-bold.fntdata"/><Relationship Id="rId31" Type="http://schemas.openxmlformats.org/officeDocument/2006/relationships/slide" Target="slides/slide12.xml"/><Relationship Id="rId30" Type="http://schemas.openxmlformats.org/officeDocument/2006/relationships/slide" Target="slides/slide11.xml"/><Relationship Id="rId74" Type="http://customschemas.google.com/relationships/presentationmetadata" Target="metadata"/><Relationship Id="rId33" Type="http://schemas.openxmlformats.org/officeDocument/2006/relationships/slide" Target="slides/slide14.xml"/><Relationship Id="rId32" Type="http://schemas.openxmlformats.org/officeDocument/2006/relationships/slide" Target="slides/slide13.xml"/><Relationship Id="rId35" Type="http://schemas.openxmlformats.org/officeDocument/2006/relationships/slide" Target="slides/slide16.xml"/><Relationship Id="rId34" Type="http://schemas.openxmlformats.org/officeDocument/2006/relationships/slide" Target="slides/slide15.xml"/><Relationship Id="rId71" Type="http://schemas.openxmlformats.org/officeDocument/2006/relationships/font" Target="fonts/GillSans-regular.fntdata"/><Relationship Id="rId70" Type="http://schemas.openxmlformats.org/officeDocument/2006/relationships/slide" Target="slides/slide51.xml"/><Relationship Id="rId37" Type="http://schemas.openxmlformats.org/officeDocument/2006/relationships/slide" Target="slides/slide18.xml"/><Relationship Id="rId36" Type="http://schemas.openxmlformats.org/officeDocument/2006/relationships/slide" Target="slides/slide17.xml"/><Relationship Id="rId39" Type="http://schemas.openxmlformats.org/officeDocument/2006/relationships/slide" Target="slides/slide20.xml"/><Relationship Id="rId38" Type="http://schemas.openxmlformats.org/officeDocument/2006/relationships/slide" Target="slides/slide19.xml"/><Relationship Id="rId62" Type="http://schemas.openxmlformats.org/officeDocument/2006/relationships/slide" Target="slides/slide43.xml"/><Relationship Id="rId61" Type="http://schemas.openxmlformats.org/officeDocument/2006/relationships/slide" Target="slides/slide42.xml"/><Relationship Id="rId20" Type="http://schemas.openxmlformats.org/officeDocument/2006/relationships/slide" Target="slides/slide1.xml"/><Relationship Id="rId64" Type="http://schemas.openxmlformats.org/officeDocument/2006/relationships/slide" Target="slides/slide45.xml"/><Relationship Id="rId63" Type="http://schemas.openxmlformats.org/officeDocument/2006/relationships/slide" Target="slides/slide44.xml"/><Relationship Id="rId22" Type="http://schemas.openxmlformats.org/officeDocument/2006/relationships/slide" Target="slides/slide3.xml"/><Relationship Id="rId66" Type="http://schemas.openxmlformats.org/officeDocument/2006/relationships/slide" Target="slides/slide47.xml"/><Relationship Id="rId21" Type="http://schemas.openxmlformats.org/officeDocument/2006/relationships/slide" Target="slides/slide2.xml"/><Relationship Id="rId65" Type="http://schemas.openxmlformats.org/officeDocument/2006/relationships/slide" Target="slides/slide46.xml"/><Relationship Id="rId24" Type="http://schemas.openxmlformats.org/officeDocument/2006/relationships/slide" Target="slides/slide5.xml"/><Relationship Id="rId68" Type="http://schemas.openxmlformats.org/officeDocument/2006/relationships/slide" Target="slides/slide49.xml"/><Relationship Id="rId23" Type="http://schemas.openxmlformats.org/officeDocument/2006/relationships/slide" Target="slides/slide4.xml"/><Relationship Id="rId67" Type="http://schemas.openxmlformats.org/officeDocument/2006/relationships/slide" Target="slides/slide48.xml"/><Relationship Id="rId60" Type="http://schemas.openxmlformats.org/officeDocument/2006/relationships/slide" Target="slides/slide41.xml"/><Relationship Id="rId26" Type="http://schemas.openxmlformats.org/officeDocument/2006/relationships/slide" Target="slides/slide7.xml"/><Relationship Id="rId25" Type="http://schemas.openxmlformats.org/officeDocument/2006/relationships/slide" Target="slides/slide6.xml"/><Relationship Id="rId69" Type="http://schemas.openxmlformats.org/officeDocument/2006/relationships/slide" Target="slides/slide50.xml"/><Relationship Id="rId28" Type="http://schemas.openxmlformats.org/officeDocument/2006/relationships/slide" Target="slides/slide9.xml"/><Relationship Id="rId27" Type="http://schemas.openxmlformats.org/officeDocument/2006/relationships/slide" Target="slides/slide8.xml"/><Relationship Id="rId29" Type="http://schemas.openxmlformats.org/officeDocument/2006/relationships/slide" Target="slides/slide10.xml"/><Relationship Id="rId51" Type="http://schemas.openxmlformats.org/officeDocument/2006/relationships/slide" Target="slides/slide32.xml"/><Relationship Id="rId50" Type="http://schemas.openxmlformats.org/officeDocument/2006/relationships/slide" Target="slides/slide31.xml"/><Relationship Id="rId53" Type="http://schemas.openxmlformats.org/officeDocument/2006/relationships/slide" Target="slides/slide34.xml"/><Relationship Id="rId52" Type="http://schemas.openxmlformats.org/officeDocument/2006/relationships/slide" Target="slides/slide33.xml"/><Relationship Id="rId11" Type="http://schemas.openxmlformats.org/officeDocument/2006/relationships/slideMaster" Target="slideMasters/slideMaster7.xml"/><Relationship Id="rId55" Type="http://schemas.openxmlformats.org/officeDocument/2006/relationships/slide" Target="slides/slide36.xml"/><Relationship Id="rId10" Type="http://schemas.openxmlformats.org/officeDocument/2006/relationships/slideMaster" Target="slideMasters/slideMaster6.xml"/><Relationship Id="rId54" Type="http://schemas.openxmlformats.org/officeDocument/2006/relationships/slide" Target="slides/slide35.xml"/><Relationship Id="rId13" Type="http://schemas.openxmlformats.org/officeDocument/2006/relationships/slideMaster" Target="slideMasters/slideMaster9.xml"/><Relationship Id="rId57" Type="http://schemas.openxmlformats.org/officeDocument/2006/relationships/slide" Target="slides/slide38.xml"/><Relationship Id="rId12" Type="http://schemas.openxmlformats.org/officeDocument/2006/relationships/slideMaster" Target="slideMasters/slideMaster8.xml"/><Relationship Id="rId56" Type="http://schemas.openxmlformats.org/officeDocument/2006/relationships/slide" Target="slides/slide37.xml"/><Relationship Id="rId15" Type="http://schemas.openxmlformats.org/officeDocument/2006/relationships/slideMaster" Target="slideMasters/slideMaster11.xml"/><Relationship Id="rId59" Type="http://schemas.openxmlformats.org/officeDocument/2006/relationships/slide" Target="slides/slide40.xml"/><Relationship Id="rId14" Type="http://schemas.openxmlformats.org/officeDocument/2006/relationships/slideMaster" Target="slideMasters/slideMaster10.xml"/><Relationship Id="rId58" Type="http://schemas.openxmlformats.org/officeDocument/2006/relationships/slide" Target="slides/slide39.xml"/><Relationship Id="rId17" Type="http://schemas.openxmlformats.org/officeDocument/2006/relationships/slideMaster" Target="slideMasters/slideMaster13.xml"/><Relationship Id="rId16" Type="http://schemas.openxmlformats.org/officeDocument/2006/relationships/slideMaster" Target="slideMasters/slideMaster12.xml"/><Relationship Id="rId19" Type="http://schemas.openxmlformats.org/officeDocument/2006/relationships/notesMaster" Target="notesMasters/notesMaster1.xml"/><Relationship Id="rId18" Type="http://schemas.openxmlformats.org/officeDocument/2006/relationships/slideMaster" Target="slideMasters/slideMaster1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5.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76575" cy="511175"/>
          </a:xfrm>
          <a:prstGeom prst="rect">
            <a:avLst/>
          </a:prstGeom>
          <a:noFill/>
          <a:ln>
            <a:noFill/>
          </a:ln>
        </p:spPr>
        <p:txBody>
          <a:bodyPr anchorCtr="0" anchor="t" bIns="49500" lIns="99025" spcFirstLastPara="1" rIns="99025" wrap="square" tIns="495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Gill Sans"/>
                <a:ea typeface="Gill Sans"/>
                <a:cs typeface="Gill Sans"/>
                <a:sym typeface="Gill Sans"/>
              </a:defRPr>
            </a:lvl1pPr>
            <a:lvl2pPr lvl="1" marR="0" rtl="0" algn="l">
              <a:lnSpc>
                <a:spcPct val="100000"/>
              </a:lnSpc>
              <a:spcBef>
                <a:spcPts val="0"/>
              </a:spcBef>
              <a:spcAft>
                <a:spcPts val="0"/>
              </a:spcAft>
              <a:buSzPts val="1400"/>
              <a:buNone/>
              <a:defRPr b="0" i="0" sz="1800" u="none" cap="none" strike="noStrike">
                <a:solidFill>
                  <a:srgbClr val="000000"/>
                </a:solidFill>
                <a:latin typeface="Gill Sans"/>
                <a:ea typeface="Gill Sans"/>
                <a:cs typeface="Gill Sans"/>
                <a:sym typeface="Gill Sans"/>
              </a:defRPr>
            </a:lvl2pPr>
            <a:lvl3pPr lvl="2" marR="0" rtl="0" algn="l">
              <a:lnSpc>
                <a:spcPct val="100000"/>
              </a:lnSpc>
              <a:spcBef>
                <a:spcPts val="0"/>
              </a:spcBef>
              <a:spcAft>
                <a:spcPts val="0"/>
              </a:spcAft>
              <a:buSzPts val="1400"/>
              <a:buNone/>
              <a:defRPr b="0" i="0" sz="1800" u="none" cap="none" strike="noStrike">
                <a:solidFill>
                  <a:srgbClr val="000000"/>
                </a:solidFill>
                <a:latin typeface="Gill Sans"/>
                <a:ea typeface="Gill Sans"/>
                <a:cs typeface="Gill Sans"/>
                <a:sym typeface="Gill Sans"/>
              </a:defRPr>
            </a:lvl3pPr>
            <a:lvl4pPr lvl="3" marR="0" rtl="0" algn="l">
              <a:lnSpc>
                <a:spcPct val="100000"/>
              </a:lnSpc>
              <a:spcBef>
                <a:spcPts val="0"/>
              </a:spcBef>
              <a:spcAft>
                <a:spcPts val="0"/>
              </a:spcAft>
              <a:buSzPts val="1400"/>
              <a:buNone/>
              <a:defRPr b="0" i="0" sz="1800" u="none" cap="none" strike="noStrike">
                <a:solidFill>
                  <a:srgbClr val="000000"/>
                </a:solidFill>
                <a:latin typeface="Gill Sans"/>
                <a:ea typeface="Gill Sans"/>
                <a:cs typeface="Gill Sans"/>
                <a:sym typeface="Gill Sans"/>
              </a:defRPr>
            </a:lvl4pPr>
            <a:lvl5pPr lvl="4" marR="0" rtl="0" algn="l">
              <a:lnSpc>
                <a:spcPct val="100000"/>
              </a:lnSpc>
              <a:spcBef>
                <a:spcPts val="0"/>
              </a:spcBef>
              <a:spcAft>
                <a:spcPts val="0"/>
              </a:spcAft>
              <a:buSzPts val="1400"/>
              <a:buNone/>
              <a:defRPr b="0" i="0" sz="1800" u="none" cap="none" strike="noStrike">
                <a:solidFill>
                  <a:srgbClr val="000000"/>
                </a:solidFill>
                <a:latin typeface="Gill Sans"/>
                <a:ea typeface="Gill Sans"/>
                <a:cs typeface="Gill Sans"/>
                <a:sym typeface="Gill Sans"/>
              </a:defRPr>
            </a:lvl5pPr>
            <a:lvl6pPr lvl="5" marR="0" rtl="0" algn="l">
              <a:lnSpc>
                <a:spcPct val="100000"/>
              </a:lnSpc>
              <a:spcBef>
                <a:spcPts val="0"/>
              </a:spcBef>
              <a:spcAft>
                <a:spcPts val="0"/>
              </a:spcAft>
              <a:buSzPts val="1400"/>
              <a:buNone/>
              <a:defRPr b="0" i="0" sz="1800" u="none" cap="none" strike="noStrike">
                <a:solidFill>
                  <a:srgbClr val="000000"/>
                </a:solidFill>
                <a:latin typeface="Gill Sans"/>
                <a:ea typeface="Gill Sans"/>
                <a:cs typeface="Gill Sans"/>
                <a:sym typeface="Gill Sans"/>
              </a:defRPr>
            </a:lvl6pPr>
            <a:lvl7pPr lvl="6" marR="0" rtl="0" algn="l">
              <a:lnSpc>
                <a:spcPct val="100000"/>
              </a:lnSpc>
              <a:spcBef>
                <a:spcPts val="0"/>
              </a:spcBef>
              <a:spcAft>
                <a:spcPts val="0"/>
              </a:spcAft>
              <a:buSzPts val="1400"/>
              <a:buNone/>
              <a:defRPr b="0" i="0" sz="1800" u="none" cap="none" strike="noStrike">
                <a:solidFill>
                  <a:srgbClr val="000000"/>
                </a:solidFill>
                <a:latin typeface="Gill Sans"/>
                <a:ea typeface="Gill Sans"/>
                <a:cs typeface="Gill Sans"/>
                <a:sym typeface="Gill Sans"/>
              </a:defRPr>
            </a:lvl7pPr>
            <a:lvl8pPr lvl="7" marR="0" rtl="0" algn="l">
              <a:lnSpc>
                <a:spcPct val="100000"/>
              </a:lnSpc>
              <a:spcBef>
                <a:spcPts val="0"/>
              </a:spcBef>
              <a:spcAft>
                <a:spcPts val="0"/>
              </a:spcAft>
              <a:buSzPts val="1400"/>
              <a:buNone/>
              <a:defRPr b="0" i="0" sz="1800" u="none" cap="none" strike="noStrike">
                <a:solidFill>
                  <a:srgbClr val="000000"/>
                </a:solidFill>
                <a:latin typeface="Gill Sans"/>
                <a:ea typeface="Gill Sans"/>
                <a:cs typeface="Gill Sans"/>
                <a:sym typeface="Gill Sans"/>
              </a:defRPr>
            </a:lvl8pPr>
            <a:lvl9pPr lvl="8" marR="0" rtl="0" algn="l">
              <a:lnSpc>
                <a:spcPct val="100000"/>
              </a:lnSpc>
              <a:spcBef>
                <a:spcPts val="0"/>
              </a:spcBef>
              <a:spcAft>
                <a:spcPts val="0"/>
              </a:spcAft>
              <a:buSzPts val="1400"/>
              <a:buNone/>
              <a:defRPr b="0" i="0" sz="1800" u="none" cap="none" strike="noStrike">
                <a:solidFill>
                  <a:srgbClr val="000000"/>
                </a:solidFill>
                <a:latin typeface="Gill Sans"/>
                <a:ea typeface="Gill Sans"/>
                <a:cs typeface="Gill Sans"/>
                <a:sym typeface="Gill Sans"/>
              </a:defRPr>
            </a:lvl9pPr>
          </a:lstStyle>
          <a:p/>
        </p:txBody>
      </p:sp>
      <p:sp>
        <p:nvSpPr>
          <p:cNvPr id="4" name="Google Shape;4;n"/>
          <p:cNvSpPr txBox="1"/>
          <p:nvPr>
            <p:ph idx="10" type="dt"/>
          </p:nvPr>
        </p:nvSpPr>
        <p:spPr>
          <a:xfrm>
            <a:off x="4021137" y="0"/>
            <a:ext cx="3076575" cy="511175"/>
          </a:xfrm>
          <a:prstGeom prst="rect">
            <a:avLst/>
          </a:prstGeom>
          <a:noFill/>
          <a:ln>
            <a:noFill/>
          </a:ln>
        </p:spPr>
        <p:txBody>
          <a:bodyPr anchorCtr="0" anchor="t" bIns="49500" lIns="99025" spcFirstLastPara="1" rIns="99025" wrap="square" tIns="495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Gill Sans"/>
                <a:ea typeface="Gill Sans"/>
                <a:cs typeface="Gill Sans"/>
                <a:sym typeface="Gill Sans"/>
              </a:defRPr>
            </a:lvl1pPr>
            <a:lvl2pPr lvl="1" marR="0" rtl="0" algn="l">
              <a:lnSpc>
                <a:spcPct val="100000"/>
              </a:lnSpc>
              <a:spcBef>
                <a:spcPts val="0"/>
              </a:spcBef>
              <a:spcAft>
                <a:spcPts val="0"/>
              </a:spcAft>
              <a:buSzPts val="1400"/>
              <a:buNone/>
              <a:defRPr b="0" i="0" sz="1800" u="none" cap="none" strike="noStrike">
                <a:solidFill>
                  <a:srgbClr val="000000"/>
                </a:solidFill>
                <a:latin typeface="Gill Sans"/>
                <a:ea typeface="Gill Sans"/>
                <a:cs typeface="Gill Sans"/>
                <a:sym typeface="Gill Sans"/>
              </a:defRPr>
            </a:lvl2pPr>
            <a:lvl3pPr lvl="2" marR="0" rtl="0" algn="l">
              <a:lnSpc>
                <a:spcPct val="100000"/>
              </a:lnSpc>
              <a:spcBef>
                <a:spcPts val="0"/>
              </a:spcBef>
              <a:spcAft>
                <a:spcPts val="0"/>
              </a:spcAft>
              <a:buSzPts val="1400"/>
              <a:buNone/>
              <a:defRPr b="0" i="0" sz="1800" u="none" cap="none" strike="noStrike">
                <a:solidFill>
                  <a:srgbClr val="000000"/>
                </a:solidFill>
                <a:latin typeface="Gill Sans"/>
                <a:ea typeface="Gill Sans"/>
                <a:cs typeface="Gill Sans"/>
                <a:sym typeface="Gill Sans"/>
              </a:defRPr>
            </a:lvl3pPr>
            <a:lvl4pPr lvl="3" marR="0" rtl="0" algn="l">
              <a:lnSpc>
                <a:spcPct val="100000"/>
              </a:lnSpc>
              <a:spcBef>
                <a:spcPts val="0"/>
              </a:spcBef>
              <a:spcAft>
                <a:spcPts val="0"/>
              </a:spcAft>
              <a:buSzPts val="1400"/>
              <a:buNone/>
              <a:defRPr b="0" i="0" sz="1800" u="none" cap="none" strike="noStrike">
                <a:solidFill>
                  <a:srgbClr val="000000"/>
                </a:solidFill>
                <a:latin typeface="Gill Sans"/>
                <a:ea typeface="Gill Sans"/>
                <a:cs typeface="Gill Sans"/>
                <a:sym typeface="Gill Sans"/>
              </a:defRPr>
            </a:lvl4pPr>
            <a:lvl5pPr lvl="4" marR="0" rtl="0" algn="l">
              <a:lnSpc>
                <a:spcPct val="100000"/>
              </a:lnSpc>
              <a:spcBef>
                <a:spcPts val="0"/>
              </a:spcBef>
              <a:spcAft>
                <a:spcPts val="0"/>
              </a:spcAft>
              <a:buSzPts val="1400"/>
              <a:buNone/>
              <a:defRPr b="0" i="0" sz="1800" u="none" cap="none" strike="noStrike">
                <a:solidFill>
                  <a:srgbClr val="000000"/>
                </a:solidFill>
                <a:latin typeface="Gill Sans"/>
                <a:ea typeface="Gill Sans"/>
                <a:cs typeface="Gill Sans"/>
                <a:sym typeface="Gill Sans"/>
              </a:defRPr>
            </a:lvl5pPr>
            <a:lvl6pPr lvl="5" marR="0" rtl="0" algn="l">
              <a:lnSpc>
                <a:spcPct val="100000"/>
              </a:lnSpc>
              <a:spcBef>
                <a:spcPts val="0"/>
              </a:spcBef>
              <a:spcAft>
                <a:spcPts val="0"/>
              </a:spcAft>
              <a:buSzPts val="1400"/>
              <a:buNone/>
              <a:defRPr b="0" i="0" sz="1800" u="none" cap="none" strike="noStrike">
                <a:solidFill>
                  <a:srgbClr val="000000"/>
                </a:solidFill>
                <a:latin typeface="Gill Sans"/>
                <a:ea typeface="Gill Sans"/>
                <a:cs typeface="Gill Sans"/>
                <a:sym typeface="Gill Sans"/>
              </a:defRPr>
            </a:lvl6pPr>
            <a:lvl7pPr lvl="6" marR="0" rtl="0" algn="l">
              <a:lnSpc>
                <a:spcPct val="100000"/>
              </a:lnSpc>
              <a:spcBef>
                <a:spcPts val="0"/>
              </a:spcBef>
              <a:spcAft>
                <a:spcPts val="0"/>
              </a:spcAft>
              <a:buSzPts val="1400"/>
              <a:buNone/>
              <a:defRPr b="0" i="0" sz="1800" u="none" cap="none" strike="noStrike">
                <a:solidFill>
                  <a:srgbClr val="000000"/>
                </a:solidFill>
                <a:latin typeface="Gill Sans"/>
                <a:ea typeface="Gill Sans"/>
                <a:cs typeface="Gill Sans"/>
                <a:sym typeface="Gill Sans"/>
              </a:defRPr>
            </a:lvl7pPr>
            <a:lvl8pPr lvl="7" marR="0" rtl="0" algn="l">
              <a:lnSpc>
                <a:spcPct val="100000"/>
              </a:lnSpc>
              <a:spcBef>
                <a:spcPts val="0"/>
              </a:spcBef>
              <a:spcAft>
                <a:spcPts val="0"/>
              </a:spcAft>
              <a:buSzPts val="1400"/>
              <a:buNone/>
              <a:defRPr b="0" i="0" sz="1800" u="none" cap="none" strike="noStrike">
                <a:solidFill>
                  <a:srgbClr val="000000"/>
                </a:solidFill>
                <a:latin typeface="Gill Sans"/>
                <a:ea typeface="Gill Sans"/>
                <a:cs typeface="Gill Sans"/>
                <a:sym typeface="Gill Sans"/>
              </a:defRPr>
            </a:lvl8pPr>
            <a:lvl9pPr lvl="8" marR="0" rtl="0" algn="l">
              <a:lnSpc>
                <a:spcPct val="100000"/>
              </a:lnSpc>
              <a:spcBef>
                <a:spcPts val="0"/>
              </a:spcBef>
              <a:spcAft>
                <a:spcPts val="0"/>
              </a:spcAft>
              <a:buSzPts val="1400"/>
              <a:buNone/>
              <a:defRPr b="0" i="0" sz="1800" u="none" cap="none" strike="noStrike">
                <a:solidFill>
                  <a:srgbClr val="000000"/>
                </a:solidFill>
                <a:latin typeface="Gill Sans"/>
                <a:ea typeface="Gill Sans"/>
                <a:cs typeface="Gill Sans"/>
                <a:sym typeface="Gill Sans"/>
              </a:defRPr>
            </a:lvl9pPr>
          </a:lstStyle>
          <a:p/>
        </p:txBody>
      </p:sp>
      <p:sp>
        <p:nvSpPr>
          <p:cNvPr id="5" name="Google Shape;5;n"/>
          <p:cNvSpPr/>
          <p:nvPr>
            <p:ph idx="3"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709612" y="4860925"/>
            <a:ext cx="5680075" cy="4605337"/>
          </a:xfrm>
          <a:prstGeom prst="rect">
            <a:avLst/>
          </a:prstGeom>
          <a:noFill/>
          <a:ln>
            <a:noFill/>
          </a:ln>
        </p:spPr>
        <p:txBody>
          <a:bodyPr anchorCtr="0" anchor="t" bIns="49500" lIns="99025" spcFirstLastPara="1" rIns="99025" wrap="square" tIns="495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9721850"/>
            <a:ext cx="3076575" cy="511175"/>
          </a:xfrm>
          <a:prstGeom prst="rect">
            <a:avLst/>
          </a:prstGeom>
          <a:noFill/>
          <a:ln>
            <a:noFill/>
          </a:ln>
        </p:spPr>
        <p:txBody>
          <a:bodyPr anchorCtr="0" anchor="b" bIns="49500" lIns="99025" spcFirstLastPara="1" rIns="99025" wrap="square" tIns="495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Gill Sans"/>
                <a:ea typeface="Gill Sans"/>
                <a:cs typeface="Gill Sans"/>
                <a:sym typeface="Gill Sans"/>
              </a:defRPr>
            </a:lvl1pPr>
            <a:lvl2pPr lvl="1" marR="0" rtl="0" algn="l">
              <a:lnSpc>
                <a:spcPct val="100000"/>
              </a:lnSpc>
              <a:spcBef>
                <a:spcPts val="0"/>
              </a:spcBef>
              <a:spcAft>
                <a:spcPts val="0"/>
              </a:spcAft>
              <a:buSzPts val="1400"/>
              <a:buNone/>
              <a:defRPr b="0" i="0" sz="1800" u="none" cap="none" strike="noStrike">
                <a:solidFill>
                  <a:srgbClr val="000000"/>
                </a:solidFill>
                <a:latin typeface="Gill Sans"/>
                <a:ea typeface="Gill Sans"/>
                <a:cs typeface="Gill Sans"/>
                <a:sym typeface="Gill Sans"/>
              </a:defRPr>
            </a:lvl2pPr>
            <a:lvl3pPr lvl="2" marR="0" rtl="0" algn="l">
              <a:lnSpc>
                <a:spcPct val="100000"/>
              </a:lnSpc>
              <a:spcBef>
                <a:spcPts val="0"/>
              </a:spcBef>
              <a:spcAft>
                <a:spcPts val="0"/>
              </a:spcAft>
              <a:buSzPts val="1400"/>
              <a:buNone/>
              <a:defRPr b="0" i="0" sz="1800" u="none" cap="none" strike="noStrike">
                <a:solidFill>
                  <a:srgbClr val="000000"/>
                </a:solidFill>
                <a:latin typeface="Gill Sans"/>
                <a:ea typeface="Gill Sans"/>
                <a:cs typeface="Gill Sans"/>
                <a:sym typeface="Gill Sans"/>
              </a:defRPr>
            </a:lvl3pPr>
            <a:lvl4pPr lvl="3" marR="0" rtl="0" algn="l">
              <a:lnSpc>
                <a:spcPct val="100000"/>
              </a:lnSpc>
              <a:spcBef>
                <a:spcPts val="0"/>
              </a:spcBef>
              <a:spcAft>
                <a:spcPts val="0"/>
              </a:spcAft>
              <a:buSzPts val="1400"/>
              <a:buNone/>
              <a:defRPr b="0" i="0" sz="1800" u="none" cap="none" strike="noStrike">
                <a:solidFill>
                  <a:srgbClr val="000000"/>
                </a:solidFill>
                <a:latin typeface="Gill Sans"/>
                <a:ea typeface="Gill Sans"/>
                <a:cs typeface="Gill Sans"/>
                <a:sym typeface="Gill Sans"/>
              </a:defRPr>
            </a:lvl4pPr>
            <a:lvl5pPr lvl="4" marR="0" rtl="0" algn="l">
              <a:lnSpc>
                <a:spcPct val="100000"/>
              </a:lnSpc>
              <a:spcBef>
                <a:spcPts val="0"/>
              </a:spcBef>
              <a:spcAft>
                <a:spcPts val="0"/>
              </a:spcAft>
              <a:buSzPts val="1400"/>
              <a:buNone/>
              <a:defRPr b="0" i="0" sz="1800" u="none" cap="none" strike="noStrike">
                <a:solidFill>
                  <a:srgbClr val="000000"/>
                </a:solidFill>
                <a:latin typeface="Gill Sans"/>
                <a:ea typeface="Gill Sans"/>
                <a:cs typeface="Gill Sans"/>
                <a:sym typeface="Gill Sans"/>
              </a:defRPr>
            </a:lvl5pPr>
            <a:lvl6pPr lvl="5" marR="0" rtl="0" algn="l">
              <a:lnSpc>
                <a:spcPct val="100000"/>
              </a:lnSpc>
              <a:spcBef>
                <a:spcPts val="0"/>
              </a:spcBef>
              <a:spcAft>
                <a:spcPts val="0"/>
              </a:spcAft>
              <a:buSzPts val="1400"/>
              <a:buNone/>
              <a:defRPr b="0" i="0" sz="1800" u="none" cap="none" strike="noStrike">
                <a:solidFill>
                  <a:srgbClr val="000000"/>
                </a:solidFill>
                <a:latin typeface="Gill Sans"/>
                <a:ea typeface="Gill Sans"/>
                <a:cs typeface="Gill Sans"/>
                <a:sym typeface="Gill Sans"/>
              </a:defRPr>
            </a:lvl6pPr>
            <a:lvl7pPr lvl="6" marR="0" rtl="0" algn="l">
              <a:lnSpc>
                <a:spcPct val="100000"/>
              </a:lnSpc>
              <a:spcBef>
                <a:spcPts val="0"/>
              </a:spcBef>
              <a:spcAft>
                <a:spcPts val="0"/>
              </a:spcAft>
              <a:buSzPts val="1400"/>
              <a:buNone/>
              <a:defRPr b="0" i="0" sz="1800" u="none" cap="none" strike="noStrike">
                <a:solidFill>
                  <a:srgbClr val="000000"/>
                </a:solidFill>
                <a:latin typeface="Gill Sans"/>
                <a:ea typeface="Gill Sans"/>
                <a:cs typeface="Gill Sans"/>
                <a:sym typeface="Gill Sans"/>
              </a:defRPr>
            </a:lvl7pPr>
            <a:lvl8pPr lvl="7" marR="0" rtl="0" algn="l">
              <a:lnSpc>
                <a:spcPct val="100000"/>
              </a:lnSpc>
              <a:spcBef>
                <a:spcPts val="0"/>
              </a:spcBef>
              <a:spcAft>
                <a:spcPts val="0"/>
              </a:spcAft>
              <a:buSzPts val="1400"/>
              <a:buNone/>
              <a:defRPr b="0" i="0" sz="1800" u="none" cap="none" strike="noStrike">
                <a:solidFill>
                  <a:srgbClr val="000000"/>
                </a:solidFill>
                <a:latin typeface="Gill Sans"/>
                <a:ea typeface="Gill Sans"/>
                <a:cs typeface="Gill Sans"/>
                <a:sym typeface="Gill Sans"/>
              </a:defRPr>
            </a:lvl8pPr>
            <a:lvl9pPr lvl="8" marR="0" rtl="0" algn="l">
              <a:lnSpc>
                <a:spcPct val="100000"/>
              </a:lnSpc>
              <a:spcBef>
                <a:spcPts val="0"/>
              </a:spcBef>
              <a:spcAft>
                <a:spcPts val="0"/>
              </a:spcAft>
              <a:buSzPts val="1400"/>
              <a:buNone/>
              <a:defRPr b="0" i="0" sz="1800" u="none" cap="none" strike="noStrike">
                <a:solidFill>
                  <a:srgbClr val="000000"/>
                </a:solidFill>
                <a:latin typeface="Gill Sans"/>
                <a:ea typeface="Gill Sans"/>
                <a:cs typeface="Gill Sans"/>
                <a:sym typeface="Gill Sans"/>
              </a:defRPr>
            </a:lvl9pPr>
          </a:lstStyle>
          <a:p/>
        </p:txBody>
      </p:sp>
      <p:sp>
        <p:nvSpPr>
          <p:cNvPr id="8" name="Google Shape;8;n"/>
          <p:cNvSpPr txBox="1"/>
          <p:nvPr>
            <p:ph idx="12" type="sldNum"/>
          </p:nvPr>
        </p:nvSpPr>
        <p:spPr>
          <a:xfrm>
            <a:off x="4021137" y="9721850"/>
            <a:ext cx="3076575" cy="511175"/>
          </a:xfrm>
          <a:prstGeom prst="rect">
            <a:avLst/>
          </a:prstGeom>
          <a:noFill/>
          <a:ln>
            <a:noFill/>
          </a:ln>
        </p:spPr>
        <p:txBody>
          <a:bodyPr anchorCtr="0" anchor="b" bIns="49500" lIns="99025" spcFirstLastPara="1" rIns="99025" wrap="square" tIns="49500">
            <a:noAutofit/>
          </a:bodyPr>
          <a:lstStyle/>
          <a:p>
            <a:pPr indent="0" lvl="0" marL="0" marR="0" rtl="0" algn="r">
              <a:lnSpc>
                <a:spcPct val="100000"/>
              </a:lnSpc>
              <a:spcBef>
                <a:spcPts val="0"/>
              </a:spcBef>
              <a:spcAft>
                <a:spcPts val="0"/>
              </a:spcAft>
              <a:buClr>
                <a:srgbClr val="000000"/>
              </a:buClr>
              <a:buSzPts val="1300"/>
              <a:buFont typeface="Malgun Gothic"/>
              <a:buNone/>
            </a:pPr>
            <a:fld id="{00000000-1234-1234-1234-123412341234}" type="slidenum">
              <a:rPr b="0" i="0" lang="en-US" sz="1300" u="none" cap="none" strike="noStrike">
                <a:solidFill>
                  <a:srgbClr val="000000"/>
                </a:solidFill>
                <a:latin typeface="Malgun Gothic"/>
                <a:ea typeface="Malgun Gothic"/>
                <a:cs typeface="Malgun Gothic"/>
                <a:sym typeface="Malgun Gothic"/>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0" Type="http://schemas.openxmlformats.org/officeDocument/2006/relationships/hyperlink" Target="http://en.wikipedia.org/wiki/WAPI" TargetMode="External"/><Relationship Id="rId11" Type="http://schemas.openxmlformats.org/officeDocument/2006/relationships/hyperlink" Target="http://en.wikipedia.org/wiki/Cipher" TargetMode="External"/><Relationship Id="rId10" Type="http://schemas.openxmlformats.org/officeDocument/2006/relationships/hyperlink" Target="http://en.wikipedia.org/wiki/Type_1_encryption" TargetMode="External"/><Relationship Id="rId13" Type="http://schemas.openxmlformats.org/officeDocument/2006/relationships/hyperlink" Target="http://en.wikipedia.org/wiki/Bruce_Schneier" TargetMode="External"/><Relationship Id="rId12" Type="http://schemas.openxmlformats.org/officeDocument/2006/relationships/hyperlink" Target="http://en.wikipedia.org/wiki/French_language" TargetMode="External"/><Relationship Id="rId1" Type="http://schemas.openxmlformats.org/officeDocument/2006/relationships/notesMaster" Target="../notesMasters/notesMaster1.xml"/><Relationship Id="rId2" Type="http://schemas.openxmlformats.org/officeDocument/2006/relationships/hyperlink" Target="http://en.wikipedia.org/wiki/Cryptography" TargetMode="External"/><Relationship Id="rId3" Type="http://schemas.openxmlformats.org/officeDocument/2006/relationships/hyperlink" Target="http://en.wikipedia.org/wiki/Auguste_Kerckhoffs" TargetMode="External"/><Relationship Id="rId4" Type="http://schemas.openxmlformats.org/officeDocument/2006/relationships/hyperlink" Target="http://en.wikipedia.org/wiki/19th_century" TargetMode="External"/><Relationship Id="rId9" Type="http://schemas.openxmlformats.org/officeDocument/2006/relationships/hyperlink" Target="http://en.wikipedia.org/wiki/Security_through_obscurity" TargetMode="External"/><Relationship Id="rId15" Type="http://schemas.openxmlformats.org/officeDocument/2006/relationships/hyperlink" Target="http://en.wikipedia.org/wiki/Eric_S._Raymond" TargetMode="External"/><Relationship Id="rId14" Type="http://schemas.openxmlformats.org/officeDocument/2006/relationships/hyperlink" Target="about:blank" TargetMode="External"/><Relationship Id="rId17" Type="http://schemas.openxmlformats.org/officeDocument/2006/relationships/hyperlink" Target="about:blank" TargetMode="External"/><Relationship Id="rId16" Type="http://schemas.openxmlformats.org/officeDocument/2006/relationships/hyperlink" Target="http://en.wikipedia.org/wiki/Open_source" TargetMode="External"/><Relationship Id="rId5" Type="http://schemas.openxmlformats.org/officeDocument/2006/relationships/hyperlink" Target="http://en.wikipedia.org/wiki/Cryptosystem" TargetMode="External"/><Relationship Id="rId19" Type="http://schemas.openxmlformats.org/officeDocument/2006/relationships/hyperlink" Target="http://en.wikipedia.org/wiki/Symmetric-key_algorithm" TargetMode="External"/><Relationship Id="rId6" Type="http://schemas.openxmlformats.org/officeDocument/2006/relationships/hyperlink" Target="http://en.wikipedia.org/wiki/Cryptographic_key" TargetMode="External"/><Relationship Id="rId18" Type="http://schemas.openxmlformats.org/officeDocument/2006/relationships/hyperlink" Target="http://en.wikipedia.org/wiki/Nothing_up_my_sleeve_number" TargetMode="External"/><Relationship Id="rId7" Type="http://schemas.openxmlformats.org/officeDocument/2006/relationships/hyperlink" Target="http://en.wikipedia.org/wiki/Claude_E._Shannon" TargetMode="External"/><Relationship Id="rId8" Type="http://schemas.openxmlformats.org/officeDocument/2006/relationships/hyperlink" Target="http://en.wikipedia.org/wiki/Adversary"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en.wikipedia.org/wiki/Electromechanical" TargetMode="External"/><Relationship Id="rId3" Type="http://schemas.openxmlformats.org/officeDocument/2006/relationships/hyperlink" Target="http://en.wikipedia.org/wiki/Automatic_telephone_exchange" TargetMode="External"/><Relationship Id="rId4" Type="http://schemas.openxmlformats.org/officeDocument/2006/relationships/hyperlink" Target="http://en.wikipedia.org/wiki/Strowger_Automatic_Telephone_Exchange_Company" TargetMode="External"/><Relationship Id="rId5" Type="http://schemas.openxmlformats.org/officeDocument/2006/relationships/hyperlink" Target="http://en.wikipedia.org/wiki/Telephone_call" TargetMode="External"/><Relationship Id="rId6" Type="http://schemas.openxmlformats.org/officeDocument/2006/relationships/hyperlink" Target="http://en.wikipedia.org/wiki/Almon_Strowger" TargetMode="External"/><Relationship Id="rId7" Type="http://schemas.openxmlformats.org/officeDocument/2006/relationships/hyperlink" Target="http://en.wikipedia.org/wiki/1888" TargetMode="Externa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8" name="Google Shape;208;p1:notes"/>
          <p:cNvSpPr txBox="1"/>
          <p:nvPr>
            <p:ph idx="1" type="body"/>
          </p:nvPr>
        </p:nvSpPr>
        <p:spPr>
          <a:xfrm>
            <a:off x="709612" y="4860925"/>
            <a:ext cx="5680075" cy="4605337"/>
          </a:xfrm>
          <a:prstGeom prst="rect">
            <a:avLst/>
          </a:prstGeom>
          <a:noFill/>
          <a:ln>
            <a:noFill/>
          </a:ln>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209" name="Google Shape;209;p1:notes"/>
          <p:cNvSpPr txBox="1"/>
          <p:nvPr/>
        </p:nvSpPr>
        <p:spPr>
          <a:xfrm>
            <a:off x="4021137" y="9721850"/>
            <a:ext cx="3076575" cy="511175"/>
          </a:xfrm>
          <a:prstGeom prst="rect">
            <a:avLst/>
          </a:prstGeom>
          <a:noFill/>
          <a:ln>
            <a:noFill/>
          </a:ln>
        </p:spPr>
        <p:txBody>
          <a:bodyPr anchorCtr="0" anchor="b" bIns="49500" lIns="99025" spcFirstLastPara="1" rIns="99025" wrap="square" tIns="49500">
            <a:noAutofit/>
          </a:bodyPr>
          <a:lstStyle/>
          <a:p>
            <a:pPr indent="0" lvl="0" marL="0" marR="0" rtl="0" algn="r">
              <a:lnSpc>
                <a:spcPct val="100000"/>
              </a:lnSpc>
              <a:spcBef>
                <a:spcPts val="0"/>
              </a:spcBef>
              <a:spcAft>
                <a:spcPts val="0"/>
              </a:spcAft>
              <a:buClr>
                <a:srgbClr val="000000"/>
              </a:buClr>
              <a:buSzPts val="1300"/>
              <a:buFont typeface="Gill Sans"/>
              <a:buNone/>
            </a:pPr>
            <a:fld id="{00000000-1234-1234-1234-123412341234}" type="slidenum">
              <a:rPr b="0" i="0" lang="en-US" sz="1300" u="none" cap="none" strike="noStrike">
                <a:solidFill>
                  <a:srgbClr val="000000"/>
                </a:solidFill>
                <a:latin typeface="Gill Sans"/>
                <a:ea typeface="Gill Sans"/>
                <a:cs typeface="Gill Sans"/>
                <a:sym typeface="Gill Sans"/>
              </a:rPr>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2: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8" name="Google Shape;218;p2:notes"/>
          <p:cNvSpPr txBox="1"/>
          <p:nvPr>
            <p:ph idx="1" type="body"/>
          </p:nvPr>
        </p:nvSpPr>
        <p:spPr>
          <a:xfrm>
            <a:off x="709612" y="4860925"/>
            <a:ext cx="5680075" cy="4605337"/>
          </a:xfrm>
          <a:prstGeom prst="rect">
            <a:avLst/>
          </a:prstGeom>
          <a:noFill/>
          <a:ln>
            <a:noFill/>
          </a:ln>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219" name="Google Shape;219;p2:notes"/>
          <p:cNvSpPr txBox="1"/>
          <p:nvPr/>
        </p:nvSpPr>
        <p:spPr>
          <a:xfrm>
            <a:off x="4021137" y="9721850"/>
            <a:ext cx="3076575" cy="511175"/>
          </a:xfrm>
          <a:prstGeom prst="rect">
            <a:avLst/>
          </a:prstGeom>
          <a:noFill/>
          <a:ln>
            <a:noFill/>
          </a:ln>
        </p:spPr>
        <p:txBody>
          <a:bodyPr anchorCtr="0" anchor="b" bIns="49500" lIns="99025" spcFirstLastPara="1" rIns="99025" wrap="square" tIns="49500">
            <a:noAutofit/>
          </a:bodyPr>
          <a:lstStyle/>
          <a:p>
            <a:pPr indent="0" lvl="0" marL="0" marR="0" rtl="0" algn="r">
              <a:lnSpc>
                <a:spcPct val="100000"/>
              </a:lnSpc>
              <a:spcBef>
                <a:spcPts val="0"/>
              </a:spcBef>
              <a:spcAft>
                <a:spcPts val="0"/>
              </a:spcAft>
              <a:buClr>
                <a:srgbClr val="000000"/>
              </a:buClr>
              <a:buSzPts val="1300"/>
              <a:buFont typeface="Gill Sans"/>
              <a:buNone/>
            </a:pPr>
            <a:fld id="{00000000-1234-1234-1234-123412341234}" type="slidenum">
              <a:rPr b="0" i="0" lang="en-US" sz="1300" u="none" cap="none" strike="noStrike">
                <a:solidFill>
                  <a:srgbClr val="000000"/>
                </a:solidFill>
                <a:latin typeface="Gill Sans"/>
                <a:ea typeface="Gill Sans"/>
                <a:cs typeface="Gill Sans"/>
                <a:sym typeface="Gill Sans"/>
              </a:rPr>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3: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8" name="Google Shape;228;p3:notes"/>
          <p:cNvSpPr txBox="1"/>
          <p:nvPr>
            <p:ph idx="1" type="body"/>
          </p:nvPr>
        </p:nvSpPr>
        <p:spPr>
          <a:xfrm>
            <a:off x="709612" y="4860925"/>
            <a:ext cx="5680075" cy="4605337"/>
          </a:xfrm>
          <a:prstGeom prst="rect">
            <a:avLst/>
          </a:prstGeom>
          <a:noFill/>
          <a:ln>
            <a:noFill/>
          </a:ln>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229" name="Google Shape;229;p3:notes"/>
          <p:cNvSpPr txBox="1"/>
          <p:nvPr/>
        </p:nvSpPr>
        <p:spPr>
          <a:xfrm>
            <a:off x="4021137" y="9721850"/>
            <a:ext cx="3076575" cy="511175"/>
          </a:xfrm>
          <a:prstGeom prst="rect">
            <a:avLst/>
          </a:prstGeom>
          <a:noFill/>
          <a:ln>
            <a:noFill/>
          </a:ln>
        </p:spPr>
        <p:txBody>
          <a:bodyPr anchorCtr="0" anchor="b" bIns="49500" lIns="99025" spcFirstLastPara="1" rIns="99025" wrap="square" tIns="49500">
            <a:noAutofit/>
          </a:bodyPr>
          <a:lstStyle/>
          <a:p>
            <a:pPr indent="0" lvl="0" marL="0" marR="0" rtl="0" algn="r">
              <a:lnSpc>
                <a:spcPct val="100000"/>
              </a:lnSpc>
              <a:spcBef>
                <a:spcPts val="0"/>
              </a:spcBef>
              <a:spcAft>
                <a:spcPts val="0"/>
              </a:spcAft>
              <a:buClr>
                <a:srgbClr val="000000"/>
              </a:buClr>
              <a:buSzPts val="1300"/>
              <a:buFont typeface="Gill Sans"/>
              <a:buNone/>
            </a:pPr>
            <a:fld id="{00000000-1234-1234-1234-123412341234}" type="slidenum">
              <a:rPr b="0" i="0" lang="en-US" sz="1300" u="none" cap="none" strike="noStrike">
                <a:solidFill>
                  <a:srgbClr val="000000"/>
                </a:solidFill>
                <a:latin typeface="Gill Sans"/>
                <a:ea typeface="Gill Sans"/>
                <a:cs typeface="Gill Sans"/>
                <a:sym typeface="Gill Sans"/>
              </a:rPr>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4: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8" name="Google Shape;238;p4:notes"/>
          <p:cNvSpPr txBox="1"/>
          <p:nvPr>
            <p:ph idx="1" type="body"/>
          </p:nvPr>
        </p:nvSpPr>
        <p:spPr>
          <a:xfrm>
            <a:off x="709612" y="4860925"/>
            <a:ext cx="5680075" cy="4605337"/>
          </a:xfrm>
          <a:prstGeom prst="rect">
            <a:avLst/>
          </a:prstGeom>
          <a:noFill/>
          <a:ln>
            <a:noFill/>
          </a:ln>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239" name="Google Shape;239;p4:notes"/>
          <p:cNvSpPr txBox="1"/>
          <p:nvPr/>
        </p:nvSpPr>
        <p:spPr>
          <a:xfrm>
            <a:off x="4021137" y="9721850"/>
            <a:ext cx="3076575" cy="511175"/>
          </a:xfrm>
          <a:prstGeom prst="rect">
            <a:avLst/>
          </a:prstGeom>
          <a:noFill/>
          <a:ln>
            <a:noFill/>
          </a:ln>
        </p:spPr>
        <p:txBody>
          <a:bodyPr anchorCtr="0" anchor="b" bIns="49500" lIns="99025" spcFirstLastPara="1" rIns="99025" wrap="square" tIns="49500">
            <a:noAutofit/>
          </a:bodyPr>
          <a:lstStyle/>
          <a:p>
            <a:pPr indent="0" lvl="0" marL="0" marR="0" rtl="0" algn="r">
              <a:lnSpc>
                <a:spcPct val="100000"/>
              </a:lnSpc>
              <a:spcBef>
                <a:spcPts val="0"/>
              </a:spcBef>
              <a:spcAft>
                <a:spcPts val="0"/>
              </a:spcAft>
              <a:buClr>
                <a:srgbClr val="000000"/>
              </a:buClr>
              <a:buSzPts val="1300"/>
              <a:buFont typeface="Gill Sans"/>
              <a:buNone/>
            </a:pPr>
            <a:fld id="{00000000-1234-1234-1234-123412341234}" type="slidenum">
              <a:rPr b="0" i="0" lang="en-US" sz="1300" u="none" cap="none" strike="noStrike">
                <a:solidFill>
                  <a:srgbClr val="000000"/>
                </a:solidFill>
                <a:latin typeface="Gill Sans"/>
                <a:ea typeface="Gill Sans"/>
                <a:cs typeface="Gill Sans"/>
                <a:sym typeface="Gill Sans"/>
              </a:rPr>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5: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8" name="Google Shape;248;p5:notes"/>
          <p:cNvSpPr txBox="1"/>
          <p:nvPr>
            <p:ph idx="1" type="body"/>
          </p:nvPr>
        </p:nvSpPr>
        <p:spPr>
          <a:xfrm>
            <a:off x="709612" y="4860925"/>
            <a:ext cx="5680075" cy="4605337"/>
          </a:xfrm>
          <a:prstGeom prst="rect">
            <a:avLst/>
          </a:prstGeom>
          <a:noFill/>
          <a:ln>
            <a:noFill/>
          </a:ln>
        </p:spPr>
        <p:txBody>
          <a:bodyPr anchorCtr="0" anchor="t" bIns="49500" lIns="99025" spcFirstLastPara="1" rIns="99025" wrap="square" tIns="49500">
            <a:normAutofit/>
          </a:bodyPr>
          <a:lstStyle/>
          <a:p>
            <a:pPr indent="0" lvl="0" marL="0" rtl="0" algn="l">
              <a:lnSpc>
                <a:spcPct val="80000"/>
              </a:lnSpc>
              <a:spcBef>
                <a:spcPts val="0"/>
              </a:spcBef>
              <a:spcAft>
                <a:spcPts val="0"/>
              </a:spcAft>
              <a:buSzPts val="700"/>
              <a:buNone/>
            </a:pPr>
            <a:r>
              <a:rPr lang="en-US" sz="700"/>
              <a:t>http://en.wikipedia.org/wiki/Kerckhoffs'_principle</a:t>
            </a:r>
            <a:endParaRPr/>
          </a:p>
          <a:p>
            <a:pPr indent="0" lvl="0" marL="0" rtl="0" algn="l">
              <a:lnSpc>
                <a:spcPct val="80000"/>
              </a:lnSpc>
              <a:spcBef>
                <a:spcPts val="0"/>
              </a:spcBef>
              <a:spcAft>
                <a:spcPts val="0"/>
              </a:spcAft>
              <a:buSzPts val="700"/>
              <a:buNone/>
            </a:pPr>
            <a:r>
              <a:t/>
            </a:r>
            <a:endParaRPr sz="700"/>
          </a:p>
          <a:p>
            <a:pPr indent="0" lvl="0" marL="0" rtl="0" algn="l">
              <a:lnSpc>
                <a:spcPct val="80000"/>
              </a:lnSpc>
              <a:spcBef>
                <a:spcPts val="0"/>
              </a:spcBef>
              <a:spcAft>
                <a:spcPts val="0"/>
              </a:spcAft>
              <a:buSzPts val="700"/>
              <a:buNone/>
            </a:pPr>
            <a:r>
              <a:rPr lang="en-US" sz="700"/>
              <a:t>In </a:t>
            </a:r>
            <a:r>
              <a:rPr lang="en-US" sz="700" u="sng">
                <a:solidFill>
                  <a:srgbClr val="000000"/>
                </a:solidFill>
                <a:hlinkClick r:id="rId2">
                  <a:extLst>
                    <a:ext uri="{A12FA001-AC4F-418D-AE19-62706E023703}">
                      <ahyp:hlinkClr val="tx"/>
                    </a:ext>
                  </a:extLst>
                </a:hlinkClick>
              </a:rPr>
              <a:t>cryptography</a:t>
            </a:r>
            <a:r>
              <a:rPr lang="en-US" sz="700"/>
              <a:t>, </a:t>
            </a:r>
            <a:r>
              <a:rPr b="1" lang="en-US" sz="700"/>
              <a:t>Kerckhoffs' principle</a:t>
            </a:r>
            <a:r>
              <a:rPr lang="en-US" sz="700"/>
              <a:t> (also called </a:t>
            </a:r>
            <a:r>
              <a:rPr b="1" lang="en-US" sz="700"/>
              <a:t>Kerckhoffs' assumption</a:t>
            </a:r>
            <a:r>
              <a:rPr lang="en-US" sz="700"/>
              <a:t>, </a:t>
            </a:r>
            <a:r>
              <a:rPr b="1" lang="en-US" sz="700"/>
              <a:t>axiom</a:t>
            </a:r>
            <a:r>
              <a:rPr lang="en-US" sz="700"/>
              <a:t> or </a:t>
            </a:r>
            <a:r>
              <a:rPr b="1" lang="en-US" sz="700"/>
              <a:t>law</a:t>
            </a:r>
            <a:r>
              <a:rPr lang="en-US" sz="700"/>
              <a:t>) was stated by </a:t>
            </a:r>
            <a:r>
              <a:rPr lang="en-US" sz="700" u="sng">
                <a:solidFill>
                  <a:srgbClr val="000000"/>
                </a:solidFill>
                <a:hlinkClick r:id="rId3">
                  <a:extLst>
                    <a:ext uri="{A12FA001-AC4F-418D-AE19-62706E023703}">
                      <ahyp:hlinkClr val="tx"/>
                    </a:ext>
                  </a:extLst>
                </a:hlinkClick>
              </a:rPr>
              <a:t>Auguste Kerckhoffs</a:t>
            </a:r>
            <a:r>
              <a:rPr lang="en-US" sz="700"/>
              <a:t>) was stated by Auguste Kerckhoffs in the </a:t>
            </a:r>
            <a:r>
              <a:rPr lang="en-US" sz="700" u="sng">
                <a:solidFill>
                  <a:srgbClr val="000000"/>
                </a:solidFill>
                <a:hlinkClick r:id="rId4">
                  <a:extLst>
                    <a:ext uri="{A12FA001-AC4F-418D-AE19-62706E023703}">
                      <ahyp:hlinkClr val="tx"/>
                    </a:ext>
                  </a:extLst>
                </a:hlinkClick>
              </a:rPr>
              <a:t>19th century</a:t>
            </a:r>
            <a:r>
              <a:rPr lang="en-US" sz="700"/>
              <a:t>) was stated by Auguste Kerckhoffs in the 19th century: a </a:t>
            </a:r>
            <a:r>
              <a:rPr lang="en-US" sz="700" u="sng">
                <a:solidFill>
                  <a:srgbClr val="000000"/>
                </a:solidFill>
                <a:hlinkClick r:id="rId5">
                  <a:extLst>
                    <a:ext uri="{A12FA001-AC4F-418D-AE19-62706E023703}">
                      <ahyp:hlinkClr val="tx"/>
                    </a:ext>
                  </a:extLst>
                </a:hlinkClick>
              </a:rPr>
              <a:t>cryptosystem</a:t>
            </a:r>
            <a:r>
              <a:rPr lang="en-US" sz="700"/>
              <a:t>) was stated by Auguste Kerckhoffs in the 19th century: a cryptosystem should be secure even if everything about the system, except the </a:t>
            </a:r>
            <a:r>
              <a:rPr lang="en-US" sz="700" u="sng">
                <a:solidFill>
                  <a:srgbClr val="000000"/>
                </a:solidFill>
                <a:hlinkClick r:id="rId6">
                  <a:extLst>
                    <a:ext uri="{A12FA001-AC4F-418D-AE19-62706E023703}">
                      <ahyp:hlinkClr val="tx"/>
                    </a:ext>
                  </a:extLst>
                </a:hlinkClick>
              </a:rPr>
              <a:t>key</a:t>
            </a:r>
            <a:r>
              <a:rPr lang="en-US" sz="700"/>
              <a:t>) was stated by Auguste Kerckhoffs in the 19th century: a cryptosystem should be secure even if everything about the system, except the key, is public knowledge. It was reformulated (perhaps independently) by </a:t>
            </a:r>
            <a:r>
              <a:rPr lang="en-US" sz="700" u="sng">
                <a:solidFill>
                  <a:srgbClr val="000000"/>
                </a:solidFill>
                <a:hlinkClick r:id="rId7">
                  <a:extLst>
                    <a:ext uri="{A12FA001-AC4F-418D-AE19-62706E023703}">
                      <ahyp:hlinkClr val="tx"/>
                    </a:ext>
                  </a:extLst>
                </a:hlinkClick>
              </a:rPr>
              <a:t>Claude Shannon</a:t>
            </a:r>
            <a:r>
              <a:rPr lang="en-US" sz="700"/>
              <a:t>) was stated by Auguste Kerckhoffs in the 19th century: a cryptosystem should be secure even if everything about the system, except the key, is public knowledge. It was reformulated (perhaps independently) by Claude Shannon as "the </a:t>
            </a:r>
            <a:r>
              <a:rPr lang="en-US" sz="700" u="sng">
                <a:solidFill>
                  <a:srgbClr val="000000"/>
                </a:solidFill>
                <a:hlinkClick r:id="rId8">
                  <a:extLst>
                    <a:ext uri="{A12FA001-AC4F-418D-AE19-62706E023703}">
                      <ahyp:hlinkClr val="tx"/>
                    </a:ext>
                  </a:extLst>
                </a:hlinkClick>
              </a:rPr>
              <a:t>enemy</a:t>
            </a:r>
            <a:r>
              <a:rPr lang="en-US" sz="700"/>
              <a:t> knows the system". In that form it is called </a:t>
            </a:r>
            <a:r>
              <a:rPr b="1" lang="en-US" sz="700"/>
              <a:t>Shannon's maxim</a:t>
            </a:r>
            <a:r>
              <a:rPr lang="en-US" sz="700"/>
              <a:t>. In contrast to </a:t>
            </a:r>
            <a:r>
              <a:rPr lang="en-US" sz="700" u="sng">
                <a:solidFill>
                  <a:srgbClr val="000000"/>
                </a:solidFill>
                <a:hlinkClick r:id="rId9">
                  <a:extLst>
                    <a:ext uri="{A12FA001-AC4F-418D-AE19-62706E023703}">
                      <ahyp:hlinkClr val="tx"/>
                    </a:ext>
                  </a:extLst>
                </a:hlinkClick>
              </a:rPr>
              <a:t>security through obscurity</a:t>
            </a:r>
            <a:r>
              <a:rPr lang="en-US" sz="700"/>
              <a:t>, it is widely embraced by cryptographers.</a:t>
            </a:r>
            <a:endParaRPr/>
          </a:p>
          <a:p>
            <a:pPr indent="0" lvl="0" marL="0" rtl="0" algn="l">
              <a:lnSpc>
                <a:spcPct val="80000"/>
              </a:lnSpc>
              <a:spcBef>
                <a:spcPts val="0"/>
              </a:spcBef>
              <a:spcAft>
                <a:spcPts val="0"/>
              </a:spcAft>
              <a:buSzPts val="700"/>
              <a:buNone/>
            </a:pPr>
            <a:r>
              <a:rPr lang="en-US" sz="700"/>
              <a:t>In accordance with Kerckhoffs' principle, the majority of civilian cryptography makes use of publicly-known algorithms. By contrast, ciphers used to protect classified government or military information are often kept secret (see </a:t>
            </a:r>
            <a:r>
              <a:rPr lang="en-US" sz="700" u="sng">
                <a:solidFill>
                  <a:srgbClr val="000000"/>
                </a:solidFill>
                <a:hlinkClick r:id="rId10">
                  <a:extLst>
                    <a:ext uri="{A12FA001-AC4F-418D-AE19-62706E023703}">
                      <ahyp:hlinkClr val="tx"/>
                    </a:ext>
                  </a:extLst>
                </a:hlinkClick>
              </a:rPr>
              <a:t>Type 1 encryption</a:t>
            </a:r>
            <a:r>
              <a:rPr lang="en-US" sz="700"/>
              <a:t>).</a:t>
            </a:r>
            <a:endParaRPr/>
          </a:p>
          <a:p>
            <a:pPr indent="0" lvl="0" marL="0" rtl="0" algn="l">
              <a:lnSpc>
                <a:spcPct val="80000"/>
              </a:lnSpc>
              <a:spcBef>
                <a:spcPts val="0"/>
              </a:spcBef>
              <a:spcAft>
                <a:spcPts val="0"/>
              </a:spcAft>
              <a:buSzPts val="700"/>
              <a:buNone/>
            </a:pPr>
            <a:r>
              <a:rPr lang="en-US" sz="700"/>
              <a:t>The law was one of six design principles laid down by Kerckhoffs for military </a:t>
            </a:r>
            <a:r>
              <a:rPr lang="en-US" sz="700" u="sng">
                <a:solidFill>
                  <a:srgbClr val="000000"/>
                </a:solidFill>
                <a:hlinkClick r:id="rId11">
                  <a:extLst>
                    <a:ext uri="{A12FA001-AC4F-418D-AE19-62706E023703}">
                      <ahyp:hlinkClr val="tx"/>
                    </a:ext>
                  </a:extLst>
                </a:hlinkClick>
              </a:rPr>
              <a:t>ciphers</a:t>
            </a:r>
            <a:r>
              <a:rPr lang="en-US" sz="700"/>
              <a:t>The law was one of six design principles laid down by Kerckhoffs for military ciphers. Translated from </a:t>
            </a:r>
            <a:r>
              <a:rPr lang="en-US" sz="700" u="sng">
                <a:solidFill>
                  <a:srgbClr val="000000"/>
                </a:solidFill>
                <a:hlinkClick r:id="rId12">
                  <a:extLst>
                    <a:ext uri="{A12FA001-AC4F-418D-AE19-62706E023703}">
                      <ahyp:hlinkClr val="tx"/>
                    </a:ext>
                  </a:extLst>
                </a:hlinkClick>
              </a:rPr>
              <a:t>French</a:t>
            </a:r>
            <a:r>
              <a:rPr lang="en-US" sz="700"/>
              <a:t>, they are:</a:t>
            </a:r>
            <a:endParaRPr/>
          </a:p>
          <a:p>
            <a:pPr indent="0" lvl="0" marL="0" rtl="0" algn="l">
              <a:lnSpc>
                <a:spcPct val="80000"/>
              </a:lnSpc>
              <a:spcBef>
                <a:spcPts val="0"/>
              </a:spcBef>
              <a:spcAft>
                <a:spcPts val="0"/>
              </a:spcAft>
              <a:buSzPts val="700"/>
              <a:buNone/>
            </a:pPr>
            <a:r>
              <a:rPr lang="en-US" sz="700"/>
              <a:t>The system must be practically, if not mathematically, indecipherable; </a:t>
            </a:r>
            <a:endParaRPr/>
          </a:p>
          <a:p>
            <a:pPr indent="0" lvl="0" marL="0" rtl="0" algn="l">
              <a:lnSpc>
                <a:spcPct val="80000"/>
              </a:lnSpc>
              <a:spcBef>
                <a:spcPts val="0"/>
              </a:spcBef>
              <a:spcAft>
                <a:spcPts val="0"/>
              </a:spcAft>
              <a:buSzPts val="700"/>
              <a:buNone/>
            </a:pPr>
            <a:r>
              <a:rPr lang="en-US" sz="700"/>
              <a:t>It must not be required to be secret, and it must be able to fall into the hands of the enemy without inconvenience; </a:t>
            </a:r>
            <a:endParaRPr/>
          </a:p>
          <a:p>
            <a:pPr indent="0" lvl="0" marL="0" rtl="0" algn="l">
              <a:lnSpc>
                <a:spcPct val="80000"/>
              </a:lnSpc>
              <a:spcBef>
                <a:spcPts val="0"/>
              </a:spcBef>
              <a:spcAft>
                <a:spcPts val="0"/>
              </a:spcAft>
              <a:buSzPts val="700"/>
              <a:buNone/>
            </a:pPr>
            <a:r>
              <a:rPr lang="en-US" sz="700"/>
              <a:t>Its key must be communicable and retainable without the help of written notes, and changeable or modifiable at the will of the correspondents; </a:t>
            </a:r>
            <a:endParaRPr/>
          </a:p>
          <a:p>
            <a:pPr indent="0" lvl="0" marL="0" rtl="0" algn="l">
              <a:lnSpc>
                <a:spcPct val="80000"/>
              </a:lnSpc>
              <a:spcBef>
                <a:spcPts val="0"/>
              </a:spcBef>
              <a:spcAft>
                <a:spcPts val="0"/>
              </a:spcAft>
              <a:buSzPts val="700"/>
              <a:buNone/>
            </a:pPr>
            <a:r>
              <a:rPr lang="en-US" sz="700"/>
              <a:t>It must be applicable to telegraphic correspondence; </a:t>
            </a:r>
            <a:endParaRPr/>
          </a:p>
          <a:p>
            <a:pPr indent="0" lvl="0" marL="0" rtl="0" algn="l">
              <a:lnSpc>
                <a:spcPct val="80000"/>
              </a:lnSpc>
              <a:spcBef>
                <a:spcPts val="0"/>
              </a:spcBef>
              <a:spcAft>
                <a:spcPts val="0"/>
              </a:spcAft>
              <a:buSzPts val="700"/>
              <a:buNone/>
            </a:pPr>
            <a:r>
              <a:rPr lang="en-US" sz="700"/>
              <a:t>It must be portable, and its usage and function must not require the concourse of several people; </a:t>
            </a:r>
            <a:endParaRPr/>
          </a:p>
          <a:p>
            <a:pPr indent="0" lvl="0" marL="0" rtl="0" algn="l">
              <a:lnSpc>
                <a:spcPct val="80000"/>
              </a:lnSpc>
              <a:spcBef>
                <a:spcPts val="0"/>
              </a:spcBef>
              <a:spcAft>
                <a:spcPts val="0"/>
              </a:spcAft>
              <a:buSzPts val="700"/>
              <a:buNone/>
            </a:pPr>
            <a:r>
              <a:rPr lang="en-US" sz="700"/>
              <a:t>Finally, it is necessary, given the circumstances that command its application, that the system be easy to use, requiring neither mental strain nor the knowledge of a long series of rules to observe. </a:t>
            </a:r>
            <a:endParaRPr/>
          </a:p>
          <a:p>
            <a:pPr indent="0" lvl="0" marL="0" rtl="0" algn="l">
              <a:lnSpc>
                <a:spcPct val="80000"/>
              </a:lnSpc>
              <a:spcBef>
                <a:spcPts val="0"/>
              </a:spcBef>
              <a:spcAft>
                <a:spcPts val="0"/>
              </a:spcAft>
              <a:buSzPts val="700"/>
              <a:buNone/>
            </a:pPr>
            <a:r>
              <a:rPr lang="en-US" sz="700" u="sng">
                <a:solidFill>
                  <a:srgbClr val="000000"/>
                </a:solidFill>
                <a:hlinkClick r:id="rId13">
                  <a:extLst>
                    <a:ext uri="{A12FA001-AC4F-418D-AE19-62706E023703}">
                      <ahyp:hlinkClr val="tx"/>
                    </a:ext>
                  </a:extLst>
                </a:hlinkClick>
              </a:rPr>
              <a:t>Bruce Schneier</a:t>
            </a:r>
            <a:r>
              <a:rPr lang="en-US" sz="700"/>
              <a:t> ties it in with a belief that all security systems must be designed to fail as gracefully as possible:</a:t>
            </a:r>
            <a:endParaRPr/>
          </a:p>
          <a:p>
            <a:pPr indent="0" lvl="0" marL="0" rtl="0" algn="l">
              <a:lnSpc>
                <a:spcPct val="80000"/>
              </a:lnSpc>
              <a:spcBef>
                <a:spcPts val="0"/>
              </a:spcBef>
              <a:spcAft>
                <a:spcPts val="0"/>
              </a:spcAft>
              <a:buSzPts val="700"/>
              <a:buNone/>
            </a:pPr>
            <a:r>
              <a:rPr lang="en-US" sz="700"/>
              <a:t>"Kerckhoffs' principle applies beyond codes and ciphers to security systems in general: every secret creates a potential failure point. Secrecy, in other words, is a prime cause of brittleness—and therefore something likely to make a system prone to catastrophic collapse. Conversely, openness provides ductility."</a:t>
            </a:r>
            <a:r>
              <a:rPr baseline="30000" lang="en-US" sz="700" u="sng">
                <a:solidFill>
                  <a:srgbClr val="000000"/>
                </a:solidFill>
                <a:hlinkClick r:id="rId14">
                  <a:extLst>
                    <a:ext uri="{A12FA001-AC4F-418D-AE19-62706E023703}">
                      <ahyp:hlinkClr val="tx"/>
                    </a:ext>
                  </a:extLst>
                </a:hlinkClick>
              </a:rPr>
              <a:t>[1]</a:t>
            </a:r>
            <a:r>
              <a:rPr lang="en-US" sz="700"/>
              <a:t> It is worth expanding on what Schneier means by </a:t>
            </a:r>
            <a:r>
              <a:rPr i="1" lang="en-US" sz="700"/>
              <a:t>brittleness</a:t>
            </a:r>
            <a:r>
              <a:rPr lang="en-US" sz="700"/>
              <a:t>: after all, any security system depends crucially on keeping </a:t>
            </a:r>
            <a:r>
              <a:rPr i="1" lang="en-US" sz="700"/>
              <a:t>some</a:t>
            </a:r>
            <a:r>
              <a:rPr lang="en-US" sz="700"/>
              <a:t> things secret. What Schneier means is that the things which are kept secret ought to be those which are least costly to change should they be inadvertently disclosed. A cryptographic algorithm may be implemented by hardware and software which is widely distributed among its users; if security depended on keeping that secret, then disclosure would lead to major logistic headaches in developing, testing and distributing implementations of a new algorithm. Whereas if the secrecy of the algorithm were not important, but only that of the </a:t>
            </a:r>
            <a:r>
              <a:rPr i="1" lang="en-US" sz="700"/>
              <a:t>keys</a:t>
            </a:r>
            <a:r>
              <a:rPr lang="en-US" sz="700"/>
              <a:t> used with the algorithm, then disclosure of the keys would require the much less arduous process of generating and distributing new keys.</a:t>
            </a:r>
            <a:endParaRPr/>
          </a:p>
          <a:p>
            <a:pPr indent="0" lvl="0" marL="0" rtl="0" algn="l">
              <a:lnSpc>
                <a:spcPct val="80000"/>
              </a:lnSpc>
              <a:spcBef>
                <a:spcPts val="0"/>
              </a:spcBef>
              <a:spcAft>
                <a:spcPts val="0"/>
              </a:spcAft>
              <a:buSzPts val="700"/>
              <a:buNone/>
            </a:pPr>
            <a:r>
              <a:rPr lang="en-US" sz="700"/>
              <a:t>Or in other words, the fewer and simpler the things one needs to keep secret in order to ensure the security of the system, the easier it is to maintain that security.</a:t>
            </a:r>
            <a:endParaRPr/>
          </a:p>
          <a:p>
            <a:pPr indent="0" lvl="0" marL="0" rtl="0" algn="l">
              <a:lnSpc>
                <a:spcPct val="80000"/>
              </a:lnSpc>
              <a:spcBef>
                <a:spcPts val="0"/>
              </a:spcBef>
              <a:spcAft>
                <a:spcPts val="0"/>
              </a:spcAft>
              <a:buSzPts val="700"/>
              <a:buNone/>
            </a:pPr>
            <a:r>
              <a:rPr lang="en-US" sz="700" u="sng">
                <a:solidFill>
                  <a:srgbClr val="000000"/>
                </a:solidFill>
                <a:hlinkClick r:id="rId15">
                  <a:extLst>
                    <a:ext uri="{A12FA001-AC4F-418D-AE19-62706E023703}">
                      <ahyp:hlinkClr val="tx"/>
                    </a:ext>
                  </a:extLst>
                </a:hlinkClick>
              </a:rPr>
              <a:t>Eric Raymond</a:t>
            </a:r>
            <a:r>
              <a:rPr lang="en-US" sz="700"/>
              <a:t>Eric Raymond extends this principle in support of </a:t>
            </a:r>
            <a:r>
              <a:rPr lang="en-US" sz="700" u="sng">
                <a:solidFill>
                  <a:srgbClr val="000000"/>
                </a:solidFill>
                <a:hlinkClick r:id="rId16">
                  <a:extLst>
                    <a:ext uri="{A12FA001-AC4F-418D-AE19-62706E023703}">
                      <ahyp:hlinkClr val="tx"/>
                    </a:ext>
                  </a:extLst>
                </a:hlinkClick>
              </a:rPr>
              <a:t>open source</a:t>
            </a:r>
            <a:r>
              <a:rPr lang="en-US" sz="700"/>
              <a:t> software, saying</a:t>
            </a:r>
            <a:endParaRPr/>
          </a:p>
          <a:p>
            <a:pPr indent="0" lvl="0" marL="0" rtl="0" algn="l">
              <a:lnSpc>
                <a:spcPct val="80000"/>
              </a:lnSpc>
              <a:spcBef>
                <a:spcPts val="0"/>
              </a:spcBef>
              <a:spcAft>
                <a:spcPts val="0"/>
              </a:spcAft>
              <a:buSzPts val="700"/>
              <a:buNone/>
            </a:pPr>
            <a:r>
              <a:rPr lang="en-US" sz="700"/>
              <a:t>"Any security software design that doesn't assume the enemy possesses the source code is already untrustworthy; therefore, *never trust closed source*. </a:t>
            </a:r>
            <a:r>
              <a:rPr baseline="30000" i="1" lang="en-US" sz="700" u="sng">
                <a:solidFill>
                  <a:srgbClr val="000000"/>
                </a:solidFill>
                <a:hlinkClick r:id="rId17">
                  <a:extLst>
                    <a:ext uri="{A12FA001-AC4F-418D-AE19-62706E023703}">
                      <ahyp:hlinkClr val="tx"/>
                    </a:ext>
                  </a:extLst>
                </a:hlinkClick>
              </a:rPr>
              <a:t>[2]</a:t>
            </a:r>
            <a:r>
              <a:rPr lang="en-US" sz="700"/>
              <a:t> The controversial idea that open-source software is inherently more secure than closed-source is promoted by the concept of </a:t>
            </a:r>
            <a:r>
              <a:rPr i="1" lang="en-US" sz="700"/>
              <a:t>security through transparency</a:t>
            </a:r>
            <a:r>
              <a:rPr lang="en-US" sz="700"/>
              <a:t>.</a:t>
            </a:r>
            <a:endParaRPr/>
          </a:p>
          <a:p>
            <a:pPr indent="0" lvl="0" marL="0" rtl="0" algn="l">
              <a:lnSpc>
                <a:spcPct val="80000"/>
              </a:lnSpc>
              <a:spcBef>
                <a:spcPts val="0"/>
              </a:spcBef>
              <a:spcAft>
                <a:spcPts val="0"/>
              </a:spcAft>
              <a:buSzPts val="700"/>
              <a:buNone/>
            </a:pPr>
            <a:r>
              <a:rPr lang="en-US" sz="700"/>
              <a:t>It's possible to have a secret cryptosystem while still reaping the benefits of public cryptography research: make a non-weakening change to a public algorithm, like changing the </a:t>
            </a:r>
            <a:r>
              <a:rPr lang="en-US" sz="700" u="sng">
                <a:solidFill>
                  <a:srgbClr val="000000"/>
                </a:solidFill>
                <a:hlinkClick r:id="rId18">
                  <a:extLst>
                    <a:ext uri="{A12FA001-AC4F-418D-AE19-62706E023703}">
                      <ahyp:hlinkClr val="tx"/>
                    </a:ext>
                  </a:extLst>
                </a:hlinkClick>
              </a:rPr>
              <a:t>Nothing up my sleeve numbers</a:t>
            </a:r>
            <a:r>
              <a:rPr lang="en-US" sz="700"/>
              <a:t>It's possible to have a secret cryptosystem while still reaping the benefits of public cryptography research: make a non-weakening change to a public algorithm, like changing the Nothing up my sleeve numbers, or, in the case of </a:t>
            </a:r>
            <a:r>
              <a:rPr lang="en-US" sz="700" u="sng">
                <a:solidFill>
                  <a:srgbClr val="000000"/>
                </a:solidFill>
                <a:hlinkClick r:id="rId19">
                  <a:extLst>
                    <a:ext uri="{A12FA001-AC4F-418D-AE19-62706E023703}">
                      <ahyp:hlinkClr val="tx"/>
                    </a:ext>
                  </a:extLst>
                </a:hlinkClick>
              </a:rPr>
              <a:t>Symmetric-key algorithms</a:t>
            </a:r>
            <a:r>
              <a:rPr lang="en-US" sz="700"/>
              <a:t>, chaining the public cipher with an unrelated secret cipher.</a:t>
            </a:r>
            <a:endParaRPr/>
          </a:p>
          <a:p>
            <a:pPr indent="0" lvl="0" marL="0" rtl="0" algn="l">
              <a:lnSpc>
                <a:spcPct val="80000"/>
              </a:lnSpc>
              <a:spcBef>
                <a:spcPts val="0"/>
              </a:spcBef>
              <a:spcAft>
                <a:spcPts val="0"/>
              </a:spcAft>
              <a:buSzPts val="700"/>
              <a:buNone/>
            </a:pPr>
            <a:r>
              <a:rPr lang="en-US" sz="700"/>
              <a:t>An example of technology which relies upon a secret cryptosystem is </a:t>
            </a:r>
            <a:r>
              <a:rPr lang="en-US" sz="700" u="sng">
                <a:solidFill>
                  <a:srgbClr val="000000"/>
                </a:solidFill>
                <a:hlinkClick r:id="rId20">
                  <a:extLst>
                    <a:ext uri="{A12FA001-AC4F-418D-AE19-62706E023703}">
                      <ahyp:hlinkClr val="tx"/>
                    </a:ext>
                  </a:extLst>
                </a:hlinkClick>
              </a:rPr>
              <a:t>WAPI</a:t>
            </a:r>
            <a:r>
              <a:rPr lang="en-US" sz="700"/>
              <a:t>, the wireless LAN security standard the Chinese government has proposed to encompass civilian uses on a global scale.</a:t>
            </a:r>
            <a:endParaRPr/>
          </a:p>
          <a:p>
            <a:pPr indent="0" lvl="0" marL="0" rtl="0" algn="l">
              <a:spcBef>
                <a:spcPts val="0"/>
              </a:spcBef>
              <a:spcAft>
                <a:spcPts val="0"/>
              </a:spcAft>
              <a:buNone/>
            </a:pPr>
            <a:r>
              <a:t/>
            </a:r>
            <a:endParaRPr sz="700"/>
          </a:p>
        </p:txBody>
      </p:sp>
      <p:sp>
        <p:nvSpPr>
          <p:cNvPr id="249" name="Google Shape;249;p5:notes"/>
          <p:cNvSpPr txBox="1"/>
          <p:nvPr/>
        </p:nvSpPr>
        <p:spPr>
          <a:xfrm>
            <a:off x="4021137" y="9721850"/>
            <a:ext cx="3076575" cy="511175"/>
          </a:xfrm>
          <a:prstGeom prst="rect">
            <a:avLst/>
          </a:prstGeom>
          <a:noFill/>
          <a:ln>
            <a:noFill/>
          </a:ln>
        </p:spPr>
        <p:txBody>
          <a:bodyPr anchorCtr="0" anchor="b" bIns="49500" lIns="99025" spcFirstLastPara="1" rIns="99025" wrap="square" tIns="49500">
            <a:noAutofit/>
          </a:bodyPr>
          <a:lstStyle/>
          <a:p>
            <a:pPr indent="0" lvl="0" marL="0" marR="0" rtl="0" algn="r">
              <a:lnSpc>
                <a:spcPct val="100000"/>
              </a:lnSpc>
              <a:spcBef>
                <a:spcPts val="0"/>
              </a:spcBef>
              <a:spcAft>
                <a:spcPts val="0"/>
              </a:spcAft>
              <a:buClr>
                <a:srgbClr val="000000"/>
              </a:buClr>
              <a:buSzPts val="1300"/>
              <a:buFont typeface="Gill Sans"/>
              <a:buNone/>
            </a:pPr>
            <a:fld id="{00000000-1234-1234-1234-123412341234}" type="slidenum">
              <a:rPr b="0" i="0" lang="en-US" sz="1300" u="none" cap="none" strike="noStrike">
                <a:solidFill>
                  <a:srgbClr val="000000"/>
                </a:solidFill>
                <a:latin typeface="Gill Sans"/>
                <a:ea typeface="Gill Sans"/>
                <a:cs typeface="Gill Sans"/>
                <a:sym typeface="Gill Sans"/>
              </a:rPr>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6: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258" name="Google Shape;258;p6: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7:notes"/>
          <p:cNvSpPr/>
          <p:nvPr>
            <p:ph idx="2" type="sldImg"/>
          </p:nvPr>
        </p:nvSpPr>
        <p:spPr>
          <a:xfrm>
            <a:off x="6575425" y="773112"/>
            <a:ext cx="5151437" cy="38623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9" name="Google Shape;289;p7:notes"/>
          <p:cNvSpPr txBox="1"/>
          <p:nvPr>
            <p:ph idx="1" type="body"/>
          </p:nvPr>
        </p:nvSpPr>
        <p:spPr>
          <a:xfrm>
            <a:off x="1830387" y="4892675"/>
            <a:ext cx="14639925" cy="4633912"/>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8: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294" name="Google Shape;294;p8: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9: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2" name="Google Shape;302;p9:notes"/>
          <p:cNvSpPr txBox="1"/>
          <p:nvPr>
            <p:ph idx="1" type="body"/>
          </p:nvPr>
        </p:nvSpPr>
        <p:spPr>
          <a:xfrm>
            <a:off x="709612" y="4860925"/>
            <a:ext cx="5680075" cy="4605337"/>
          </a:xfrm>
          <a:prstGeom prst="rect">
            <a:avLst/>
          </a:prstGeom>
          <a:noFill/>
          <a:ln>
            <a:noFill/>
          </a:ln>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303" name="Google Shape;303;p9:notes"/>
          <p:cNvSpPr txBox="1"/>
          <p:nvPr/>
        </p:nvSpPr>
        <p:spPr>
          <a:xfrm>
            <a:off x="4021137" y="9721850"/>
            <a:ext cx="3076575" cy="511175"/>
          </a:xfrm>
          <a:prstGeom prst="rect">
            <a:avLst/>
          </a:prstGeom>
          <a:noFill/>
          <a:ln>
            <a:noFill/>
          </a:ln>
        </p:spPr>
        <p:txBody>
          <a:bodyPr anchorCtr="0" anchor="b" bIns="49500" lIns="99025" spcFirstLastPara="1" rIns="99025" wrap="square" tIns="49500">
            <a:noAutofit/>
          </a:bodyPr>
          <a:lstStyle/>
          <a:p>
            <a:pPr indent="0" lvl="0" marL="0" marR="0" rtl="0" algn="r">
              <a:lnSpc>
                <a:spcPct val="100000"/>
              </a:lnSpc>
              <a:spcBef>
                <a:spcPts val="0"/>
              </a:spcBef>
              <a:spcAft>
                <a:spcPts val="0"/>
              </a:spcAft>
              <a:buClr>
                <a:srgbClr val="000000"/>
              </a:buClr>
              <a:buSzPts val="1300"/>
              <a:buFont typeface="Malgun Gothic"/>
              <a:buNone/>
            </a:pPr>
            <a:fld id="{00000000-1234-1234-1234-123412341234}" type="slidenum">
              <a:rPr b="0" i="0" lang="en-US" sz="1300" u="none">
                <a:solidFill>
                  <a:srgbClr val="000000"/>
                </a:solidFill>
                <a:latin typeface="Malgun Gothic"/>
                <a:ea typeface="Malgun Gothic"/>
                <a:cs typeface="Malgun Gothic"/>
                <a:sym typeface="Malgun Gothic"/>
              </a:rPr>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10: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316" name="Google Shape;316;p10: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11: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329" name="Google Shape;329;p11: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12: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341" name="Google Shape;341;p12: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13: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350" name="Google Shape;350;p13: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14: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359" name="Google Shape;359;p14: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15: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372" name="Google Shape;372;p15: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16: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381" name="Google Shape;381;p16: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17: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392" name="Google Shape;392;p17: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18: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404" name="Google Shape;404;p18: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19: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413" name="Google Shape;413;p19: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20: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422" name="Google Shape;422;p20: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21: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436" name="Google Shape;436;p21: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22: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447" name="Google Shape;447;p22: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23: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458" name="Google Shape;458;p23: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p24: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469" name="Google Shape;469;p24: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25: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480" name="Google Shape;480;p25: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p26:notes"/>
          <p:cNvSpPr txBox="1"/>
          <p:nvPr/>
        </p:nvSpPr>
        <p:spPr>
          <a:xfrm>
            <a:off x="4021137" y="9721850"/>
            <a:ext cx="3076575" cy="511175"/>
          </a:xfrm>
          <a:prstGeom prst="rect">
            <a:avLst/>
          </a:prstGeom>
          <a:noFill/>
          <a:ln>
            <a:noFill/>
          </a:ln>
        </p:spPr>
        <p:txBody>
          <a:bodyPr anchorCtr="0" anchor="b" bIns="49500" lIns="99025" spcFirstLastPara="1" rIns="99025" wrap="square" tIns="49500">
            <a:noAutofit/>
          </a:bodyPr>
          <a:lstStyle/>
          <a:p>
            <a:pPr indent="0" lvl="0" marL="0" marR="0" rtl="0" algn="r">
              <a:lnSpc>
                <a:spcPct val="100000"/>
              </a:lnSpc>
              <a:spcBef>
                <a:spcPts val="0"/>
              </a:spcBef>
              <a:spcAft>
                <a:spcPts val="0"/>
              </a:spcAft>
              <a:buClr>
                <a:srgbClr val="000000"/>
              </a:buClr>
              <a:buSzPts val="1300"/>
              <a:buFont typeface="Gill Sans"/>
              <a:buNone/>
            </a:pPr>
            <a:fld id="{00000000-1234-1234-1234-123412341234}" type="slidenum">
              <a:rPr b="0" i="0" lang="en-US" sz="1300" u="none">
                <a:solidFill>
                  <a:srgbClr val="000000"/>
                </a:solidFill>
                <a:latin typeface="Gill Sans"/>
                <a:ea typeface="Gill Sans"/>
                <a:cs typeface="Gill Sans"/>
                <a:sym typeface="Gill Sans"/>
              </a:rPr>
              <a:t>‹#›</a:t>
            </a:fld>
            <a:endParaRPr/>
          </a:p>
        </p:txBody>
      </p:sp>
      <p:sp>
        <p:nvSpPr>
          <p:cNvPr id="489" name="Google Shape;489;p26: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0" name="Google Shape;490;p26:notes"/>
          <p:cNvSpPr txBox="1"/>
          <p:nvPr>
            <p:ph idx="1" type="body"/>
          </p:nvPr>
        </p:nvSpPr>
        <p:spPr>
          <a:xfrm>
            <a:off x="709612" y="4860925"/>
            <a:ext cx="5680075" cy="4605337"/>
          </a:xfrm>
          <a:prstGeom prst="rect">
            <a:avLst/>
          </a:prstGeom>
          <a:noFill/>
          <a:ln>
            <a:noFill/>
          </a:ln>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p27: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499" name="Google Shape;499;p27: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28: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509" name="Google Shape;509;p28: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p29: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518" name="Google Shape;518;p29: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p30: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528" name="Google Shape;528;p30: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p31: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538" name="Google Shape;538;p31: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p32: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547" name="Google Shape;547;p32: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p33: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555" name="Google Shape;555;p33: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p34: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565" name="Google Shape;565;p34: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p35: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575" name="Google Shape;575;p35: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p36: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585" name="Google Shape;585;p36: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p37: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594" name="Google Shape;594;p37: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p38: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603" name="Google Shape;603;p38: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p39: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612" name="Google Shape;612;p39: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40: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621" name="Google Shape;621;p40: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41: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1" name="Google Shape;631;p41:notes"/>
          <p:cNvSpPr txBox="1"/>
          <p:nvPr>
            <p:ph idx="1" type="body"/>
          </p:nvPr>
        </p:nvSpPr>
        <p:spPr>
          <a:xfrm>
            <a:off x="709612" y="4860925"/>
            <a:ext cx="5680075" cy="4605337"/>
          </a:xfrm>
          <a:prstGeom prst="rect">
            <a:avLst/>
          </a:prstGeom>
          <a:noFill/>
          <a:ln>
            <a:noFill/>
          </a:ln>
        </p:spPr>
        <p:txBody>
          <a:bodyPr anchorCtr="0" anchor="t" bIns="49500" lIns="99025" spcFirstLastPara="1" rIns="99025" wrap="square" tIns="49500">
            <a:normAutofit/>
          </a:bodyPr>
          <a:lstStyle/>
          <a:p>
            <a:pPr indent="0" lvl="0" marL="0" rtl="0" algn="l">
              <a:lnSpc>
                <a:spcPct val="80000"/>
              </a:lnSpc>
              <a:spcBef>
                <a:spcPts val="0"/>
              </a:spcBef>
              <a:spcAft>
                <a:spcPts val="0"/>
              </a:spcAft>
              <a:buSzPts val="1000"/>
              <a:buNone/>
            </a:pPr>
            <a:r>
              <a:rPr b="1" lang="en-US" sz="1000"/>
              <a:t>http://library.thinkquest.org/28005/flashed/timemachine/courseofhistory/purple.shtml</a:t>
            </a:r>
            <a:endParaRPr/>
          </a:p>
          <a:p>
            <a:pPr indent="0" lvl="0" marL="0" rtl="0" algn="l">
              <a:lnSpc>
                <a:spcPct val="80000"/>
              </a:lnSpc>
              <a:spcBef>
                <a:spcPts val="0"/>
              </a:spcBef>
              <a:spcAft>
                <a:spcPts val="0"/>
              </a:spcAft>
              <a:buSzPts val="1000"/>
              <a:buNone/>
            </a:pPr>
            <a:r>
              <a:rPr b="1" lang="en-US" sz="1000"/>
              <a:t>Japan's PURPLE Encryption:</a:t>
            </a:r>
            <a:r>
              <a:rPr lang="en-US" sz="1000"/>
              <a:t> </a:t>
            </a:r>
            <a:br>
              <a:rPr lang="en-US" sz="1000"/>
            </a:br>
            <a:endParaRPr/>
          </a:p>
          <a:p>
            <a:pPr indent="0" lvl="0" marL="0" rtl="0" algn="l">
              <a:lnSpc>
                <a:spcPct val="80000"/>
              </a:lnSpc>
              <a:spcBef>
                <a:spcPts val="0"/>
              </a:spcBef>
              <a:spcAft>
                <a:spcPts val="0"/>
              </a:spcAft>
              <a:buSzPts val="1000"/>
              <a:buNone/>
            </a:pPr>
            <a:r>
              <a:rPr lang="en-US" sz="1000"/>
              <a:t>The Japanese were most efficient at destroying their cryptographic machines during World War II. To this date, not even one complete machine has been discovered. However, with pure genius and ingenuity, cryptographers from the United States were able to crack the PURPLE, as it was called.</a:t>
            </a:r>
            <a:endParaRPr/>
          </a:p>
          <a:p>
            <a:pPr indent="0" lvl="0" marL="0" rtl="0" algn="l">
              <a:lnSpc>
                <a:spcPct val="80000"/>
              </a:lnSpc>
              <a:spcBef>
                <a:spcPts val="0"/>
              </a:spcBef>
              <a:spcAft>
                <a:spcPts val="0"/>
              </a:spcAft>
              <a:buSzPts val="1000"/>
              <a:buNone/>
            </a:pPr>
            <a:r>
              <a:rPr lang="en-US" sz="1000"/>
              <a:t>In 1940, the British, Polish, and French were working hard on cracking the German Enigma (and for the most part, succeeding). Meanwhile, the US Signals Intelligence Service (SIS) worked on Japan code machine. What made cracking the PURPLE more difficult than the enigma was that it used a revolutionary concept in machine cryptography. </a:t>
            </a:r>
            <a:endParaRPr/>
          </a:p>
          <a:p>
            <a:pPr indent="0" lvl="0" marL="0" rtl="0" algn="l">
              <a:lnSpc>
                <a:spcPct val="80000"/>
              </a:lnSpc>
              <a:spcBef>
                <a:spcPts val="0"/>
              </a:spcBef>
              <a:spcAft>
                <a:spcPts val="0"/>
              </a:spcAft>
              <a:buSzPts val="1000"/>
              <a:buNone/>
            </a:pPr>
            <a:r>
              <a:rPr lang="en-US" sz="1000"/>
              <a:t>In fact, PURPLE used </a:t>
            </a:r>
            <a:r>
              <a:rPr b="1" lang="en-US" sz="1000">
                <a:solidFill>
                  <a:srgbClr val="FF0000"/>
                </a:solidFill>
              </a:rPr>
              <a:t>telephone stepping switches </a:t>
            </a:r>
            <a:r>
              <a:rPr lang="en-US" sz="1000"/>
              <a:t>instead of rotors in its encryption scheme. A stepping switch was used in those days to route telephone calls from source to destination. By utilizing this, the encrypted letters did not follow patterns that codebreakers were accustomed to with traditional rotor machines.</a:t>
            </a:r>
            <a:endParaRPr/>
          </a:p>
          <a:p>
            <a:pPr indent="0" lvl="0" marL="0" rtl="0" algn="l">
              <a:lnSpc>
                <a:spcPct val="80000"/>
              </a:lnSpc>
              <a:spcBef>
                <a:spcPts val="0"/>
              </a:spcBef>
              <a:spcAft>
                <a:spcPts val="0"/>
              </a:spcAft>
              <a:buSzPts val="1000"/>
              <a:buNone/>
            </a:pPr>
            <a:r>
              <a:rPr lang="en-US" sz="1000"/>
              <a:t>So, William Friedman, a renowned cryptographer, was curious about what could make these patterns? Eventually, he and his team were able to put together a version of the PURPLE machine almost exactly the same as the Japanese version. However, Friedman did so without ever seeing a picture or blueprint of the machine; he only saw messages encrypted with it!</a:t>
            </a:r>
            <a:endParaRPr/>
          </a:p>
          <a:p>
            <a:pPr indent="0" lvl="0" marL="0" rtl="0" algn="l">
              <a:lnSpc>
                <a:spcPct val="80000"/>
              </a:lnSpc>
              <a:spcBef>
                <a:spcPts val="0"/>
              </a:spcBef>
              <a:spcAft>
                <a:spcPts val="0"/>
              </a:spcAft>
              <a:buSzPts val="1000"/>
              <a:buNone/>
            </a:pPr>
            <a:r>
              <a:rPr lang="en-US" sz="1000"/>
              <a:t>So, knowing how the machine worked, the United States was able to build a machine to crack the code of PURPLE. It figured out the code used to encrypt messages, thus allowing for plaintext viewing by the user. As a result of Friedman뭩 work, allied lives were saved, and battles were won, helping to bring the war to a close as quickly as possible.</a:t>
            </a:r>
            <a:endParaRPr/>
          </a:p>
          <a:p>
            <a:pPr indent="0" lvl="0" marL="0" rtl="0" algn="l">
              <a:lnSpc>
                <a:spcPct val="80000"/>
              </a:lnSpc>
              <a:spcBef>
                <a:spcPts val="0"/>
              </a:spcBef>
              <a:spcAft>
                <a:spcPts val="0"/>
              </a:spcAft>
              <a:buSzPts val="1000"/>
              <a:buNone/>
            </a:pPr>
            <a:r>
              <a:rPr lang="en-US" sz="1000"/>
              <a:t>The following picture is the only part of a real Japanese PURPLE machine to have ever been recovered by anyone. Everything else was destroyed.</a:t>
            </a:r>
            <a:endParaRPr/>
          </a:p>
          <a:p>
            <a:pPr indent="0" lvl="0" marL="0" rtl="0" algn="l">
              <a:lnSpc>
                <a:spcPct val="80000"/>
              </a:lnSpc>
              <a:spcBef>
                <a:spcPts val="0"/>
              </a:spcBef>
              <a:spcAft>
                <a:spcPts val="0"/>
              </a:spcAft>
              <a:buSzPts val="1000"/>
              <a:buNone/>
            </a:pPr>
            <a:r>
              <a:t/>
            </a:r>
            <a:endParaRPr sz="1000"/>
          </a:p>
          <a:p>
            <a:pPr indent="0" lvl="0" marL="0" rtl="0" algn="l">
              <a:lnSpc>
                <a:spcPct val="80000"/>
              </a:lnSpc>
              <a:spcBef>
                <a:spcPts val="0"/>
              </a:spcBef>
              <a:spcAft>
                <a:spcPts val="0"/>
              </a:spcAft>
              <a:buClr>
                <a:srgbClr val="FF0000"/>
              </a:buClr>
              <a:buSzPts val="1000"/>
              <a:buNone/>
            </a:pPr>
            <a:r>
              <a:rPr b="1" lang="en-US" sz="1000">
                <a:solidFill>
                  <a:srgbClr val="FF0000"/>
                </a:solidFill>
              </a:rPr>
              <a:t>telephone stepping switches : </a:t>
            </a:r>
            <a:r>
              <a:rPr lang="en-US" sz="1000"/>
              <a:t>In electrical controls, a </a:t>
            </a:r>
            <a:r>
              <a:rPr b="1" lang="en-US" sz="1000"/>
              <a:t>stepping switch</a:t>
            </a:r>
            <a:r>
              <a:rPr lang="en-US" sz="1000"/>
              <a:t> (also called a </a:t>
            </a:r>
            <a:r>
              <a:rPr b="1" lang="en-US" sz="1000"/>
              <a:t>uniselector</a:t>
            </a:r>
            <a:r>
              <a:rPr lang="en-US" sz="1000"/>
              <a:t>) is an </a:t>
            </a:r>
            <a:r>
              <a:rPr lang="en-US" sz="1000" u="sng">
                <a:solidFill>
                  <a:srgbClr val="000000"/>
                </a:solidFill>
                <a:hlinkClick r:id="rId2">
                  <a:extLst>
                    <a:ext uri="{A12FA001-AC4F-418D-AE19-62706E023703}">
                      <ahyp:hlinkClr val="tx"/>
                    </a:ext>
                  </a:extLst>
                </a:hlinkClick>
              </a:rPr>
              <a:t>electromechanical</a:t>
            </a:r>
            <a:r>
              <a:rPr lang="en-US" sz="1000"/>
              <a:t>) is an electromechanical device which allows an input connection to be connected to one of a number of possible output connections, under the control of a series of electrical pulses. The major use for these devices was in early </a:t>
            </a:r>
            <a:r>
              <a:rPr lang="en-US" sz="1000" u="sng">
                <a:solidFill>
                  <a:srgbClr val="000000"/>
                </a:solidFill>
                <a:hlinkClick r:id="rId3">
                  <a:extLst>
                    <a:ext uri="{A12FA001-AC4F-418D-AE19-62706E023703}">
                      <ahyp:hlinkClr val="tx"/>
                    </a:ext>
                  </a:extLst>
                </a:hlinkClick>
              </a:rPr>
              <a:t>automatic telephone exchanges</a:t>
            </a:r>
            <a:r>
              <a:rPr lang="en-US" sz="1000"/>
              <a:t> (commonly called </a:t>
            </a:r>
            <a:r>
              <a:rPr i="1" lang="en-US" sz="1000" u="sng">
                <a:solidFill>
                  <a:srgbClr val="000000"/>
                </a:solidFill>
                <a:hlinkClick r:id="rId4">
                  <a:extLst>
                    <a:ext uri="{A12FA001-AC4F-418D-AE19-62706E023703}">
                      <ahyp:hlinkClr val="tx"/>
                    </a:ext>
                  </a:extLst>
                </a:hlinkClick>
              </a:rPr>
              <a:t>Strowger</a:t>
            </a:r>
            <a:r>
              <a:rPr lang="en-US" sz="1000"/>
              <a:t> exchanges) to route </a:t>
            </a:r>
            <a:r>
              <a:rPr lang="en-US" sz="1000" u="sng">
                <a:solidFill>
                  <a:srgbClr val="000000"/>
                </a:solidFill>
                <a:hlinkClick r:id="rId5">
                  <a:extLst>
                    <a:ext uri="{A12FA001-AC4F-418D-AE19-62706E023703}">
                      <ahyp:hlinkClr val="tx"/>
                    </a:ext>
                  </a:extLst>
                </a:hlinkClick>
              </a:rPr>
              <a:t>telephone calls</a:t>
            </a:r>
            <a:r>
              <a:rPr lang="en-US" sz="1000"/>
              <a:t> exchanges) to route telephone calls. Stepping switches were invented by </a:t>
            </a:r>
            <a:r>
              <a:rPr lang="en-US" sz="1000" u="sng">
                <a:solidFill>
                  <a:srgbClr val="000000"/>
                </a:solidFill>
                <a:hlinkClick r:id="rId6">
                  <a:extLst>
                    <a:ext uri="{A12FA001-AC4F-418D-AE19-62706E023703}">
                      <ahyp:hlinkClr val="tx"/>
                    </a:ext>
                  </a:extLst>
                </a:hlinkClick>
              </a:rPr>
              <a:t>Almon Strowger</a:t>
            </a:r>
            <a:r>
              <a:rPr lang="en-US" sz="1000"/>
              <a:t> exchanges) to route telephone calls. Stepping switches were invented by Almon Strowger in </a:t>
            </a:r>
            <a:r>
              <a:rPr lang="en-US" sz="1000" u="sng">
                <a:solidFill>
                  <a:srgbClr val="000000"/>
                </a:solidFill>
                <a:hlinkClick r:id="rId7">
                  <a:extLst>
                    <a:ext uri="{A12FA001-AC4F-418D-AE19-62706E023703}">
                      <ahyp:hlinkClr val="tx"/>
                    </a:ext>
                  </a:extLst>
                </a:hlinkClick>
              </a:rPr>
              <a:t>1888</a:t>
            </a:r>
            <a:endParaRPr/>
          </a:p>
        </p:txBody>
      </p:sp>
      <p:sp>
        <p:nvSpPr>
          <p:cNvPr id="632" name="Google Shape;632;p41:notes"/>
          <p:cNvSpPr txBox="1"/>
          <p:nvPr/>
        </p:nvSpPr>
        <p:spPr>
          <a:xfrm>
            <a:off x="4021137" y="9721850"/>
            <a:ext cx="3076575" cy="511175"/>
          </a:xfrm>
          <a:prstGeom prst="rect">
            <a:avLst/>
          </a:prstGeom>
          <a:noFill/>
          <a:ln>
            <a:noFill/>
          </a:ln>
        </p:spPr>
        <p:txBody>
          <a:bodyPr anchorCtr="0" anchor="b" bIns="49500" lIns="99025" spcFirstLastPara="1" rIns="99025" wrap="square" tIns="49500">
            <a:noAutofit/>
          </a:bodyPr>
          <a:lstStyle/>
          <a:p>
            <a:pPr indent="0" lvl="0" marL="0" marR="0" rtl="0" algn="r">
              <a:lnSpc>
                <a:spcPct val="100000"/>
              </a:lnSpc>
              <a:spcBef>
                <a:spcPts val="0"/>
              </a:spcBef>
              <a:spcAft>
                <a:spcPts val="0"/>
              </a:spcAft>
              <a:buClr>
                <a:srgbClr val="000000"/>
              </a:buClr>
              <a:buSzPts val="1300"/>
              <a:buFont typeface="Gill Sans"/>
              <a:buNone/>
            </a:pPr>
            <a:fld id="{00000000-1234-1234-1234-123412341234}" type="slidenum">
              <a:rPr b="0" i="0" lang="en-US" sz="1300" u="none">
                <a:solidFill>
                  <a:srgbClr val="000000"/>
                </a:solidFill>
                <a:latin typeface="Gill Sans"/>
                <a:ea typeface="Gill Sans"/>
                <a:cs typeface="Gill Sans"/>
                <a:sym typeface="Gill Sans"/>
              </a:rPr>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p42: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642" name="Google Shape;642;p42: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p43: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651" name="Google Shape;651;p43: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p44: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661" name="Google Shape;661;p44: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p45: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671" name="Google Shape;671;p45: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p46: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680" name="Google Shape;680;p46: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p47: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689" name="Google Shape;689;p47: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p48: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698" name="Google Shape;698;p48: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5" name="Shape 705"/>
        <p:cNvGrpSpPr/>
        <p:nvPr/>
      </p:nvGrpSpPr>
      <p:grpSpPr>
        <a:xfrm>
          <a:off x="0" y="0"/>
          <a:ext cx="0" cy="0"/>
          <a:chOff x="0" y="0"/>
          <a:chExt cx="0" cy="0"/>
        </a:xfrm>
      </p:grpSpPr>
      <p:sp>
        <p:nvSpPr>
          <p:cNvPr id="706" name="Google Shape;706;p49: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707" name="Google Shape;707;p49: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p50: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715" name="Google Shape;715;p50: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p51: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724" name="Google Shape;724;p51: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8" name="Shape 18"/>
        <p:cNvGrpSpPr/>
        <p:nvPr/>
      </p:nvGrpSpPr>
      <p:grpSpPr>
        <a:xfrm>
          <a:off x="0" y="0"/>
          <a:ext cx="0" cy="0"/>
          <a:chOff x="0" y="0"/>
          <a:chExt cx="0" cy="0"/>
        </a:xfrm>
      </p:grpSpPr>
      <p:sp>
        <p:nvSpPr>
          <p:cNvPr id="19" name="Google Shape;19;p53"/>
          <p:cNvSpPr txBox="1"/>
          <p:nvPr>
            <p:ph type="ctrTitle"/>
          </p:nvPr>
        </p:nvSpPr>
        <p:spPr>
          <a:xfrm>
            <a:off x="1143000" y="1122363"/>
            <a:ext cx="6858000" cy="2387600"/>
          </a:xfrm>
          <a:prstGeom prst="rect">
            <a:avLst/>
          </a:prstGeom>
          <a:noFill/>
          <a:ln>
            <a:noFill/>
          </a:ln>
        </p:spPr>
        <p:txBody>
          <a:bodyPr anchorCtr="0" anchor="b" bIns="45700" lIns="91425" spcFirstLastPara="1" rIns="91425" wrap="square" tIns="45700">
            <a:no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53"/>
          <p:cNvSpPr txBox="1"/>
          <p:nvPr>
            <p:ph idx="1" type="subTitle"/>
          </p:nvPr>
        </p:nvSpPr>
        <p:spPr>
          <a:xfrm>
            <a:off x="1143000" y="3602038"/>
            <a:ext cx="6858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21" name="Google Shape;21;p53"/>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53"/>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53"/>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Gill Sans"/>
              <a:buNone/>
              <a:defRPr b="0" i="0" sz="900" u="none" cap="none" strike="noStrike">
                <a:solidFill>
                  <a:srgbClr val="898989"/>
                </a:solidFill>
                <a:latin typeface="Gill Sans"/>
                <a:ea typeface="Gill Sans"/>
                <a:cs typeface="Gill Sans"/>
                <a:sym typeface="Gill Sans"/>
              </a:defRPr>
            </a:lvl1pPr>
            <a:lvl2pPr indent="0" lvl="1" marL="0" marR="0" algn="r">
              <a:lnSpc>
                <a:spcPct val="100000"/>
              </a:lnSpc>
              <a:spcBef>
                <a:spcPts val="0"/>
              </a:spcBef>
              <a:spcAft>
                <a:spcPts val="0"/>
              </a:spcAft>
              <a:buClr>
                <a:srgbClr val="898989"/>
              </a:buClr>
              <a:buSzPts val="900"/>
              <a:buFont typeface="Gill Sans"/>
              <a:buNone/>
              <a:defRPr b="0" i="0" sz="900" u="none" cap="none" strike="noStrike">
                <a:solidFill>
                  <a:srgbClr val="898989"/>
                </a:solidFill>
                <a:latin typeface="Gill Sans"/>
                <a:ea typeface="Gill Sans"/>
                <a:cs typeface="Gill Sans"/>
                <a:sym typeface="Gill Sans"/>
              </a:defRPr>
            </a:lvl2pPr>
            <a:lvl3pPr indent="0" lvl="2" marL="0" marR="0" algn="r">
              <a:lnSpc>
                <a:spcPct val="100000"/>
              </a:lnSpc>
              <a:spcBef>
                <a:spcPts val="0"/>
              </a:spcBef>
              <a:spcAft>
                <a:spcPts val="0"/>
              </a:spcAft>
              <a:buClr>
                <a:srgbClr val="898989"/>
              </a:buClr>
              <a:buSzPts val="900"/>
              <a:buFont typeface="Gill Sans"/>
              <a:buNone/>
              <a:defRPr b="0" i="0" sz="900" u="none" cap="none" strike="noStrike">
                <a:solidFill>
                  <a:srgbClr val="898989"/>
                </a:solidFill>
                <a:latin typeface="Gill Sans"/>
                <a:ea typeface="Gill Sans"/>
                <a:cs typeface="Gill Sans"/>
                <a:sym typeface="Gill Sans"/>
              </a:defRPr>
            </a:lvl3pPr>
            <a:lvl4pPr indent="0" lvl="3" marL="0" marR="0" algn="r">
              <a:lnSpc>
                <a:spcPct val="100000"/>
              </a:lnSpc>
              <a:spcBef>
                <a:spcPts val="0"/>
              </a:spcBef>
              <a:spcAft>
                <a:spcPts val="0"/>
              </a:spcAft>
              <a:buClr>
                <a:srgbClr val="898989"/>
              </a:buClr>
              <a:buSzPts val="900"/>
              <a:buFont typeface="Gill Sans"/>
              <a:buNone/>
              <a:defRPr b="0" i="0" sz="900" u="none" cap="none" strike="noStrike">
                <a:solidFill>
                  <a:srgbClr val="898989"/>
                </a:solidFill>
                <a:latin typeface="Gill Sans"/>
                <a:ea typeface="Gill Sans"/>
                <a:cs typeface="Gill Sans"/>
                <a:sym typeface="Gill Sans"/>
              </a:defRPr>
            </a:lvl4pPr>
            <a:lvl5pPr indent="0" lvl="4" marL="0" marR="0" algn="r">
              <a:lnSpc>
                <a:spcPct val="100000"/>
              </a:lnSpc>
              <a:spcBef>
                <a:spcPts val="0"/>
              </a:spcBef>
              <a:spcAft>
                <a:spcPts val="0"/>
              </a:spcAft>
              <a:buClr>
                <a:srgbClr val="898989"/>
              </a:buClr>
              <a:buSzPts val="900"/>
              <a:buFont typeface="Gill Sans"/>
              <a:buNone/>
              <a:defRPr b="0" i="0" sz="900" u="none" cap="none" strike="noStrike">
                <a:solidFill>
                  <a:srgbClr val="898989"/>
                </a:solidFill>
                <a:latin typeface="Gill Sans"/>
                <a:ea typeface="Gill Sans"/>
                <a:cs typeface="Gill Sans"/>
                <a:sym typeface="Gill Sans"/>
              </a:defRPr>
            </a:lvl5pPr>
            <a:lvl6pPr indent="0" lvl="5" marL="0" marR="0" algn="r">
              <a:lnSpc>
                <a:spcPct val="100000"/>
              </a:lnSpc>
              <a:spcBef>
                <a:spcPts val="0"/>
              </a:spcBef>
              <a:spcAft>
                <a:spcPts val="0"/>
              </a:spcAft>
              <a:buClr>
                <a:srgbClr val="898989"/>
              </a:buClr>
              <a:buSzPts val="900"/>
              <a:buFont typeface="Gill Sans"/>
              <a:buNone/>
              <a:defRPr b="0" i="0" sz="900" u="none" cap="none" strike="noStrike">
                <a:solidFill>
                  <a:srgbClr val="898989"/>
                </a:solidFill>
                <a:latin typeface="Gill Sans"/>
                <a:ea typeface="Gill Sans"/>
                <a:cs typeface="Gill Sans"/>
                <a:sym typeface="Gill Sans"/>
              </a:defRPr>
            </a:lvl6pPr>
            <a:lvl7pPr indent="0" lvl="6" marL="0" marR="0" algn="r">
              <a:lnSpc>
                <a:spcPct val="100000"/>
              </a:lnSpc>
              <a:spcBef>
                <a:spcPts val="0"/>
              </a:spcBef>
              <a:spcAft>
                <a:spcPts val="0"/>
              </a:spcAft>
              <a:buClr>
                <a:srgbClr val="898989"/>
              </a:buClr>
              <a:buSzPts val="900"/>
              <a:buFont typeface="Gill Sans"/>
              <a:buNone/>
              <a:defRPr b="0" i="0" sz="900" u="none" cap="none" strike="noStrike">
                <a:solidFill>
                  <a:srgbClr val="898989"/>
                </a:solidFill>
                <a:latin typeface="Gill Sans"/>
                <a:ea typeface="Gill Sans"/>
                <a:cs typeface="Gill Sans"/>
                <a:sym typeface="Gill Sans"/>
              </a:defRPr>
            </a:lvl7pPr>
            <a:lvl8pPr indent="0" lvl="7" marL="0" marR="0" algn="r">
              <a:lnSpc>
                <a:spcPct val="100000"/>
              </a:lnSpc>
              <a:spcBef>
                <a:spcPts val="0"/>
              </a:spcBef>
              <a:spcAft>
                <a:spcPts val="0"/>
              </a:spcAft>
              <a:buClr>
                <a:srgbClr val="898989"/>
              </a:buClr>
              <a:buSzPts val="900"/>
              <a:buFont typeface="Gill Sans"/>
              <a:buNone/>
              <a:defRPr b="0" i="0" sz="900" u="none" cap="none" strike="noStrike">
                <a:solidFill>
                  <a:srgbClr val="898989"/>
                </a:solidFill>
                <a:latin typeface="Gill Sans"/>
                <a:ea typeface="Gill Sans"/>
                <a:cs typeface="Gill Sans"/>
                <a:sym typeface="Gill Sans"/>
              </a:defRPr>
            </a:lvl8pPr>
            <a:lvl9pPr indent="0" lvl="8" marL="0" marR="0" algn="r">
              <a:lnSpc>
                <a:spcPct val="100000"/>
              </a:lnSpc>
              <a:spcBef>
                <a:spcPts val="0"/>
              </a:spcBef>
              <a:spcAft>
                <a:spcPts val="0"/>
              </a:spcAft>
              <a:buClr>
                <a:srgbClr val="898989"/>
              </a:buClr>
              <a:buSzPts val="900"/>
              <a:buFont typeface="Gill Sans"/>
              <a:buNone/>
              <a:defRPr b="0" i="0" sz="900" u="none" cap="none" strike="noStrike">
                <a:solidFill>
                  <a:srgbClr val="898989"/>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3" name="Shape 33"/>
        <p:cNvGrpSpPr/>
        <p:nvPr/>
      </p:nvGrpSpPr>
      <p:grpSpPr>
        <a:xfrm>
          <a:off x="0" y="0"/>
          <a:ext cx="0" cy="0"/>
          <a:chOff x="0" y="0"/>
          <a:chExt cx="0" cy="0"/>
        </a:xfrm>
      </p:grpSpPr>
      <p:sp>
        <p:nvSpPr>
          <p:cNvPr id="34" name="Google Shape;34;p55"/>
          <p:cNvSpPr txBox="1"/>
          <p:nvPr>
            <p:ph type="title"/>
          </p:nvPr>
        </p:nvSpPr>
        <p:spPr>
          <a:xfrm>
            <a:off x="468735" y="302442"/>
            <a:ext cx="7886700" cy="1163894"/>
          </a:xfrm>
          <a:prstGeom prst="rect">
            <a:avLst/>
          </a:prstGeom>
          <a:solidFill>
            <a:srgbClr val="2F5496"/>
          </a:solid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33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5"/>
          <p:cNvSpPr txBox="1"/>
          <p:nvPr>
            <p:ph idx="1" type="body"/>
          </p:nvPr>
        </p:nvSpPr>
        <p:spPr>
          <a:xfrm>
            <a:off x="468735" y="1668110"/>
            <a:ext cx="7886700" cy="4512158"/>
          </a:xfrm>
          <a:prstGeom prst="rect">
            <a:avLst/>
          </a:prstGeom>
          <a:noFill/>
          <a:ln>
            <a:noFill/>
          </a:ln>
        </p:spPr>
        <p:txBody>
          <a:bodyPr anchorCtr="0" anchor="t" bIns="45700" lIns="91425" spcFirstLastPara="1" rIns="91425" wrap="square" tIns="45700">
            <a:normAutofit/>
          </a:bodyPr>
          <a:lstStyle>
            <a:lvl1pPr indent="-361950" lvl="0" marL="457200" algn="l">
              <a:lnSpc>
                <a:spcPct val="90000"/>
              </a:lnSpc>
              <a:spcBef>
                <a:spcPts val="750"/>
              </a:spcBef>
              <a:spcAft>
                <a:spcPts val="0"/>
              </a:spcAft>
              <a:buClr>
                <a:schemeClr val="dk1"/>
              </a:buClr>
              <a:buSzPts val="2100"/>
              <a:buChar char="•"/>
              <a:defRPr>
                <a:latin typeface="Calibri"/>
                <a:ea typeface="Calibri"/>
                <a:cs typeface="Calibri"/>
                <a:sym typeface="Calibri"/>
              </a:defRPr>
            </a:lvl1pPr>
            <a:lvl2pPr indent="-342900" lvl="1" marL="914400" algn="l">
              <a:lnSpc>
                <a:spcPct val="90000"/>
              </a:lnSpc>
              <a:spcBef>
                <a:spcPts val="375"/>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375"/>
              </a:spcBef>
              <a:spcAft>
                <a:spcPts val="0"/>
              </a:spcAft>
              <a:buClr>
                <a:schemeClr val="dk1"/>
              </a:buClr>
              <a:buSzPts val="1500"/>
              <a:buChar char="•"/>
              <a:defRPr>
                <a:latin typeface="Calibri"/>
                <a:ea typeface="Calibri"/>
                <a:cs typeface="Calibri"/>
                <a:sym typeface="Calibri"/>
              </a:defRPr>
            </a:lvl3pPr>
            <a:lvl4pPr indent="-314325" lvl="3" marL="1828800" algn="l">
              <a:lnSpc>
                <a:spcPct val="90000"/>
              </a:lnSpc>
              <a:spcBef>
                <a:spcPts val="375"/>
              </a:spcBef>
              <a:spcAft>
                <a:spcPts val="0"/>
              </a:spcAft>
              <a:buClr>
                <a:schemeClr val="dk1"/>
              </a:buClr>
              <a:buSzPts val="1350"/>
              <a:buChar char="•"/>
              <a:defRPr>
                <a:latin typeface="Calibri"/>
                <a:ea typeface="Calibri"/>
                <a:cs typeface="Calibri"/>
                <a:sym typeface="Calibri"/>
              </a:defRPr>
            </a:lvl4pPr>
            <a:lvl5pPr indent="-314325" lvl="4" marL="2286000" algn="l">
              <a:lnSpc>
                <a:spcPct val="90000"/>
              </a:lnSpc>
              <a:spcBef>
                <a:spcPts val="375"/>
              </a:spcBef>
              <a:spcAft>
                <a:spcPts val="0"/>
              </a:spcAft>
              <a:buClr>
                <a:schemeClr val="dk1"/>
              </a:buClr>
              <a:buSzPts val="1350"/>
              <a:buChar char="•"/>
              <a:defRPr>
                <a:latin typeface="Calibri"/>
                <a:ea typeface="Calibri"/>
                <a:cs typeface="Calibri"/>
                <a:sym typeface="Calibri"/>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6" name="Google Shape;36;p55"/>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55"/>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55"/>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Gill Sans"/>
              <a:buNone/>
              <a:defRPr b="0" i="0" sz="900" u="none" cap="none" strike="noStrike">
                <a:solidFill>
                  <a:srgbClr val="898989"/>
                </a:solidFill>
                <a:latin typeface="Gill Sans"/>
                <a:ea typeface="Gill Sans"/>
                <a:cs typeface="Gill Sans"/>
                <a:sym typeface="Gill Sans"/>
              </a:defRPr>
            </a:lvl1pPr>
            <a:lvl2pPr indent="0" lvl="1" marL="0" marR="0" algn="r">
              <a:lnSpc>
                <a:spcPct val="100000"/>
              </a:lnSpc>
              <a:spcBef>
                <a:spcPts val="0"/>
              </a:spcBef>
              <a:spcAft>
                <a:spcPts val="0"/>
              </a:spcAft>
              <a:buClr>
                <a:srgbClr val="898989"/>
              </a:buClr>
              <a:buSzPts val="900"/>
              <a:buFont typeface="Gill Sans"/>
              <a:buNone/>
              <a:defRPr b="0" i="0" sz="900" u="none" cap="none" strike="noStrike">
                <a:solidFill>
                  <a:srgbClr val="898989"/>
                </a:solidFill>
                <a:latin typeface="Gill Sans"/>
                <a:ea typeface="Gill Sans"/>
                <a:cs typeface="Gill Sans"/>
                <a:sym typeface="Gill Sans"/>
              </a:defRPr>
            </a:lvl2pPr>
            <a:lvl3pPr indent="0" lvl="2" marL="0" marR="0" algn="r">
              <a:lnSpc>
                <a:spcPct val="100000"/>
              </a:lnSpc>
              <a:spcBef>
                <a:spcPts val="0"/>
              </a:spcBef>
              <a:spcAft>
                <a:spcPts val="0"/>
              </a:spcAft>
              <a:buClr>
                <a:srgbClr val="898989"/>
              </a:buClr>
              <a:buSzPts val="900"/>
              <a:buFont typeface="Gill Sans"/>
              <a:buNone/>
              <a:defRPr b="0" i="0" sz="900" u="none" cap="none" strike="noStrike">
                <a:solidFill>
                  <a:srgbClr val="898989"/>
                </a:solidFill>
                <a:latin typeface="Gill Sans"/>
                <a:ea typeface="Gill Sans"/>
                <a:cs typeface="Gill Sans"/>
                <a:sym typeface="Gill Sans"/>
              </a:defRPr>
            </a:lvl3pPr>
            <a:lvl4pPr indent="0" lvl="3" marL="0" marR="0" algn="r">
              <a:lnSpc>
                <a:spcPct val="100000"/>
              </a:lnSpc>
              <a:spcBef>
                <a:spcPts val="0"/>
              </a:spcBef>
              <a:spcAft>
                <a:spcPts val="0"/>
              </a:spcAft>
              <a:buClr>
                <a:srgbClr val="898989"/>
              </a:buClr>
              <a:buSzPts val="900"/>
              <a:buFont typeface="Gill Sans"/>
              <a:buNone/>
              <a:defRPr b="0" i="0" sz="900" u="none" cap="none" strike="noStrike">
                <a:solidFill>
                  <a:srgbClr val="898989"/>
                </a:solidFill>
                <a:latin typeface="Gill Sans"/>
                <a:ea typeface="Gill Sans"/>
                <a:cs typeface="Gill Sans"/>
                <a:sym typeface="Gill Sans"/>
              </a:defRPr>
            </a:lvl4pPr>
            <a:lvl5pPr indent="0" lvl="4" marL="0" marR="0" algn="r">
              <a:lnSpc>
                <a:spcPct val="100000"/>
              </a:lnSpc>
              <a:spcBef>
                <a:spcPts val="0"/>
              </a:spcBef>
              <a:spcAft>
                <a:spcPts val="0"/>
              </a:spcAft>
              <a:buClr>
                <a:srgbClr val="898989"/>
              </a:buClr>
              <a:buSzPts val="900"/>
              <a:buFont typeface="Gill Sans"/>
              <a:buNone/>
              <a:defRPr b="0" i="0" sz="900" u="none" cap="none" strike="noStrike">
                <a:solidFill>
                  <a:srgbClr val="898989"/>
                </a:solidFill>
                <a:latin typeface="Gill Sans"/>
                <a:ea typeface="Gill Sans"/>
                <a:cs typeface="Gill Sans"/>
                <a:sym typeface="Gill Sans"/>
              </a:defRPr>
            </a:lvl5pPr>
            <a:lvl6pPr indent="0" lvl="5" marL="0" marR="0" algn="r">
              <a:lnSpc>
                <a:spcPct val="100000"/>
              </a:lnSpc>
              <a:spcBef>
                <a:spcPts val="0"/>
              </a:spcBef>
              <a:spcAft>
                <a:spcPts val="0"/>
              </a:spcAft>
              <a:buClr>
                <a:srgbClr val="898989"/>
              </a:buClr>
              <a:buSzPts val="900"/>
              <a:buFont typeface="Gill Sans"/>
              <a:buNone/>
              <a:defRPr b="0" i="0" sz="900" u="none" cap="none" strike="noStrike">
                <a:solidFill>
                  <a:srgbClr val="898989"/>
                </a:solidFill>
                <a:latin typeface="Gill Sans"/>
                <a:ea typeface="Gill Sans"/>
                <a:cs typeface="Gill Sans"/>
                <a:sym typeface="Gill Sans"/>
              </a:defRPr>
            </a:lvl6pPr>
            <a:lvl7pPr indent="0" lvl="6" marL="0" marR="0" algn="r">
              <a:lnSpc>
                <a:spcPct val="100000"/>
              </a:lnSpc>
              <a:spcBef>
                <a:spcPts val="0"/>
              </a:spcBef>
              <a:spcAft>
                <a:spcPts val="0"/>
              </a:spcAft>
              <a:buClr>
                <a:srgbClr val="898989"/>
              </a:buClr>
              <a:buSzPts val="900"/>
              <a:buFont typeface="Gill Sans"/>
              <a:buNone/>
              <a:defRPr b="0" i="0" sz="900" u="none" cap="none" strike="noStrike">
                <a:solidFill>
                  <a:srgbClr val="898989"/>
                </a:solidFill>
                <a:latin typeface="Gill Sans"/>
                <a:ea typeface="Gill Sans"/>
                <a:cs typeface="Gill Sans"/>
                <a:sym typeface="Gill Sans"/>
              </a:defRPr>
            </a:lvl7pPr>
            <a:lvl8pPr indent="0" lvl="7" marL="0" marR="0" algn="r">
              <a:lnSpc>
                <a:spcPct val="100000"/>
              </a:lnSpc>
              <a:spcBef>
                <a:spcPts val="0"/>
              </a:spcBef>
              <a:spcAft>
                <a:spcPts val="0"/>
              </a:spcAft>
              <a:buClr>
                <a:srgbClr val="898989"/>
              </a:buClr>
              <a:buSzPts val="900"/>
              <a:buFont typeface="Gill Sans"/>
              <a:buNone/>
              <a:defRPr b="0" i="0" sz="900" u="none" cap="none" strike="noStrike">
                <a:solidFill>
                  <a:srgbClr val="898989"/>
                </a:solidFill>
                <a:latin typeface="Gill Sans"/>
                <a:ea typeface="Gill Sans"/>
                <a:cs typeface="Gill Sans"/>
                <a:sym typeface="Gill Sans"/>
              </a:defRPr>
            </a:lvl8pPr>
            <a:lvl9pPr indent="0" lvl="8" marL="0" marR="0" algn="r">
              <a:lnSpc>
                <a:spcPct val="100000"/>
              </a:lnSpc>
              <a:spcBef>
                <a:spcPts val="0"/>
              </a:spcBef>
              <a:spcAft>
                <a:spcPts val="0"/>
              </a:spcAft>
              <a:buClr>
                <a:srgbClr val="898989"/>
              </a:buClr>
              <a:buSzPts val="900"/>
              <a:buFont typeface="Gill Sans"/>
              <a:buNone/>
              <a:defRPr b="0" i="0" sz="900" u="none" cap="none" strike="noStrike">
                <a:solidFill>
                  <a:srgbClr val="898989"/>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p:spTree>
      <p:nvGrpSpPr>
        <p:cNvPr id="45" name="Shape 45"/>
        <p:cNvGrpSpPr/>
        <p:nvPr/>
      </p:nvGrpSpPr>
      <p:grpSpPr>
        <a:xfrm>
          <a:off x="0" y="0"/>
          <a:ext cx="0" cy="0"/>
          <a:chOff x="0" y="0"/>
          <a:chExt cx="0" cy="0"/>
        </a:xfrm>
      </p:grpSpPr>
      <p:sp>
        <p:nvSpPr>
          <p:cNvPr id="46" name="Google Shape;46;p57"/>
          <p:cNvSpPr txBox="1"/>
          <p:nvPr>
            <p:ph type="title"/>
          </p:nvPr>
        </p:nvSpPr>
        <p:spPr>
          <a:xfrm>
            <a:off x="1789381" y="945415"/>
            <a:ext cx="2047428" cy="273408"/>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chemeClr val="dk1"/>
              </a:buClr>
              <a:buSzPts val="1400"/>
              <a:buFont typeface="Cambria"/>
              <a:buNone/>
              <a:defRPr b="1" i="0" sz="1974">
                <a:solidFill>
                  <a:schemeClr val="dk1"/>
                </a:solidFill>
                <a:latin typeface="Cambria"/>
                <a:ea typeface="Cambria"/>
                <a:cs typeface="Cambria"/>
                <a:sym typeface="Cambr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57"/>
          <p:cNvSpPr txBox="1"/>
          <p:nvPr>
            <p:ph idx="1" type="body"/>
          </p:nvPr>
        </p:nvSpPr>
        <p:spPr>
          <a:xfrm>
            <a:off x="457200" y="1577340"/>
            <a:ext cx="8229585" cy="290849"/>
          </a:xfrm>
          <a:prstGeom prst="rect">
            <a:avLst/>
          </a:prstGeom>
          <a:noFill/>
          <a:ln>
            <a:noFill/>
          </a:ln>
        </p:spPr>
        <p:txBody>
          <a:bodyPr anchorCtr="0" anchor="t" bIns="0" lIns="0" spcFirstLastPara="1" rIns="0" wrap="square" tIns="0">
            <a:spAutoFit/>
          </a:bodyPr>
          <a:lstStyle>
            <a:lvl1pPr indent="-228600" lvl="0" marL="457200" algn="l">
              <a:lnSpc>
                <a:spcPct val="90000"/>
              </a:lnSpc>
              <a:spcBef>
                <a:spcPts val="0"/>
              </a:spcBef>
              <a:spcAft>
                <a:spcPts val="0"/>
              </a:spcAft>
              <a:buClr>
                <a:schemeClr val="dk1"/>
              </a:buClr>
              <a:buSzPts val="1400"/>
              <a:buNone/>
              <a:defRPr/>
            </a:lvl1pPr>
            <a:lvl2pPr indent="-228600" lvl="1" marL="914400" algn="l">
              <a:lnSpc>
                <a:spcPct val="90000"/>
              </a:lnSpc>
              <a:spcBef>
                <a:spcPts val="0"/>
              </a:spcBef>
              <a:spcAft>
                <a:spcPts val="0"/>
              </a:spcAft>
              <a:buClr>
                <a:schemeClr val="dk1"/>
              </a:buClr>
              <a:buSzPts val="1400"/>
              <a:buNone/>
              <a:defRPr/>
            </a:lvl2pPr>
            <a:lvl3pPr indent="-228600" lvl="2" marL="1371600" algn="l">
              <a:lnSpc>
                <a:spcPct val="90000"/>
              </a:lnSpc>
              <a:spcBef>
                <a:spcPts val="0"/>
              </a:spcBef>
              <a:spcAft>
                <a:spcPts val="0"/>
              </a:spcAft>
              <a:buClr>
                <a:schemeClr val="dk1"/>
              </a:buClr>
              <a:buSzPts val="1400"/>
              <a:buNone/>
              <a:defRPr/>
            </a:lvl3pPr>
            <a:lvl4pPr indent="-228600" lvl="3" marL="1828800" algn="l">
              <a:lnSpc>
                <a:spcPct val="90000"/>
              </a:lnSpc>
              <a:spcBef>
                <a:spcPts val="0"/>
              </a:spcBef>
              <a:spcAft>
                <a:spcPts val="0"/>
              </a:spcAft>
              <a:buClr>
                <a:schemeClr val="dk1"/>
              </a:buClr>
              <a:buSzPts val="1400"/>
              <a:buNone/>
              <a:defRPr/>
            </a:lvl4pPr>
            <a:lvl5pPr indent="-228600" lvl="4" marL="2286000" algn="l">
              <a:lnSpc>
                <a:spcPct val="90000"/>
              </a:lnSpc>
              <a:spcBef>
                <a:spcPts val="0"/>
              </a:spcBef>
              <a:spcAft>
                <a:spcPts val="0"/>
              </a:spcAft>
              <a:buClr>
                <a:schemeClr val="dk1"/>
              </a:buClr>
              <a:buSzPts val="1400"/>
              <a:buNone/>
              <a:defRPr/>
            </a:lvl5pPr>
            <a:lvl6pPr indent="-228600" lvl="5" marL="2743200" algn="l">
              <a:lnSpc>
                <a:spcPct val="90000"/>
              </a:lnSpc>
              <a:spcBef>
                <a:spcPts val="0"/>
              </a:spcBef>
              <a:spcAft>
                <a:spcPts val="0"/>
              </a:spcAft>
              <a:buClr>
                <a:schemeClr val="dk1"/>
              </a:buClr>
              <a:buSzPts val="1400"/>
              <a:buNone/>
              <a:defRPr/>
            </a:lvl6pPr>
            <a:lvl7pPr indent="-228600" lvl="6" marL="3200400" algn="l">
              <a:lnSpc>
                <a:spcPct val="90000"/>
              </a:lnSpc>
              <a:spcBef>
                <a:spcPts val="0"/>
              </a:spcBef>
              <a:spcAft>
                <a:spcPts val="0"/>
              </a:spcAft>
              <a:buClr>
                <a:schemeClr val="dk1"/>
              </a:buClr>
              <a:buSzPts val="1400"/>
              <a:buNone/>
              <a:defRPr/>
            </a:lvl7pPr>
            <a:lvl8pPr indent="-228600" lvl="7" marL="3657600" algn="l">
              <a:lnSpc>
                <a:spcPct val="90000"/>
              </a:lnSpc>
              <a:spcBef>
                <a:spcPts val="0"/>
              </a:spcBef>
              <a:spcAft>
                <a:spcPts val="0"/>
              </a:spcAft>
              <a:buClr>
                <a:schemeClr val="dk1"/>
              </a:buClr>
              <a:buSzPts val="1400"/>
              <a:buNone/>
              <a:defRPr/>
            </a:lvl8pPr>
            <a:lvl9pPr indent="-228600" lvl="8" marL="4114800" algn="l">
              <a:lnSpc>
                <a:spcPct val="90000"/>
              </a:lnSpc>
              <a:spcBef>
                <a:spcPts val="0"/>
              </a:spcBef>
              <a:spcAft>
                <a:spcPts val="0"/>
              </a:spcAft>
              <a:buClr>
                <a:schemeClr val="dk1"/>
              </a:buClr>
              <a:buSzPts val="1400"/>
              <a:buNone/>
              <a:defRPr/>
            </a:lvl9pPr>
          </a:lstStyle>
          <a:p/>
        </p:txBody>
      </p:sp>
      <p:sp>
        <p:nvSpPr>
          <p:cNvPr id="48" name="Google Shape;48;p57"/>
          <p:cNvSpPr txBox="1"/>
          <p:nvPr>
            <p:ph idx="11" type="ftr"/>
          </p:nvPr>
        </p:nvSpPr>
        <p:spPr>
          <a:xfrm>
            <a:off x="3108325" y="6378575"/>
            <a:ext cx="2927350" cy="138112"/>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57"/>
          <p:cNvSpPr txBox="1"/>
          <p:nvPr>
            <p:ph idx="10" type="dt"/>
          </p:nvPr>
        </p:nvSpPr>
        <p:spPr>
          <a:xfrm>
            <a:off x="457200" y="6378575"/>
            <a:ext cx="2103437" cy="138112"/>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57"/>
          <p:cNvSpPr txBox="1"/>
          <p:nvPr>
            <p:ph idx="12" type="sldNum"/>
          </p:nvPr>
        </p:nvSpPr>
        <p:spPr>
          <a:xfrm>
            <a:off x="6583362" y="6378575"/>
            <a:ext cx="2103437" cy="138112"/>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888888"/>
              </a:buClr>
              <a:buSzPts val="900"/>
              <a:buFont typeface="Gill Sans"/>
              <a:buNone/>
              <a:defRPr b="0" i="0" sz="900" u="none">
                <a:solidFill>
                  <a:srgbClr val="888888"/>
                </a:solidFill>
                <a:latin typeface="Gill Sans"/>
                <a:ea typeface="Gill Sans"/>
                <a:cs typeface="Gill Sans"/>
                <a:sym typeface="Gill Sans"/>
              </a:defRPr>
            </a:lvl1pPr>
            <a:lvl2pPr indent="0" lvl="1" marL="0" marR="0" algn="r">
              <a:lnSpc>
                <a:spcPct val="100000"/>
              </a:lnSpc>
              <a:spcBef>
                <a:spcPts val="0"/>
              </a:spcBef>
              <a:spcAft>
                <a:spcPts val="0"/>
              </a:spcAft>
              <a:buClr>
                <a:srgbClr val="888888"/>
              </a:buClr>
              <a:buSzPts val="900"/>
              <a:buFont typeface="Gill Sans"/>
              <a:buNone/>
              <a:defRPr b="0" i="0" sz="900" u="none">
                <a:solidFill>
                  <a:srgbClr val="888888"/>
                </a:solidFill>
                <a:latin typeface="Gill Sans"/>
                <a:ea typeface="Gill Sans"/>
                <a:cs typeface="Gill Sans"/>
                <a:sym typeface="Gill Sans"/>
              </a:defRPr>
            </a:lvl2pPr>
            <a:lvl3pPr indent="0" lvl="2" marL="0" marR="0" algn="r">
              <a:lnSpc>
                <a:spcPct val="100000"/>
              </a:lnSpc>
              <a:spcBef>
                <a:spcPts val="0"/>
              </a:spcBef>
              <a:spcAft>
                <a:spcPts val="0"/>
              </a:spcAft>
              <a:buClr>
                <a:srgbClr val="888888"/>
              </a:buClr>
              <a:buSzPts val="900"/>
              <a:buFont typeface="Gill Sans"/>
              <a:buNone/>
              <a:defRPr b="0" i="0" sz="900" u="none">
                <a:solidFill>
                  <a:srgbClr val="888888"/>
                </a:solidFill>
                <a:latin typeface="Gill Sans"/>
                <a:ea typeface="Gill Sans"/>
                <a:cs typeface="Gill Sans"/>
                <a:sym typeface="Gill Sans"/>
              </a:defRPr>
            </a:lvl3pPr>
            <a:lvl4pPr indent="0" lvl="3" marL="0" marR="0" algn="r">
              <a:lnSpc>
                <a:spcPct val="100000"/>
              </a:lnSpc>
              <a:spcBef>
                <a:spcPts val="0"/>
              </a:spcBef>
              <a:spcAft>
                <a:spcPts val="0"/>
              </a:spcAft>
              <a:buClr>
                <a:srgbClr val="888888"/>
              </a:buClr>
              <a:buSzPts val="900"/>
              <a:buFont typeface="Gill Sans"/>
              <a:buNone/>
              <a:defRPr b="0" i="0" sz="900" u="none">
                <a:solidFill>
                  <a:srgbClr val="888888"/>
                </a:solidFill>
                <a:latin typeface="Gill Sans"/>
                <a:ea typeface="Gill Sans"/>
                <a:cs typeface="Gill Sans"/>
                <a:sym typeface="Gill Sans"/>
              </a:defRPr>
            </a:lvl4pPr>
            <a:lvl5pPr indent="0" lvl="4" marL="0" marR="0" algn="r">
              <a:lnSpc>
                <a:spcPct val="100000"/>
              </a:lnSpc>
              <a:spcBef>
                <a:spcPts val="0"/>
              </a:spcBef>
              <a:spcAft>
                <a:spcPts val="0"/>
              </a:spcAft>
              <a:buClr>
                <a:srgbClr val="888888"/>
              </a:buClr>
              <a:buSzPts val="900"/>
              <a:buFont typeface="Gill Sans"/>
              <a:buNone/>
              <a:defRPr b="0" i="0" sz="900" u="none">
                <a:solidFill>
                  <a:srgbClr val="888888"/>
                </a:solidFill>
                <a:latin typeface="Gill Sans"/>
                <a:ea typeface="Gill Sans"/>
                <a:cs typeface="Gill Sans"/>
                <a:sym typeface="Gill Sans"/>
              </a:defRPr>
            </a:lvl5pPr>
            <a:lvl6pPr indent="0" lvl="5" marL="0" marR="0" algn="r">
              <a:lnSpc>
                <a:spcPct val="100000"/>
              </a:lnSpc>
              <a:spcBef>
                <a:spcPts val="0"/>
              </a:spcBef>
              <a:spcAft>
                <a:spcPts val="0"/>
              </a:spcAft>
              <a:buClr>
                <a:srgbClr val="888888"/>
              </a:buClr>
              <a:buSzPts val="900"/>
              <a:buFont typeface="Gill Sans"/>
              <a:buNone/>
              <a:defRPr b="0" i="0" sz="900" u="none">
                <a:solidFill>
                  <a:srgbClr val="888888"/>
                </a:solidFill>
                <a:latin typeface="Gill Sans"/>
                <a:ea typeface="Gill Sans"/>
                <a:cs typeface="Gill Sans"/>
                <a:sym typeface="Gill Sans"/>
              </a:defRPr>
            </a:lvl6pPr>
            <a:lvl7pPr indent="0" lvl="6" marL="0" marR="0" algn="r">
              <a:lnSpc>
                <a:spcPct val="100000"/>
              </a:lnSpc>
              <a:spcBef>
                <a:spcPts val="0"/>
              </a:spcBef>
              <a:spcAft>
                <a:spcPts val="0"/>
              </a:spcAft>
              <a:buClr>
                <a:srgbClr val="888888"/>
              </a:buClr>
              <a:buSzPts val="900"/>
              <a:buFont typeface="Gill Sans"/>
              <a:buNone/>
              <a:defRPr b="0" i="0" sz="900" u="none">
                <a:solidFill>
                  <a:srgbClr val="888888"/>
                </a:solidFill>
                <a:latin typeface="Gill Sans"/>
                <a:ea typeface="Gill Sans"/>
                <a:cs typeface="Gill Sans"/>
                <a:sym typeface="Gill Sans"/>
              </a:defRPr>
            </a:lvl7pPr>
            <a:lvl8pPr indent="0" lvl="7" marL="0" marR="0" algn="r">
              <a:lnSpc>
                <a:spcPct val="100000"/>
              </a:lnSpc>
              <a:spcBef>
                <a:spcPts val="0"/>
              </a:spcBef>
              <a:spcAft>
                <a:spcPts val="0"/>
              </a:spcAft>
              <a:buClr>
                <a:srgbClr val="888888"/>
              </a:buClr>
              <a:buSzPts val="900"/>
              <a:buFont typeface="Gill Sans"/>
              <a:buNone/>
              <a:defRPr b="0" i="0" sz="900" u="none">
                <a:solidFill>
                  <a:srgbClr val="888888"/>
                </a:solidFill>
                <a:latin typeface="Gill Sans"/>
                <a:ea typeface="Gill Sans"/>
                <a:cs typeface="Gill Sans"/>
                <a:sym typeface="Gill Sans"/>
              </a:defRPr>
            </a:lvl8pPr>
            <a:lvl9pPr indent="0" lvl="8" marL="0" marR="0" algn="r">
              <a:lnSpc>
                <a:spcPct val="100000"/>
              </a:lnSpc>
              <a:spcBef>
                <a:spcPts val="0"/>
              </a:spcBef>
              <a:spcAft>
                <a:spcPts val="0"/>
              </a:spcAft>
              <a:buClr>
                <a:srgbClr val="888888"/>
              </a:buClr>
              <a:buSzPts val="900"/>
              <a:buFont typeface="Gill Sans"/>
              <a:buNone/>
              <a:defRPr b="0" i="0" sz="900" u="none">
                <a:solidFill>
                  <a:srgbClr val="888888"/>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0" name="Shape 60"/>
        <p:cNvGrpSpPr/>
        <p:nvPr/>
      </p:nvGrpSpPr>
      <p:grpSpPr>
        <a:xfrm>
          <a:off x="0" y="0"/>
          <a:ext cx="0" cy="0"/>
          <a:chOff x="0" y="0"/>
          <a:chExt cx="0" cy="0"/>
        </a:xfrm>
      </p:grpSpPr>
      <p:sp>
        <p:nvSpPr>
          <p:cNvPr id="61" name="Google Shape;61;p59"/>
          <p:cNvSpPr txBox="1"/>
          <p:nvPr>
            <p:ph type="title"/>
          </p:nvPr>
        </p:nvSpPr>
        <p:spPr>
          <a:xfrm>
            <a:off x="623888" y="1709739"/>
            <a:ext cx="7886700" cy="2852737"/>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59"/>
          <p:cNvSpPr txBox="1"/>
          <p:nvPr>
            <p:ph idx="1" type="body"/>
          </p:nvPr>
        </p:nvSpPr>
        <p:spPr>
          <a:xfrm>
            <a:off x="623888" y="4589464"/>
            <a:ext cx="78867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rgbClr val="888888"/>
              </a:buClr>
              <a:buSzPts val="1800"/>
              <a:buNone/>
              <a:defRPr sz="1800">
                <a:solidFill>
                  <a:srgbClr val="888888"/>
                </a:solidFill>
              </a:defRPr>
            </a:lvl1pPr>
            <a:lvl2pPr indent="-228600" lvl="1" marL="914400" algn="l">
              <a:lnSpc>
                <a:spcPct val="90000"/>
              </a:lnSpc>
              <a:spcBef>
                <a:spcPts val="375"/>
              </a:spcBef>
              <a:spcAft>
                <a:spcPts val="0"/>
              </a:spcAft>
              <a:buClr>
                <a:srgbClr val="888888"/>
              </a:buClr>
              <a:buSzPts val="1500"/>
              <a:buNone/>
              <a:defRPr sz="1500">
                <a:solidFill>
                  <a:srgbClr val="888888"/>
                </a:solidFill>
              </a:defRPr>
            </a:lvl2pPr>
            <a:lvl3pPr indent="-228600" lvl="2" marL="1371600" algn="l">
              <a:lnSpc>
                <a:spcPct val="90000"/>
              </a:lnSpc>
              <a:spcBef>
                <a:spcPts val="375"/>
              </a:spcBef>
              <a:spcAft>
                <a:spcPts val="0"/>
              </a:spcAft>
              <a:buClr>
                <a:srgbClr val="888888"/>
              </a:buClr>
              <a:buSzPts val="1350"/>
              <a:buNone/>
              <a:defRPr sz="1350">
                <a:solidFill>
                  <a:srgbClr val="888888"/>
                </a:solidFill>
              </a:defRPr>
            </a:lvl3pPr>
            <a:lvl4pPr indent="-228600" lvl="3" marL="1828800" algn="l">
              <a:lnSpc>
                <a:spcPct val="90000"/>
              </a:lnSpc>
              <a:spcBef>
                <a:spcPts val="375"/>
              </a:spcBef>
              <a:spcAft>
                <a:spcPts val="0"/>
              </a:spcAft>
              <a:buClr>
                <a:srgbClr val="888888"/>
              </a:buClr>
              <a:buSzPts val="1200"/>
              <a:buNone/>
              <a:defRPr sz="1200">
                <a:solidFill>
                  <a:srgbClr val="888888"/>
                </a:solidFill>
              </a:defRPr>
            </a:lvl4pPr>
            <a:lvl5pPr indent="-228600" lvl="4" marL="2286000" algn="l">
              <a:lnSpc>
                <a:spcPct val="90000"/>
              </a:lnSpc>
              <a:spcBef>
                <a:spcPts val="375"/>
              </a:spcBef>
              <a:spcAft>
                <a:spcPts val="0"/>
              </a:spcAft>
              <a:buClr>
                <a:srgbClr val="888888"/>
              </a:buClr>
              <a:buSzPts val="1200"/>
              <a:buNone/>
              <a:defRPr sz="1200">
                <a:solidFill>
                  <a:srgbClr val="888888"/>
                </a:solidFill>
              </a:defRPr>
            </a:lvl5pPr>
            <a:lvl6pPr indent="-228600" lvl="5" marL="2743200" algn="l">
              <a:lnSpc>
                <a:spcPct val="90000"/>
              </a:lnSpc>
              <a:spcBef>
                <a:spcPts val="375"/>
              </a:spcBef>
              <a:spcAft>
                <a:spcPts val="0"/>
              </a:spcAft>
              <a:buClr>
                <a:srgbClr val="888888"/>
              </a:buClr>
              <a:buSzPts val="1200"/>
              <a:buNone/>
              <a:defRPr sz="1200">
                <a:solidFill>
                  <a:srgbClr val="888888"/>
                </a:solidFill>
              </a:defRPr>
            </a:lvl6pPr>
            <a:lvl7pPr indent="-228600" lvl="6" marL="3200400" algn="l">
              <a:lnSpc>
                <a:spcPct val="90000"/>
              </a:lnSpc>
              <a:spcBef>
                <a:spcPts val="375"/>
              </a:spcBef>
              <a:spcAft>
                <a:spcPts val="0"/>
              </a:spcAft>
              <a:buClr>
                <a:srgbClr val="888888"/>
              </a:buClr>
              <a:buSzPts val="1200"/>
              <a:buNone/>
              <a:defRPr sz="1200">
                <a:solidFill>
                  <a:srgbClr val="888888"/>
                </a:solidFill>
              </a:defRPr>
            </a:lvl7pPr>
            <a:lvl8pPr indent="-228600" lvl="7" marL="3657600" algn="l">
              <a:lnSpc>
                <a:spcPct val="90000"/>
              </a:lnSpc>
              <a:spcBef>
                <a:spcPts val="375"/>
              </a:spcBef>
              <a:spcAft>
                <a:spcPts val="0"/>
              </a:spcAft>
              <a:buClr>
                <a:srgbClr val="888888"/>
              </a:buClr>
              <a:buSzPts val="1200"/>
              <a:buNone/>
              <a:defRPr sz="1200">
                <a:solidFill>
                  <a:srgbClr val="888888"/>
                </a:solidFill>
              </a:defRPr>
            </a:lvl8pPr>
            <a:lvl9pPr indent="-228600" lvl="8" marL="4114800" algn="l">
              <a:lnSpc>
                <a:spcPct val="90000"/>
              </a:lnSpc>
              <a:spcBef>
                <a:spcPts val="375"/>
              </a:spcBef>
              <a:spcAft>
                <a:spcPts val="0"/>
              </a:spcAft>
              <a:buClr>
                <a:srgbClr val="888888"/>
              </a:buClr>
              <a:buSzPts val="1200"/>
              <a:buNone/>
              <a:defRPr sz="1200">
                <a:solidFill>
                  <a:srgbClr val="888888"/>
                </a:solidFill>
              </a:defRPr>
            </a:lvl9pPr>
          </a:lstStyle>
          <a:p/>
        </p:txBody>
      </p:sp>
      <p:sp>
        <p:nvSpPr>
          <p:cNvPr id="63" name="Google Shape;63;p59"/>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59"/>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59"/>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1pPr>
            <a:lvl2pPr indent="0" lvl="1"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2pPr>
            <a:lvl3pPr indent="0" lvl="2"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3pPr>
            <a:lvl4pPr indent="0" lvl="3"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4pPr>
            <a:lvl5pPr indent="0" lvl="4"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5pPr>
            <a:lvl6pPr indent="0" lvl="5"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6pPr>
            <a:lvl7pPr indent="0" lvl="6"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7pPr>
            <a:lvl8pPr indent="0" lvl="7"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8pPr>
            <a:lvl9pPr indent="0" lvl="8"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및 표" type="tbl">
  <p:cSld name="TABLE">
    <p:spTree>
      <p:nvGrpSpPr>
        <p:cNvPr id="72" name="Shape 72"/>
        <p:cNvGrpSpPr/>
        <p:nvPr/>
      </p:nvGrpSpPr>
      <p:grpSpPr>
        <a:xfrm>
          <a:off x="0" y="0"/>
          <a:ext cx="0" cy="0"/>
          <a:chOff x="0" y="0"/>
          <a:chExt cx="0" cy="0"/>
        </a:xfrm>
      </p:grpSpPr>
      <p:sp>
        <p:nvSpPr>
          <p:cNvPr id="73" name="Google Shape;73;p61"/>
          <p:cNvSpPr txBox="1"/>
          <p:nvPr>
            <p:ph type="title"/>
          </p:nvPr>
        </p:nvSpPr>
        <p:spPr>
          <a:xfrm>
            <a:off x="468313" y="333375"/>
            <a:ext cx="7343775" cy="10080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61"/>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61"/>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61"/>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1pPr>
            <a:lvl2pPr indent="0" lvl="1"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2pPr>
            <a:lvl3pPr indent="0" lvl="2"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3pPr>
            <a:lvl4pPr indent="0" lvl="3"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4pPr>
            <a:lvl5pPr indent="0" lvl="4"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5pPr>
            <a:lvl6pPr indent="0" lvl="5"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6pPr>
            <a:lvl7pPr indent="0" lvl="6"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7pPr>
            <a:lvl8pPr indent="0" lvl="7"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8pPr>
            <a:lvl9pPr indent="0" lvl="8"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92" name="Shape 92"/>
        <p:cNvGrpSpPr/>
        <p:nvPr/>
      </p:nvGrpSpPr>
      <p:grpSpPr>
        <a:xfrm>
          <a:off x="0" y="0"/>
          <a:ext cx="0" cy="0"/>
          <a:chOff x="0" y="0"/>
          <a:chExt cx="0" cy="0"/>
        </a:xfrm>
      </p:grpSpPr>
      <p:sp>
        <p:nvSpPr>
          <p:cNvPr id="93" name="Google Shape;93;p64"/>
          <p:cNvSpPr txBox="1"/>
          <p:nvPr>
            <p:ph idx="1" type="body"/>
          </p:nvPr>
        </p:nvSpPr>
        <p:spPr>
          <a:xfrm>
            <a:off x="468735" y="1796367"/>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94" name="Google Shape;94;p64"/>
          <p:cNvSpPr txBox="1"/>
          <p:nvPr>
            <p:ph idx="2" type="body"/>
          </p:nvPr>
        </p:nvSpPr>
        <p:spPr>
          <a:xfrm>
            <a:off x="4587467" y="1837137"/>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95" name="Google Shape;95;p64"/>
          <p:cNvSpPr txBox="1"/>
          <p:nvPr>
            <p:ph type="title"/>
          </p:nvPr>
        </p:nvSpPr>
        <p:spPr>
          <a:xfrm>
            <a:off x="468735" y="302442"/>
            <a:ext cx="7886700" cy="1163894"/>
          </a:xfrm>
          <a:prstGeom prst="rect">
            <a:avLst/>
          </a:prstGeom>
          <a:solidFill>
            <a:srgbClr val="2F5496"/>
          </a:solid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33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6" name="Google Shape;96;p64"/>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p64"/>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64"/>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1pPr>
            <a:lvl2pPr indent="0" lvl="1"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2pPr>
            <a:lvl3pPr indent="0" lvl="2"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3pPr>
            <a:lvl4pPr indent="0" lvl="3"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4pPr>
            <a:lvl5pPr indent="0" lvl="4"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5pPr>
            <a:lvl6pPr indent="0" lvl="5"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6pPr>
            <a:lvl7pPr indent="0" lvl="6"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7pPr>
            <a:lvl8pPr indent="0" lvl="7"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8pPr>
            <a:lvl9pPr indent="0" lvl="8"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108" name="Shape 108"/>
        <p:cNvGrpSpPr/>
        <p:nvPr/>
      </p:nvGrpSpPr>
      <p:grpSpPr>
        <a:xfrm>
          <a:off x="0" y="0"/>
          <a:ext cx="0" cy="0"/>
          <a:chOff x="0" y="0"/>
          <a:chExt cx="0" cy="0"/>
        </a:xfrm>
      </p:grpSpPr>
      <p:sp>
        <p:nvSpPr>
          <p:cNvPr id="109" name="Google Shape;109;p66"/>
          <p:cNvSpPr txBox="1"/>
          <p:nvPr>
            <p:ph idx="1" type="body"/>
          </p:nvPr>
        </p:nvSpPr>
        <p:spPr>
          <a:xfrm>
            <a:off x="468736" y="1668110"/>
            <a:ext cx="3868340"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110" name="Google Shape;110;p66"/>
          <p:cNvSpPr txBox="1"/>
          <p:nvPr>
            <p:ph idx="2" type="body"/>
          </p:nvPr>
        </p:nvSpPr>
        <p:spPr>
          <a:xfrm>
            <a:off x="468735" y="2505075"/>
            <a:ext cx="3868340"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11" name="Google Shape;111;p66"/>
          <p:cNvSpPr txBox="1"/>
          <p:nvPr>
            <p:ph idx="3" type="body"/>
          </p:nvPr>
        </p:nvSpPr>
        <p:spPr>
          <a:xfrm>
            <a:off x="4629150" y="1681163"/>
            <a:ext cx="3887391"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112" name="Google Shape;112;p66"/>
          <p:cNvSpPr txBox="1"/>
          <p:nvPr>
            <p:ph idx="4" type="body"/>
          </p:nvPr>
        </p:nvSpPr>
        <p:spPr>
          <a:xfrm>
            <a:off x="4629150" y="2505075"/>
            <a:ext cx="3887391"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13" name="Google Shape;113;p66"/>
          <p:cNvSpPr txBox="1"/>
          <p:nvPr>
            <p:ph type="title"/>
          </p:nvPr>
        </p:nvSpPr>
        <p:spPr>
          <a:xfrm>
            <a:off x="468735" y="302442"/>
            <a:ext cx="7886700" cy="1163894"/>
          </a:xfrm>
          <a:prstGeom prst="rect">
            <a:avLst/>
          </a:prstGeom>
          <a:solidFill>
            <a:srgbClr val="2F5496"/>
          </a:solid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33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4" name="Google Shape;114;p66"/>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5" name="Google Shape;115;p66"/>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6" name="Google Shape;116;p66"/>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1pPr>
            <a:lvl2pPr indent="0" lvl="1"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2pPr>
            <a:lvl3pPr indent="0" lvl="2"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3pPr>
            <a:lvl4pPr indent="0" lvl="3"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4pPr>
            <a:lvl5pPr indent="0" lvl="4"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5pPr>
            <a:lvl6pPr indent="0" lvl="5"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6pPr>
            <a:lvl7pPr indent="0" lvl="6"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7pPr>
            <a:lvl8pPr indent="0" lvl="7"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8pPr>
            <a:lvl9pPr indent="0" lvl="8"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126" name="Shape 126"/>
        <p:cNvGrpSpPr/>
        <p:nvPr/>
      </p:nvGrpSpPr>
      <p:grpSpPr>
        <a:xfrm>
          <a:off x="0" y="0"/>
          <a:ext cx="0" cy="0"/>
          <a:chOff x="0" y="0"/>
          <a:chExt cx="0" cy="0"/>
        </a:xfrm>
      </p:grpSpPr>
      <p:sp>
        <p:nvSpPr>
          <p:cNvPr id="127" name="Google Shape;127;p68"/>
          <p:cNvSpPr txBox="1"/>
          <p:nvPr>
            <p:ph type="title"/>
          </p:nvPr>
        </p:nvSpPr>
        <p:spPr>
          <a:xfrm>
            <a:off x="444021" y="302442"/>
            <a:ext cx="7886700" cy="1163894"/>
          </a:xfrm>
          <a:prstGeom prst="rect">
            <a:avLst/>
          </a:prstGeom>
          <a:solidFill>
            <a:srgbClr val="2F5496"/>
          </a:solid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33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8" name="Google Shape;128;p68"/>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9" name="Google Shape;129;p68"/>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0" name="Google Shape;130;p68"/>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1pPr>
            <a:lvl2pPr indent="0" lvl="1"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2pPr>
            <a:lvl3pPr indent="0" lvl="2"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3pPr>
            <a:lvl4pPr indent="0" lvl="3"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4pPr>
            <a:lvl5pPr indent="0" lvl="4"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5pPr>
            <a:lvl6pPr indent="0" lvl="5"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6pPr>
            <a:lvl7pPr indent="0" lvl="6"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7pPr>
            <a:lvl8pPr indent="0" lvl="7"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8pPr>
            <a:lvl9pPr indent="0" lvl="8"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40" name="Shape 140"/>
        <p:cNvGrpSpPr/>
        <p:nvPr/>
      </p:nvGrpSpPr>
      <p:grpSpPr>
        <a:xfrm>
          <a:off x="0" y="0"/>
          <a:ext cx="0" cy="0"/>
          <a:chOff x="0" y="0"/>
          <a:chExt cx="0" cy="0"/>
        </a:xfrm>
      </p:grpSpPr>
      <p:sp>
        <p:nvSpPr>
          <p:cNvPr id="141" name="Google Shape;141;p70"/>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2" name="Google Shape;142;p70"/>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3" name="Google Shape;143;p70"/>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1pPr>
            <a:lvl2pPr indent="0" lvl="1"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2pPr>
            <a:lvl3pPr indent="0" lvl="2"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3pPr>
            <a:lvl4pPr indent="0" lvl="3"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4pPr>
            <a:lvl5pPr indent="0" lvl="4"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5pPr>
            <a:lvl6pPr indent="0" lvl="5"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6pPr>
            <a:lvl7pPr indent="0" lvl="6"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7pPr>
            <a:lvl8pPr indent="0" lvl="7"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8pPr>
            <a:lvl9pPr indent="0" lvl="8"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53" name="Shape 153"/>
        <p:cNvGrpSpPr/>
        <p:nvPr/>
      </p:nvGrpSpPr>
      <p:grpSpPr>
        <a:xfrm>
          <a:off x="0" y="0"/>
          <a:ext cx="0" cy="0"/>
          <a:chOff x="0" y="0"/>
          <a:chExt cx="0" cy="0"/>
        </a:xfrm>
      </p:grpSpPr>
      <p:sp>
        <p:nvSpPr>
          <p:cNvPr id="154" name="Google Shape;154;p72"/>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5" name="Google Shape;155;p72"/>
          <p:cNvSpPr txBox="1"/>
          <p:nvPr>
            <p:ph idx="1" type="body"/>
          </p:nvPr>
        </p:nvSpPr>
        <p:spPr>
          <a:xfrm>
            <a:off x="3887391" y="987426"/>
            <a:ext cx="4629150" cy="4873625"/>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750"/>
              </a:spcBef>
              <a:spcAft>
                <a:spcPts val="0"/>
              </a:spcAft>
              <a:buClr>
                <a:schemeClr val="dk1"/>
              </a:buClr>
              <a:buSzPts val="2400"/>
              <a:buChar char="•"/>
              <a:defRPr sz="2400"/>
            </a:lvl1pPr>
            <a:lvl2pPr indent="-361950" lvl="1" marL="914400" algn="l">
              <a:lnSpc>
                <a:spcPct val="90000"/>
              </a:lnSpc>
              <a:spcBef>
                <a:spcPts val="375"/>
              </a:spcBef>
              <a:spcAft>
                <a:spcPts val="0"/>
              </a:spcAft>
              <a:buClr>
                <a:schemeClr val="dk1"/>
              </a:buClr>
              <a:buSzPts val="2100"/>
              <a:buChar char="•"/>
              <a:defRPr sz="2100"/>
            </a:lvl2pPr>
            <a:lvl3pPr indent="-342900" lvl="2" marL="1371600" algn="l">
              <a:lnSpc>
                <a:spcPct val="90000"/>
              </a:lnSpc>
              <a:spcBef>
                <a:spcPts val="375"/>
              </a:spcBef>
              <a:spcAft>
                <a:spcPts val="0"/>
              </a:spcAft>
              <a:buClr>
                <a:schemeClr val="dk1"/>
              </a:buClr>
              <a:buSzPts val="1800"/>
              <a:buChar char="•"/>
              <a:defRPr sz="1800"/>
            </a:lvl3pPr>
            <a:lvl4pPr indent="-323850" lvl="3" marL="1828800" algn="l">
              <a:lnSpc>
                <a:spcPct val="90000"/>
              </a:lnSpc>
              <a:spcBef>
                <a:spcPts val="375"/>
              </a:spcBef>
              <a:spcAft>
                <a:spcPts val="0"/>
              </a:spcAft>
              <a:buClr>
                <a:schemeClr val="dk1"/>
              </a:buClr>
              <a:buSzPts val="1500"/>
              <a:buChar char="•"/>
              <a:defRPr sz="1500"/>
            </a:lvl4pPr>
            <a:lvl5pPr indent="-323850" lvl="4" marL="2286000" algn="l">
              <a:lnSpc>
                <a:spcPct val="90000"/>
              </a:lnSpc>
              <a:spcBef>
                <a:spcPts val="375"/>
              </a:spcBef>
              <a:spcAft>
                <a:spcPts val="0"/>
              </a:spcAft>
              <a:buClr>
                <a:schemeClr val="dk1"/>
              </a:buClr>
              <a:buSzPts val="1500"/>
              <a:buChar char="•"/>
              <a:defRPr sz="15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9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156" name="Google Shape;156;p72"/>
          <p:cNvSpPr txBox="1"/>
          <p:nvPr>
            <p:ph idx="2"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157" name="Google Shape;157;p72"/>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8" name="Google Shape;158;p72"/>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9" name="Google Shape;159;p72"/>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1pPr>
            <a:lvl2pPr indent="0" lvl="1"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2pPr>
            <a:lvl3pPr indent="0" lvl="2"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3pPr>
            <a:lvl4pPr indent="0" lvl="3"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4pPr>
            <a:lvl5pPr indent="0" lvl="4"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5pPr>
            <a:lvl6pPr indent="0" lvl="5"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6pPr>
            <a:lvl7pPr indent="0" lvl="6"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7pPr>
            <a:lvl8pPr indent="0" lvl="7"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8pPr>
            <a:lvl9pPr indent="0" lvl="8"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69" name="Shape 169"/>
        <p:cNvGrpSpPr/>
        <p:nvPr/>
      </p:nvGrpSpPr>
      <p:grpSpPr>
        <a:xfrm>
          <a:off x="0" y="0"/>
          <a:ext cx="0" cy="0"/>
          <a:chOff x="0" y="0"/>
          <a:chExt cx="0" cy="0"/>
        </a:xfrm>
      </p:grpSpPr>
      <p:sp>
        <p:nvSpPr>
          <p:cNvPr id="170" name="Google Shape;170;p74"/>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1" name="Google Shape;171;p74"/>
          <p:cNvSpPr/>
          <p:nvPr>
            <p:ph idx="2" type="pic"/>
          </p:nvPr>
        </p:nvSpPr>
        <p:spPr>
          <a:xfrm>
            <a:off x="3887391" y="987426"/>
            <a:ext cx="4629150" cy="4873625"/>
          </a:xfrm>
          <a:prstGeom prst="rect">
            <a:avLst/>
          </a:prstGeom>
          <a:noFill/>
          <a:ln>
            <a:noFill/>
          </a:ln>
        </p:spPr>
      </p:sp>
      <p:sp>
        <p:nvSpPr>
          <p:cNvPr id="172" name="Google Shape;172;p74"/>
          <p:cNvSpPr txBox="1"/>
          <p:nvPr>
            <p:ph idx="1"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173" name="Google Shape;173;p74"/>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4" name="Google Shape;174;p74"/>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5" name="Google Shape;175;p74"/>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1pPr>
            <a:lvl2pPr indent="0" lvl="1"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2pPr>
            <a:lvl3pPr indent="0" lvl="2"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3pPr>
            <a:lvl4pPr indent="0" lvl="3"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4pPr>
            <a:lvl5pPr indent="0" lvl="4"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5pPr>
            <a:lvl6pPr indent="0" lvl="5"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6pPr>
            <a:lvl7pPr indent="0" lvl="6"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7pPr>
            <a:lvl8pPr indent="0" lvl="7"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8pPr>
            <a:lvl9pPr indent="0" lvl="8"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85" name="Shape 185"/>
        <p:cNvGrpSpPr/>
        <p:nvPr/>
      </p:nvGrpSpPr>
      <p:grpSpPr>
        <a:xfrm>
          <a:off x="0" y="0"/>
          <a:ext cx="0" cy="0"/>
          <a:chOff x="0" y="0"/>
          <a:chExt cx="0" cy="0"/>
        </a:xfrm>
      </p:grpSpPr>
      <p:sp>
        <p:nvSpPr>
          <p:cNvPr id="186" name="Google Shape;186;p76"/>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7" name="Google Shape;187;p76"/>
          <p:cNvSpPr txBox="1"/>
          <p:nvPr>
            <p:ph idx="1" type="body"/>
          </p:nvPr>
        </p:nvSpPr>
        <p:spPr>
          <a:xfrm rot="5400000">
            <a:off x="2396332" y="57943"/>
            <a:ext cx="4351337" cy="78867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88" name="Google Shape;188;p76"/>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9" name="Google Shape;189;p76"/>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0" name="Google Shape;190;p76"/>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1pPr>
            <a:lvl2pPr indent="0" lvl="1"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2pPr>
            <a:lvl3pPr indent="0" lvl="2"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3pPr>
            <a:lvl4pPr indent="0" lvl="3"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4pPr>
            <a:lvl5pPr indent="0" lvl="4"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5pPr>
            <a:lvl6pPr indent="0" lvl="5"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6pPr>
            <a:lvl7pPr indent="0" lvl="6"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7pPr>
            <a:lvl8pPr indent="0" lvl="7"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8pPr>
            <a:lvl9pPr indent="0" lvl="8"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00" name="Shape 200"/>
        <p:cNvGrpSpPr/>
        <p:nvPr/>
      </p:nvGrpSpPr>
      <p:grpSpPr>
        <a:xfrm>
          <a:off x="0" y="0"/>
          <a:ext cx="0" cy="0"/>
          <a:chOff x="0" y="0"/>
          <a:chExt cx="0" cy="0"/>
        </a:xfrm>
      </p:grpSpPr>
      <p:sp>
        <p:nvSpPr>
          <p:cNvPr id="201" name="Google Shape;201;p78"/>
          <p:cNvSpPr txBox="1"/>
          <p:nvPr>
            <p:ph type="title"/>
          </p:nvPr>
        </p:nvSpPr>
        <p:spPr>
          <a:xfrm rot="5400000">
            <a:off x="4623594" y="2285207"/>
            <a:ext cx="5811838" cy="1971675"/>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2" name="Google Shape;202;p78"/>
          <p:cNvSpPr txBox="1"/>
          <p:nvPr>
            <p:ph idx="1" type="body"/>
          </p:nvPr>
        </p:nvSpPr>
        <p:spPr>
          <a:xfrm rot="5400000">
            <a:off x="623094" y="370681"/>
            <a:ext cx="5811838" cy="58007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03" name="Google Shape;203;p78"/>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4" name="Google Shape;204;p78"/>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5" name="Google Shape;205;p78"/>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1pPr>
            <a:lvl2pPr indent="0" lvl="1"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2pPr>
            <a:lvl3pPr indent="0" lvl="2"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3pPr>
            <a:lvl4pPr indent="0" lvl="3"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4pPr>
            <a:lvl5pPr indent="0" lvl="4"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5pPr>
            <a:lvl6pPr indent="0" lvl="5"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6pPr>
            <a:lvl7pPr indent="0" lvl="6"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7pPr>
            <a:lvl8pPr indent="0" lvl="7"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8pPr>
            <a:lvl9pPr indent="0" lvl="8"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slideLayout" Target="../slideLayouts/slideLayout1.xml"/><Relationship Id="rId5"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slideLayout" Target="../slideLayouts/slideLayout2.xml"/><Relationship Id="rId5" Type="http://schemas.openxmlformats.org/officeDocument/2006/relationships/theme" Target="../theme/theme1.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theme" Target="../theme/theme6.xml"/></Relationships>
</file>

<file path=ppt/slideMasters/_rels/slideMaster4.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slideLayout" Target="../slideLayouts/slideLayout4.xml"/><Relationship Id="rId5" Type="http://schemas.openxmlformats.org/officeDocument/2006/relationships/theme" Target="../theme/theme3.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1" Type="http://schemas.openxmlformats.org/officeDocument/2006/relationships/theme" Target="../theme/theme11.xml"/></Relationships>
</file>

<file path=ppt/slideMasters/_rels/slideMaster7.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slideLayout" Target="../slideLayouts/slideLayout6.xml"/><Relationship Id="rId5" Type="http://schemas.openxmlformats.org/officeDocument/2006/relationships/theme" Target="../theme/theme9.xml"/></Relationships>
</file>

<file path=ppt/slideMasters/_rels/slideMaster8.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slideLayout" Target="../slideLayouts/slideLayout7.xml"/><Relationship Id="rId5" Type="http://schemas.openxmlformats.org/officeDocument/2006/relationships/theme" Target="../theme/theme14.xml"/></Relationships>
</file>

<file path=ppt/slideMasters/_rels/slideMaster9.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slideLayout" Target="../slideLayouts/slideLayout8.xml"/><Relationship Id="rId5" Type="http://schemas.openxmlformats.org/officeDocument/2006/relationships/theme" Target="../theme/theme13.xml"/></Relationships>
</file>

<file path=ppt/slideMasters/_rels/slideMaster10.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slideLayout" Target="../slideLayouts/slideLayout9.xml"/><Relationship Id="rId5" Type="http://schemas.openxmlformats.org/officeDocument/2006/relationships/theme" Target="../theme/theme8.xml"/></Relationships>
</file>

<file path=ppt/slideMasters/_rels/slideMaster1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slideLayout" Target="../slideLayouts/slideLayout10.xml"/><Relationship Id="rId5" Type="http://schemas.openxmlformats.org/officeDocument/2006/relationships/theme" Target="../theme/theme10.xml"/></Relationships>
</file>

<file path=ppt/slideMasters/_rels/slideMaster1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slideLayout" Target="../slideLayouts/slideLayout11.xml"/><Relationship Id="rId5" Type="http://schemas.openxmlformats.org/officeDocument/2006/relationships/theme" Target="../theme/theme12.xml"/></Relationships>
</file>

<file path=ppt/slideMasters/_rels/slideMaster13.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slideLayout" Target="../slideLayouts/slideLayout12.xml"/><Relationship Id="rId5" Type="http://schemas.openxmlformats.org/officeDocument/2006/relationships/theme" Target="../theme/theme7.xml"/></Relationships>
</file>

<file path=ppt/slideMasters/_rels/slideMaster14.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slideLayout" Target="../slideLayouts/slideLayout13.xml"/><Relationship Id="rId5"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52"/>
          <p:cNvPicPr preferRelativeResize="0"/>
          <p:nvPr/>
        </p:nvPicPr>
        <p:blipFill rotWithShape="1">
          <a:blip r:embed="rId1">
            <a:alphaModFix/>
          </a:blip>
          <a:srcRect b="0" l="0" r="0" t="0"/>
          <a:stretch/>
        </p:blipFill>
        <p:spPr>
          <a:xfrm>
            <a:off x="6945312" y="4127500"/>
            <a:ext cx="2200275" cy="2751137"/>
          </a:xfrm>
          <a:prstGeom prst="rect">
            <a:avLst/>
          </a:prstGeom>
          <a:noFill/>
          <a:ln>
            <a:noFill/>
          </a:ln>
        </p:spPr>
      </p:pic>
      <p:pic>
        <p:nvPicPr>
          <p:cNvPr id="11" name="Google Shape;11;p52"/>
          <p:cNvPicPr preferRelativeResize="0"/>
          <p:nvPr/>
        </p:nvPicPr>
        <p:blipFill rotWithShape="1">
          <a:blip r:embed="rId2">
            <a:alphaModFix/>
          </a:blip>
          <a:srcRect b="0" l="0" r="0" t="0"/>
          <a:stretch/>
        </p:blipFill>
        <p:spPr>
          <a:xfrm>
            <a:off x="11112" y="6015037"/>
            <a:ext cx="649287" cy="863600"/>
          </a:xfrm>
          <a:prstGeom prst="rect">
            <a:avLst/>
          </a:prstGeom>
          <a:noFill/>
          <a:ln>
            <a:noFill/>
          </a:ln>
        </p:spPr>
      </p:pic>
      <p:pic>
        <p:nvPicPr>
          <p:cNvPr id="12" name="Google Shape;12;p52"/>
          <p:cNvPicPr preferRelativeResize="0"/>
          <p:nvPr/>
        </p:nvPicPr>
        <p:blipFill rotWithShape="1">
          <a:blip r:embed="rId3">
            <a:alphaModFix/>
          </a:blip>
          <a:srcRect b="0" l="0" r="0" t="0"/>
          <a:stretch/>
        </p:blipFill>
        <p:spPr>
          <a:xfrm>
            <a:off x="8355012" y="100012"/>
            <a:ext cx="754062" cy="865187"/>
          </a:xfrm>
          <a:prstGeom prst="rect">
            <a:avLst/>
          </a:prstGeom>
          <a:noFill/>
          <a:ln>
            <a:noFill/>
          </a:ln>
        </p:spPr>
      </p:pic>
      <p:sp>
        <p:nvSpPr>
          <p:cNvPr id="13" name="Google Shape;13;p52"/>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4" name="Google Shape;14;p52"/>
          <p:cNvSpPr txBox="1"/>
          <p:nvPr>
            <p:ph idx="1" type="body"/>
          </p:nvPr>
        </p:nvSpPr>
        <p:spPr>
          <a:xfrm>
            <a:off x="628650" y="1825625"/>
            <a:ext cx="7886700" cy="4351337"/>
          </a:xfrm>
          <a:prstGeom prst="rect">
            <a:avLst/>
          </a:prstGeom>
          <a:noFill/>
          <a:ln>
            <a:noFill/>
          </a:ln>
        </p:spPr>
        <p:txBody>
          <a:bodyPr anchorCtr="0" anchor="t" bIns="45700" lIns="91425" spcFirstLastPara="1" rIns="91425" wrap="square" tIns="45700">
            <a:norm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5" name="Google Shape;15;p52"/>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900" u="none" cap="none" strike="noStrike">
                <a:solidFill>
                  <a:srgbClr val="898989"/>
                </a:solidFill>
                <a:latin typeface="Gill Sans"/>
                <a:ea typeface="Gill Sans"/>
                <a:cs typeface="Gill Sans"/>
                <a:sym typeface="Gill Sans"/>
              </a:defRPr>
            </a:lvl1pPr>
            <a:lvl2pPr lvl="1"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6" name="Google Shape;16;p52"/>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SzPts val="1400"/>
              <a:buNone/>
              <a:defRPr b="0" i="0" sz="900" u="none" cap="none" strike="noStrike">
                <a:solidFill>
                  <a:srgbClr val="898989"/>
                </a:solidFill>
                <a:latin typeface="Gill Sans"/>
                <a:ea typeface="Gill Sans"/>
                <a:cs typeface="Gill Sans"/>
                <a:sym typeface="Gill Sans"/>
              </a:defRPr>
            </a:lvl1pPr>
            <a:lvl2pPr lvl="1"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7" name="Google Shape;17;p52"/>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900"/>
              <a:buFont typeface="Gill Sans"/>
              <a:buNone/>
              <a:defRPr b="0" i="0" sz="900" u="none" cap="none" strike="noStrike">
                <a:solidFill>
                  <a:srgbClr val="898989"/>
                </a:solidFill>
                <a:latin typeface="Gill Sans"/>
                <a:ea typeface="Gill Sans"/>
                <a:cs typeface="Gill Sans"/>
                <a:sym typeface="Gill Sans"/>
              </a:defRPr>
            </a:lvl1pPr>
            <a:lvl2pPr indent="0" lvl="1" marL="0" marR="0" rtl="0" algn="r">
              <a:lnSpc>
                <a:spcPct val="100000"/>
              </a:lnSpc>
              <a:spcBef>
                <a:spcPts val="0"/>
              </a:spcBef>
              <a:spcAft>
                <a:spcPts val="0"/>
              </a:spcAft>
              <a:buClr>
                <a:srgbClr val="898989"/>
              </a:buClr>
              <a:buSzPts val="900"/>
              <a:buFont typeface="Gill Sans"/>
              <a:buNone/>
              <a:defRPr b="0" i="0" sz="900" u="none" cap="none" strike="noStrike">
                <a:solidFill>
                  <a:srgbClr val="898989"/>
                </a:solidFill>
                <a:latin typeface="Gill Sans"/>
                <a:ea typeface="Gill Sans"/>
                <a:cs typeface="Gill Sans"/>
                <a:sym typeface="Gill Sans"/>
              </a:defRPr>
            </a:lvl2pPr>
            <a:lvl3pPr indent="0" lvl="2" marL="0" marR="0" rtl="0" algn="r">
              <a:lnSpc>
                <a:spcPct val="100000"/>
              </a:lnSpc>
              <a:spcBef>
                <a:spcPts val="0"/>
              </a:spcBef>
              <a:spcAft>
                <a:spcPts val="0"/>
              </a:spcAft>
              <a:buClr>
                <a:srgbClr val="898989"/>
              </a:buClr>
              <a:buSzPts val="900"/>
              <a:buFont typeface="Gill Sans"/>
              <a:buNone/>
              <a:defRPr b="0" i="0" sz="900" u="none" cap="none" strike="noStrike">
                <a:solidFill>
                  <a:srgbClr val="898989"/>
                </a:solidFill>
                <a:latin typeface="Gill Sans"/>
                <a:ea typeface="Gill Sans"/>
                <a:cs typeface="Gill Sans"/>
                <a:sym typeface="Gill Sans"/>
              </a:defRPr>
            </a:lvl3pPr>
            <a:lvl4pPr indent="0" lvl="3" marL="0" marR="0" rtl="0" algn="r">
              <a:lnSpc>
                <a:spcPct val="100000"/>
              </a:lnSpc>
              <a:spcBef>
                <a:spcPts val="0"/>
              </a:spcBef>
              <a:spcAft>
                <a:spcPts val="0"/>
              </a:spcAft>
              <a:buClr>
                <a:srgbClr val="898989"/>
              </a:buClr>
              <a:buSzPts val="900"/>
              <a:buFont typeface="Gill Sans"/>
              <a:buNone/>
              <a:defRPr b="0" i="0" sz="900" u="none" cap="none" strike="noStrike">
                <a:solidFill>
                  <a:srgbClr val="898989"/>
                </a:solidFill>
                <a:latin typeface="Gill Sans"/>
                <a:ea typeface="Gill Sans"/>
                <a:cs typeface="Gill Sans"/>
                <a:sym typeface="Gill Sans"/>
              </a:defRPr>
            </a:lvl4pPr>
            <a:lvl5pPr indent="0" lvl="4" marL="0" marR="0" rtl="0" algn="r">
              <a:lnSpc>
                <a:spcPct val="100000"/>
              </a:lnSpc>
              <a:spcBef>
                <a:spcPts val="0"/>
              </a:spcBef>
              <a:spcAft>
                <a:spcPts val="0"/>
              </a:spcAft>
              <a:buClr>
                <a:srgbClr val="898989"/>
              </a:buClr>
              <a:buSzPts val="900"/>
              <a:buFont typeface="Gill Sans"/>
              <a:buNone/>
              <a:defRPr b="0" i="0" sz="900" u="none" cap="none" strike="noStrike">
                <a:solidFill>
                  <a:srgbClr val="898989"/>
                </a:solidFill>
                <a:latin typeface="Gill Sans"/>
                <a:ea typeface="Gill Sans"/>
                <a:cs typeface="Gill Sans"/>
                <a:sym typeface="Gill Sans"/>
              </a:defRPr>
            </a:lvl5pPr>
            <a:lvl6pPr indent="0" lvl="5" marL="0" marR="0" rtl="0" algn="r">
              <a:lnSpc>
                <a:spcPct val="100000"/>
              </a:lnSpc>
              <a:spcBef>
                <a:spcPts val="0"/>
              </a:spcBef>
              <a:spcAft>
                <a:spcPts val="0"/>
              </a:spcAft>
              <a:buClr>
                <a:srgbClr val="898989"/>
              </a:buClr>
              <a:buSzPts val="900"/>
              <a:buFont typeface="Gill Sans"/>
              <a:buNone/>
              <a:defRPr b="0" i="0" sz="900" u="none" cap="none" strike="noStrike">
                <a:solidFill>
                  <a:srgbClr val="898989"/>
                </a:solidFill>
                <a:latin typeface="Gill Sans"/>
                <a:ea typeface="Gill Sans"/>
                <a:cs typeface="Gill Sans"/>
                <a:sym typeface="Gill Sans"/>
              </a:defRPr>
            </a:lvl6pPr>
            <a:lvl7pPr indent="0" lvl="6" marL="0" marR="0" rtl="0" algn="r">
              <a:lnSpc>
                <a:spcPct val="100000"/>
              </a:lnSpc>
              <a:spcBef>
                <a:spcPts val="0"/>
              </a:spcBef>
              <a:spcAft>
                <a:spcPts val="0"/>
              </a:spcAft>
              <a:buClr>
                <a:srgbClr val="898989"/>
              </a:buClr>
              <a:buSzPts val="900"/>
              <a:buFont typeface="Gill Sans"/>
              <a:buNone/>
              <a:defRPr b="0" i="0" sz="900" u="none" cap="none" strike="noStrike">
                <a:solidFill>
                  <a:srgbClr val="898989"/>
                </a:solidFill>
                <a:latin typeface="Gill Sans"/>
                <a:ea typeface="Gill Sans"/>
                <a:cs typeface="Gill Sans"/>
                <a:sym typeface="Gill Sans"/>
              </a:defRPr>
            </a:lvl7pPr>
            <a:lvl8pPr indent="0" lvl="7" marL="0" marR="0" rtl="0" algn="r">
              <a:lnSpc>
                <a:spcPct val="100000"/>
              </a:lnSpc>
              <a:spcBef>
                <a:spcPts val="0"/>
              </a:spcBef>
              <a:spcAft>
                <a:spcPts val="0"/>
              </a:spcAft>
              <a:buClr>
                <a:srgbClr val="898989"/>
              </a:buClr>
              <a:buSzPts val="900"/>
              <a:buFont typeface="Gill Sans"/>
              <a:buNone/>
              <a:defRPr b="0" i="0" sz="900" u="none" cap="none" strike="noStrike">
                <a:solidFill>
                  <a:srgbClr val="898989"/>
                </a:solidFill>
                <a:latin typeface="Gill Sans"/>
                <a:ea typeface="Gill Sans"/>
                <a:cs typeface="Gill Sans"/>
                <a:sym typeface="Gill Sans"/>
              </a:defRPr>
            </a:lvl8pPr>
            <a:lvl9pPr indent="0" lvl="8" marL="0" marR="0" rtl="0" algn="r">
              <a:lnSpc>
                <a:spcPct val="100000"/>
              </a:lnSpc>
              <a:spcBef>
                <a:spcPts val="0"/>
              </a:spcBef>
              <a:spcAft>
                <a:spcPts val="0"/>
              </a:spcAft>
              <a:buClr>
                <a:srgbClr val="898989"/>
              </a:buClr>
              <a:buSzPts val="900"/>
              <a:buFont typeface="Gill Sans"/>
              <a:buNone/>
              <a:defRPr b="0" i="0" sz="900" u="none" cap="none" strike="noStrike">
                <a:solidFill>
                  <a:srgbClr val="898989"/>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 name="Shape 24"/>
        <p:cNvGrpSpPr/>
        <p:nvPr/>
      </p:nvGrpSpPr>
      <p:grpSpPr>
        <a:xfrm>
          <a:off x="0" y="0"/>
          <a:ext cx="0" cy="0"/>
          <a:chOff x="0" y="0"/>
          <a:chExt cx="0" cy="0"/>
        </a:xfrm>
      </p:grpSpPr>
      <p:pic>
        <p:nvPicPr>
          <p:cNvPr id="25" name="Google Shape;25;p54"/>
          <p:cNvPicPr preferRelativeResize="0"/>
          <p:nvPr/>
        </p:nvPicPr>
        <p:blipFill rotWithShape="1">
          <a:blip r:embed="rId1">
            <a:alphaModFix/>
          </a:blip>
          <a:srcRect b="0" l="0" r="0" t="0"/>
          <a:stretch/>
        </p:blipFill>
        <p:spPr>
          <a:xfrm>
            <a:off x="6945312" y="4127500"/>
            <a:ext cx="2200275" cy="2751137"/>
          </a:xfrm>
          <a:prstGeom prst="rect">
            <a:avLst/>
          </a:prstGeom>
          <a:noFill/>
          <a:ln>
            <a:noFill/>
          </a:ln>
        </p:spPr>
      </p:pic>
      <p:pic>
        <p:nvPicPr>
          <p:cNvPr id="26" name="Google Shape;26;p54"/>
          <p:cNvPicPr preferRelativeResize="0"/>
          <p:nvPr/>
        </p:nvPicPr>
        <p:blipFill rotWithShape="1">
          <a:blip r:embed="rId2">
            <a:alphaModFix/>
          </a:blip>
          <a:srcRect b="0" l="0" r="0" t="0"/>
          <a:stretch/>
        </p:blipFill>
        <p:spPr>
          <a:xfrm>
            <a:off x="11112" y="6015037"/>
            <a:ext cx="649287" cy="863600"/>
          </a:xfrm>
          <a:prstGeom prst="rect">
            <a:avLst/>
          </a:prstGeom>
          <a:noFill/>
          <a:ln>
            <a:noFill/>
          </a:ln>
        </p:spPr>
      </p:pic>
      <p:pic>
        <p:nvPicPr>
          <p:cNvPr id="27" name="Google Shape;27;p54"/>
          <p:cNvPicPr preferRelativeResize="0"/>
          <p:nvPr/>
        </p:nvPicPr>
        <p:blipFill rotWithShape="1">
          <a:blip r:embed="rId3">
            <a:alphaModFix/>
          </a:blip>
          <a:srcRect b="0" l="0" r="0" t="0"/>
          <a:stretch/>
        </p:blipFill>
        <p:spPr>
          <a:xfrm>
            <a:off x="8355012" y="100012"/>
            <a:ext cx="788987" cy="865187"/>
          </a:xfrm>
          <a:prstGeom prst="rect">
            <a:avLst/>
          </a:prstGeom>
          <a:noFill/>
          <a:ln>
            <a:noFill/>
          </a:ln>
        </p:spPr>
      </p:pic>
      <p:sp>
        <p:nvSpPr>
          <p:cNvPr id="28" name="Google Shape;28;p54"/>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9" name="Google Shape;29;p54"/>
          <p:cNvSpPr txBox="1"/>
          <p:nvPr>
            <p:ph idx="1" type="body"/>
          </p:nvPr>
        </p:nvSpPr>
        <p:spPr>
          <a:xfrm>
            <a:off x="628650" y="1825625"/>
            <a:ext cx="7886700" cy="4351337"/>
          </a:xfrm>
          <a:prstGeom prst="rect">
            <a:avLst/>
          </a:prstGeom>
          <a:noFill/>
          <a:ln>
            <a:noFill/>
          </a:ln>
        </p:spPr>
        <p:txBody>
          <a:bodyPr anchorCtr="0" anchor="t" bIns="45700" lIns="91425" spcFirstLastPara="1" rIns="91425" wrap="square" tIns="45700">
            <a:norm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30" name="Google Shape;30;p54"/>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900" u="none" cap="none" strike="noStrike">
                <a:solidFill>
                  <a:srgbClr val="898989"/>
                </a:solidFill>
                <a:latin typeface="Gill Sans"/>
                <a:ea typeface="Gill Sans"/>
                <a:cs typeface="Gill Sans"/>
                <a:sym typeface="Gill Sans"/>
              </a:defRPr>
            </a:lvl1pPr>
            <a:lvl2pPr lvl="1"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31" name="Google Shape;31;p54"/>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SzPts val="1400"/>
              <a:buNone/>
              <a:defRPr b="0" i="0" sz="900" u="none" cap="none" strike="noStrike">
                <a:solidFill>
                  <a:srgbClr val="898989"/>
                </a:solidFill>
                <a:latin typeface="Gill Sans"/>
                <a:ea typeface="Gill Sans"/>
                <a:cs typeface="Gill Sans"/>
                <a:sym typeface="Gill Sans"/>
              </a:defRPr>
            </a:lvl1pPr>
            <a:lvl2pPr lvl="1"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32" name="Google Shape;32;p54"/>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900"/>
              <a:buFont typeface="Gill Sans"/>
              <a:buNone/>
              <a:defRPr b="0" i="0" sz="900" u="none" cap="none" strike="noStrike">
                <a:solidFill>
                  <a:srgbClr val="898989"/>
                </a:solidFill>
                <a:latin typeface="Gill Sans"/>
                <a:ea typeface="Gill Sans"/>
                <a:cs typeface="Gill Sans"/>
                <a:sym typeface="Gill Sans"/>
              </a:defRPr>
            </a:lvl1pPr>
            <a:lvl2pPr indent="0" lvl="1" marL="0" marR="0" rtl="0" algn="r">
              <a:lnSpc>
                <a:spcPct val="100000"/>
              </a:lnSpc>
              <a:spcBef>
                <a:spcPts val="0"/>
              </a:spcBef>
              <a:spcAft>
                <a:spcPts val="0"/>
              </a:spcAft>
              <a:buClr>
                <a:srgbClr val="898989"/>
              </a:buClr>
              <a:buSzPts val="900"/>
              <a:buFont typeface="Gill Sans"/>
              <a:buNone/>
              <a:defRPr b="0" i="0" sz="900" u="none" cap="none" strike="noStrike">
                <a:solidFill>
                  <a:srgbClr val="898989"/>
                </a:solidFill>
                <a:latin typeface="Gill Sans"/>
                <a:ea typeface="Gill Sans"/>
                <a:cs typeface="Gill Sans"/>
                <a:sym typeface="Gill Sans"/>
              </a:defRPr>
            </a:lvl2pPr>
            <a:lvl3pPr indent="0" lvl="2" marL="0" marR="0" rtl="0" algn="r">
              <a:lnSpc>
                <a:spcPct val="100000"/>
              </a:lnSpc>
              <a:spcBef>
                <a:spcPts val="0"/>
              </a:spcBef>
              <a:spcAft>
                <a:spcPts val="0"/>
              </a:spcAft>
              <a:buClr>
                <a:srgbClr val="898989"/>
              </a:buClr>
              <a:buSzPts val="900"/>
              <a:buFont typeface="Gill Sans"/>
              <a:buNone/>
              <a:defRPr b="0" i="0" sz="900" u="none" cap="none" strike="noStrike">
                <a:solidFill>
                  <a:srgbClr val="898989"/>
                </a:solidFill>
                <a:latin typeface="Gill Sans"/>
                <a:ea typeface="Gill Sans"/>
                <a:cs typeface="Gill Sans"/>
                <a:sym typeface="Gill Sans"/>
              </a:defRPr>
            </a:lvl3pPr>
            <a:lvl4pPr indent="0" lvl="3" marL="0" marR="0" rtl="0" algn="r">
              <a:lnSpc>
                <a:spcPct val="100000"/>
              </a:lnSpc>
              <a:spcBef>
                <a:spcPts val="0"/>
              </a:spcBef>
              <a:spcAft>
                <a:spcPts val="0"/>
              </a:spcAft>
              <a:buClr>
                <a:srgbClr val="898989"/>
              </a:buClr>
              <a:buSzPts val="900"/>
              <a:buFont typeface="Gill Sans"/>
              <a:buNone/>
              <a:defRPr b="0" i="0" sz="900" u="none" cap="none" strike="noStrike">
                <a:solidFill>
                  <a:srgbClr val="898989"/>
                </a:solidFill>
                <a:latin typeface="Gill Sans"/>
                <a:ea typeface="Gill Sans"/>
                <a:cs typeface="Gill Sans"/>
                <a:sym typeface="Gill Sans"/>
              </a:defRPr>
            </a:lvl4pPr>
            <a:lvl5pPr indent="0" lvl="4" marL="0" marR="0" rtl="0" algn="r">
              <a:lnSpc>
                <a:spcPct val="100000"/>
              </a:lnSpc>
              <a:spcBef>
                <a:spcPts val="0"/>
              </a:spcBef>
              <a:spcAft>
                <a:spcPts val="0"/>
              </a:spcAft>
              <a:buClr>
                <a:srgbClr val="898989"/>
              </a:buClr>
              <a:buSzPts val="900"/>
              <a:buFont typeface="Gill Sans"/>
              <a:buNone/>
              <a:defRPr b="0" i="0" sz="900" u="none" cap="none" strike="noStrike">
                <a:solidFill>
                  <a:srgbClr val="898989"/>
                </a:solidFill>
                <a:latin typeface="Gill Sans"/>
                <a:ea typeface="Gill Sans"/>
                <a:cs typeface="Gill Sans"/>
                <a:sym typeface="Gill Sans"/>
              </a:defRPr>
            </a:lvl5pPr>
            <a:lvl6pPr indent="0" lvl="5" marL="0" marR="0" rtl="0" algn="r">
              <a:lnSpc>
                <a:spcPct val="100000"/>
              </a:lnSpc>
              <a:spcBef>
                <a:spcPts val="0"/>
              </a:spcBef>
              <a:spcAft>
                <a:spcPts val="0"/>
              </a:spcAft>
              <a:buClr>
                <a:srgbClr val="898989"/>
              </a:buClr>
              <a:buSzPts val="900"/>
              <a:buFont typeface="Gill Sans"/>
              <a:buNone/>
              <a:defRPr b="0" i="0" sz="900" u="none" cap="none" strike="noStrike">
                <a:solidFill>
                  <a:srgbClr val="898989"/>
                </a:solidFill>
                <a:latin typeface="Gill Sans"/>
                <a:ea typeface="Gill Sans"/>
                <a:cs typeface="Gill Sans"/>
                <a:sym typeface="Gill Sans"/>
              </a:defRPr>
            </a:lvl6pPr>
            <a:lvl7pPr indent="0" lvl="6" marL="0" marR="0" rtl="0" algn="r">
              <a:lnSpc>
                <a:spcPct val="100000"/>
              </a:lnSpc>
              <a:spcBef>
                <a:spcPts val="0"/>
              </a:spcBef>
              <a:spcAft>
                <a:spcPts val="0"/>
              </a:spcAft>
              <a:buClr>
                <a:srgbClr val="898989"/>
              </a:buClr>
              <a:buSzPts val="900"/>
              <a:buFont typeface="Gill Sans"/>
              <a:buNone/>
              <a:defRPr b="0" i="0" sz="900" u="none" cap="none" strike="noStrike">
                <a:solidFill>
                  <a:srgbClr val="898989"/>
                </a:solidFill>
                <a:latin typeface="Gill Sans"/>
                <a:ea typeface="Gill Sans"/>
                <a:cs typeface="Gill Sans"/>
                <a:sym typeface="Gill Sans"/>
              </a:defRPr>
            </a:lvl7pPr>
            <a:lvl8pPr indent="0" lvl="7" marL="0" marR="0" rtl="0" algn="r">
              <a:lnSpc>
                <a:spcPct val="100000"/>
              </a:lnSpc>
              <a:spcBef>
                <a:spcPts val="0"/>
              </a:spcBef>
              <a:spcAft>
                <a:spcPts val="0"/>
              </a:spcAft>
              <a:buClr>
                <a:srgbClr val="898989"/>
              </a:buClr>
              <a:buSzPts val="900"/>
              <a:buFont typeface="Gill Sans"/>
              <a:buNone/>
              <a:defRPr b="0" i="0" sz="900" u="none" cap="none" strike="noStrike">
                <a:solidFill>
                  <a:srgbClr val="898989"/>
                </a:solidFill>
                <a:latin typeface="Gill Sans"/>
                <a:ea typeface="Gill Sans"/>
                <a:cs typeface="Gill Sans"/>
                <a:sym typeface="Gill Sans"/>
              </a:defRPr>
            </a:lvl8pPr>
            <a:lvl9pPr indent="0" lvl="8" marL="0" marR="0" rtl="0" algn="r">
              <a:lnSpc>
                <a:spcPct val="100000"/>
              </a:lnSpc>
              <a:spcBef>
                <a:spcPts val="0"/>
              </a:spcBef>
              <a:spcAft>
                <a:spcPts val="0"/>
              </a:spcAft>
              <a:buClr>
                <a:srgbClr val="898989"/>
              </a:buClr>
              <a:buSzPts val="900"/>
              <a:buFont typeface="Gill Sans"/>
              <a:buNone/>
              <a:defRPr b="0" i="0" sz="900" u="none" cap="none" strike="noStrike">
                <a:solidFill>
                  <a:srgbClr val="898989"/>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1"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9" name="Shape 39"/>
        <p:cNvGrpSpPr/>
        <p:nvPr/>
      </p:nvGrpSpPr>
      <p:grpSpPr>
        <a:xfrm>
          <a:off x="0" y="0"/>
          <a:ext cx="0" cy="0"/>
          <a:chOff x="0" y="0"/>
          <a:chExt cx="0" cy="0"/>
        </a:xfrm>
      </p:grpSpPr>
      <p:sp>
        <p:nvSpPr>
          <p:cNvPr id="40" name="Google Shape;40;p56"/>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1" name="Google Shape;41;p56"/>
          <p:cNvSpPr txBox="1"/>
          <p:nvPr>
            <p:ph idx="1" type="body"/>
          </p:nvPr>
        </p:nvSpPr>
        <p:spPr>
          <a:xfrm>
            <a:off x="628650" y="1825625"/>
            <a:ext cx="7886700" cy="4351337"/>
          </a:xfrm>
          <a:prstGeom prst="rect">
            <a:avLst/>
          </a:prstGeom>
          <a:noFill/>
          <a:ln>
            <a:noFill/>
          </a:ln>
        </p:spPr>
        <p:txBody>
          <a:bodyPr anchorCtr="0" anchor="t" bIns="45700" lIns="91425" spcFirstLastPara="1" rIns="91425" wrap="square" tIns="45700">
            <a:norm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2" name="Google Shape;42;p56"/>
          <p:cNvSpPr txBox="1"/>
          <p:nvPr>
            <p:ph idx="11" type="ftr"/>
          </p:nvPr>
        </p:nvSpPr>
        <p:spPr>
          <a:xfrm>
            <a:off x="3108325" y="6378575"/>
            <a:ext cx="2927350" cy="138112"/>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SzPts val="1400"/>
              <a:buNone/>
              <a:defRPr b="0" i="0" sz="1800" u="none">
                <a:solidFill>
                  <a:schemeClr val="dk1"/>
                </a:solidFill>
                <a:latin typeface="Gill Sans"/>
                <a:ea typeface="Gill Sans"/>
                <a:cs typeface="Gill Sans"/>
                <a:sym typeface="Gill Sans"/>
              </a:defRPr>
            </a:lvl1pPr>
            <a:lvl2pPr lvl="1"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43" name="Google Shape;43;p56"/>
          <p:cNvSpPr txBox="1"/>
          <p:nvPr>
            <p:ph idx="10" type="dt"/>
          </p:nvPr>
        </p:nvSpPr>
        <p:spPr>
          <a:xfrm>
            <a:off x="457200" y="6378575"/>
            <a:ext cx="2103437" cy="138112"/>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SzPts val="1400"/>
              <a:buNone/>
              <a:defRPr b="0" i="0" sz="1800" u="none">
                <a:solidFill>
                  <a:schemeClr val="dk1"/>
                </a:solidFill>
                <a:latin typeface="Gill Sans"/>
                <a:ea typeface="Gill Sans"/>
                <a:cs typeface="Gill Sans"/>
                <a:sym typeface="Gill Sans"/>
              </a:defRPr>
            </a:lvl1pPr>
            <a:lvl2pPr lvl="1"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44" name="Google Shape;44;p56"/>
          <p:cNvSpPr txBox="1"/>
          <p:nvPr>
            <p:ph idx="12" type="sldNum"/>
          </p:nvPr>
        </p:nvSpPr>
        <p:spPr>
          <a:xfrm>
            <a:off x="6583362" y="6378575"/>
            <a:ext cx="2103437" cy="138112"/>
          </a:xfrm>
          <a:prstGeom prst="rect">
            <a:avLst/>
          </a:prstGeom>
          <a:noFill/>
          <a:ln>
            <a:noFill/>
          </a:ln>
        </p:spPr>
        <p:txBody>
          <a:bodyPr anchorCtr="0" anchor="t" bIns="0" lIns="0" spcFirstLastPara="1" rIns="0" wrap="square" tIns="0">
            <a:spAutoFit/>
          </a:bodyPr>
          <a:lstStyle>
            <a:lvl1pPr indent="0" lvl="0" marL="0" marR="0" rtl="0" algn="r">
              <a:lnSpc>
                <a:spcPct val="100000"/>
              </a:lnSpc>
              <a:spcBef>
                <a:spcPts val="0"/>
              </a:spcBef>
              <a:spcAft>
                <a:spcPts val="0"/>
              </a:spcAft>
              <a:buClr>
                <a:srgbClr val="888888"/>
              </a:buClr>
              <a:buSzPts val="900"/>
              <a:buFont typeface="Gill Sans"/>
              <a:buNone/>
              <a:defRPr b="0" i="0" sz="900" u="none">
                <a:solidFill>
                  <a:srgbClr val="888888"/>
                </a:solidFill>
                <a:latin typeface="Gill Sans"/>
                <a:ea typeface="Gill Sans"/>
                <a:cs typeface="Gill Sans"/>
                <a:sym typeface="Gill Sans"/>
              </a:defRPr>
            </a:lvl1pPr>
            <a:lvl2pPr indent="0" lvl="1" marL="0" marR="0" rtl="0" algn="r">
              <a:lnSpc>
                <a:spcPct val="100000"/>
              </a:lnSpc>
              <a:spcBef>
                <a:spcPts val="0"/>
              </a:spcBef>
              <a:spcAft>
                <a:spcPts val="0"/>
              </a:spcAft>
              <a:buClr>
                <a:srgbClr val="888888"/>
              </a:buClr>
              <a:buSzPts val="900"/>
              <a:buFont typeface="Gill Sans"/>
              <a:buNone/>
              <a:defRPr b="0" i="0" sz="900" u="none">
                <a:solidFill>
                  <a:srgbClr val="888888"/>
                </a:solidFill>
                <a:latin typeface="Gill Sans"/>
                <a:ea typeface="Gill Sans"/>
                <a:cs typeface="Gill Sans"/>
                <a:sym typeface="Gill Sans"/>
              </a:defRPr>
            </a:lvl2pPr>
            <a:lvl3pPr indent="0" lvl="2" marL="0" marR="0" rtl="0" algn="r">
              <a:lnSpc>
                <a:spcPct val="100000"/>
              </a:lnSpc>
              <a:spcBef>
                <a:spcPts val="0"/>
              </a:spcBef>
              <a:spcAft>
                <a:spcPts val="0"/>
              </a:spcAft>
              <a:buClr>
                <a:srgbClr val="888888"/>
              </a:buClr>
              <a:buSzPts val="900"/>
              <a:buFont typeface="Gill Sans"/>
              <a:buNone/>
              <a:defRPr b="0" i="0" sz="900" u="none">
                <a:solidFill>
                  <a:srgbClr val="888888"/>
                </a:solidFill>
                <a:latin typeface="Gill Sans"/>
                <a:ea typeface="Gill Sans"/>
                <a:cs typeface="Gill Sans"/>
                <a:sym typeface="Gill Sans"/>
              </a:defRPr>
            </a:lvl3pPr>
            <a:lvl4pPr indent="0" lvl="3" marL="0" marR="0" rtl="0" algn="r">
              <a:lnSpc>
                <a:spcPct val="100000"/>
              </a:lnSpc>
              <a:spcBef>
                <a:spcPts val="0"/>
              </a:spcBef>
              <a:spcAft>
                <a:spcPts val="0"/>
              </a:spcAft>
              <a:buClr>
                <a:srgbClr val="888888"/>
              </a:buClr>
              <a:buSzPts val="900"/>
              <a:buFont typeface="Gill Sans"/>
              <a:buNone/>
              <a:defRPr b="0" i="0" sz="900" u="none">
                <a:solidFill>
                  <a:srgbClr val="888888"/>
                </a:solidFill>
                <a:latin typeface="Gill Sans"/>
                <a:ea typeface="Gill Sans"/>
                <a:cs typeface="Gill Sans"/>
                <a:sym typeface="Gill Sans"/>
              </a:defRPr>
            </a:lvl4pPr>
            <a:lvl5pPr indent="0" lvl="4" marL="0" marR="0" rtl="0" algn="r">
              <a:lnSpc>
                <a:spcPct val="100000"/>
              </a:lnSpc>
              <a:spcBef>
                <a:spcPts val="0"/>
              </a:spcBef>
              <a:spcAft>
                <a:spcPts val="0"/>
              </a:spcAft>
              <a:buClr>
                <a:srgbClr val="888888"/>
              </a:buClr>
              <a:buSzPts val="900"/>
              <a:buFont typeface="Gill Sans"/>
              <a:buNone/>
              <a:defRPr b="0" i="0" sz="900" u="none">
                <a:solidFill>
                  <a:srgbClr val="888888"/>
                </a:solidFill>
                <a:latin typeface="Gill Sans"/>
                <a:ea typeface="Gill Sans"/>
                <a:cs typeface="Gill Sans"/>
                <a:sym typeface="Gill Sans"/>
              </a:defRPr>
            </a:lvl5pPr>
            <a:lvl6pPr indent="0" lvl="5" marL="0" marR="0" rtl="0" algn="r">
              <a:lnSpc>
                <a:spcPct val="100000"/>
              </a:lnSpc>
              <a:spcBef>
                <a:spcPts val="0"/>
              </a:spcBef>
              <a:spcAft>
                <a:spcPts val="0"/>
              </a:spcAft>
              <a:buClr>
                <a:srgbClr val="888888"/>
              </a:buClr>
              <a:buSzPts val="900"/>
              <a:buFont typeface="Gill Sans"/>
              <a:buNone/>
              <a:defRPr b="0" i="0" sz="900" u="none">
                <a:solidFill>
                  <a:srgbClr val="888888"/>
                </a:solidFill>
                <a:latin typeface="Gill Sans"/>
                <a:ea typeface="Gill Sans"/>
                <a:cs typeface="Gill Sans"/>
                <a:sym typeface="Gill Sans"/>
              </a:defRPr>
            </a:lvl6pPr>
            <a:lvl7pPr indent="0" lvl="6" marL="0" marR="0" rtl="0" algn="r">
              <a:lnSpc>
                <a:spcPct val="100000"/>
              </a:lnSpc>
              <a:spcBef>
                <a:spcPts val="0"/>
              </a:spcBef>
              <a:spcAft>
                <a:spcPts val="0"/>
              </a:spcAft>
              <a:buClr>
                <a:srgbClr val="888888"/>
              </a:buClr>
              <a:buSzPts val="900"/>
              <a:buFont typeface="Gill Sans"/>
              <a:buNone/>
              <a:defRPr b="0" i="0" sz="900" u="none">
                <a:solidFill>
                  <a:srgbClr val="888888"/>
                </a:solidFill>
                <a:latin typeface="Gill Sans"/>
                <a:ea typeface="Gill Sans"/>
                <a:cs typeface="Gill Sans"/>
                <a:sym typeface="Gill Sans"/>
              </a:defRPr>
            </a:lvl7pPr>
            <a:lvl8pPr indent="0" lvl="7" marL="0" marR="0" rtl="0" algn="r">
              <a:lnSpc>
                <a:spcPct val="100000"/>
              </a:lnSpc>
              <a:spcBef>
                <a:spcPts val="0"/>
              </a:spcBef>
              <a:spcAft>
                <a:spcPts val="0"/>
              </a:spcAft>
              <a:buClr>
                <a:srgbClr val="888888"/>
              </a:buClr>
              <a:buSzPts val="900"/>
              <a:buFont typeface="Gill Sans"/>
              <a:buNone/>
              <a:defRPr b="0" i="0" sz="900" u="none">
                <a:solidFill>
                  <a:srgbClr val="888888"/>
                </a:solidFill>
                <a:latin typeface="Gill Sans"/>
                <a:ea typeface="Gill Sans"/>
                <a:cs typeface="Gill Sans"/>
                <a:sym typeface="Gill Sans"/>
              </a:defRPr>
            </a:lvl8pPr>
            <a:lvl9pPr indent="0" lvl="8" marL="0" marR="0" rtl="0" algn="r">
              <a:lnSpc>
                <a:spcPct val="100000"/>
              </a:lnSpc>
              <a:spcBef>
                <a:spcPts val="0"/>
              </a:spcBef>
              <a:spcAft>
                <a:spcPts val="0"/>
              </a:spcAft>
              <a:buClr>
                <a:srgbClr val="888888"/>
              </a:buClr>
              <a:buSzPts val="900"/>
              <a:buFont typeface="Gill Sans"/>
              <a:buNone/>
              <a:defRPr b="0" i="0" sz="900" u="none">
                <a:solidFill>
                  <a:srgbClr val="888888"/>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3"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1" name="Shape 51"/>
        <p:cNvGrpSpPr/>
        <p:nvPr/>
      </p:nvGrpSpPr>
      <p:grpSpPr>
        <a:xfrm>
          <a:off x="0" y="0"/>
          <a:ext cx="0" cy="0"/>
          <a:chOff x="0" y="0"/>
          <a:chExt cx="0" cy="0"/>
        </a:xfrm>
      </p:grpSpPr>
      <p:pic>
        <p:nvPicPr>
          <p:cNvPr id="52" name="Google Shape;52;p58"/>
          <p:cNvPicPr preferRelativeResize="0"/>
          <p:nvPr/>
        </p:nvPicPr>
        <p:blipFill rotWithShape="1">
          <a:blip r:embed="rId1">
            <a:alphaModFix/>
          </a:blip>
          <a:srcRect b="0" l="0" r="0" t="0"/>
          <a:stretch/>
        </p:blipFill>
        <p:spPr>
          <a:xfrm>
            <a:off x="6945312" y="4127500"/>
            <a:ext cx="2200275" cy="2751137"/>
          </a:xfrm>
          <a:prstGeom prst="rect">
            <a:avLst/>
          </a:prstGeom>
          <a:noFill/>
          <a:ln>
            <a:noFill/>
          </a:ln>
        </p:spPr>
      </p:pic>
      <p:pic>
        <p:nvPicPr>
          <p:cNvPr id="53" name="Google Shape;53;p58"/>
          <p:cNvPicPr preferRelativeResize="0"/>
          <p:nvPr/>
        </p:nvPicPr>
        <p:blipFill rotWithShape="1">
          <a:blip r:embed="rId2">
            <a:alphaModFix/>
          </a:blip>
          <a:srcRect b="0" l="0" r="0" t="0"/>
          <a:stretch/>
        </p:blipFill>
        <p:spPr>
          <a:xfrm>
            <a:off x="11112" y="6015037"/>
            <a:ext cx="649287" cy="863600"/>
          </a:xfrm>
          <a:prstGeom prst="rect">
            <a:avLst/>
          </a:prstGeom>
          <a:noFill/>
          <a:ln>
            <a:noFill/>
          </a:ln>
        </p:spPr>
      </p:pic>
      <p:pic>
        <p:nvPicPr>
          <p:cNvPr id="54" name="Google Shape;54;p58"/>
          <p:cNvPicPr preferRelativeResize="0"/>
          <p:nvPr/>
        </p:nvPicPr>
        <p:blipFill rotWithShape="1">
          <a:blip r:embed="rId3">
            <a:alphaModFix/>
          </a:blip>
          <a:srcRect b="0" l="0" r="0" t="0"/>
          <a:stretch/>
        </p:blipFill>
        <p:spPr>
          <a:xfrm>
            <a:off x="8355012" y="100012"/>
            <a:ext cx="788987" cy="865187"/>
          </a:xfrm>
          <a:prstGeom prst="rect">
            <a:avLst/>
          </a:prstGeom>
          <a:noFill/>
          <a:ln>
            <a:noFill/>
          </a:ln>
        </p:spPr>
      </p:pic>
      <p:sp>
        <p:nvSpPr>
          <p:cNvPr id="55" name="Google Shape;55;p58"/>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6" name="Google Shape;56;p58"/>
          <p:cNvSpPr txBox="1"/>
          <p:nvPr>
            <p:ph idx="1" type="body"/>
          </p:nvPr>
        </p:nvSpPr>
        <p:spPr>
          <a:xfrm>
            <a:off x="628650" y="1825625"/>
            <a:ext cx="7886700" cy="4351337"/>
          </a:xfrm>
          <a:prstGeom prst="rect">
            <a:avLst/>
          </a:prstGeom>
          <a:noFill/>
          <a:ln>
            <a:noFill/>
          </a:ln>
        </p:spPr>
        <p:txBody>
          <a:bodyPr anchorCtr="0" anchor="t" bIns="45700" lIns="91425" spcFirstLastPara="1" rIns="91425" wrap="square" tIns="45700">
            <a:norm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7" name="Google Shape;57;p58"/>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900" u="none">
                <a:solidFill>
                  <a:srgbClr val="898989"/>
                </a:solidFill>
                <a:latin typeface="Gill Sans"/>
                <a:ea typeface="Gill Sans"/>
                <a:cs typeface="Gill Sans"/>
                <a:sym typeface="Gill Sans"/>
              </a:defRPr>
            </a:lvl1pPr>
            <a:lvl2pPr lvl="1"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58" name="Google Shape;58;p58"/>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SzPts val="1400"/>
              <a:buNone/>
              <a:defRPr b="0" i="0" sz="900" u="none">
                <a:solidFill>
                  <a:srgbClr val="898989"/>
                </a:solidFill>
                <a:latin typeface="Gill Sans"/>
                <a:ea typeface="Gill Sans"/>
                <a:cs typeface="Gill Sans"/>
                <a:sym typeface="Gill Sans"/>
              </a:defRPr>
            </a:lvl1pPr>
            <a:lvl2pPr lvl="1"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59" name="Google Shape;59;p58"/>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1pPr>
            <a:lvl2pPr indent="0" lvl="1"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2pPr>
            <a:lvl3pPr indent="0" lvl="2"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3pPr>
            <a:lvl4pPr indent="0" lvl="3"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4pPr>
            <a:lvl5pPr indent="0" lvl="4"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5pPr>
            <a:lvl6pPr indent="0" lvl="5"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6pPr>
            <a:lvl7pPr indent="0" lvl="6"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7pPr>
            <a:lvl8pPr indent="0" lvl="7"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8pPr>
            <a:lvl9pPr indent="0" lvl="8"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5"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6" name="Shape 66"/>
        <p:cNvGrpSpPr/>
        <p:nvPr/>
      </p:nvGrpSpPr>
      <p:grpSpPr>
        <a:xfrm>
          <a:off x="0" y="0"/>
          <a:ext cx="0" cy="0"/>
          <a:chOff x="0" y="0"/>
          <a:chExt cx="0" cy="0"/>
        </a:xfrm>
      </p:grpSpPr>
      <p:sp>
        <p:nvSpPr>
          <p:cNvPr id="67" name="Google Shape;67;p60"/>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8" name="Google Shape;68;p60"/>
          <p:cNvSpPr txBox="1"/>
          <p:nvPr>
            <p:ph idx="1" type="body"/>
          </p:nvPr>
        </p:nvSpPr>
        <p:spPr>
          <a:xfrm>
            <a:off x="628650" y="1825625"/>
            <a:ext cx="7886700" cy="4351337"/>
          </a:xfrm>
          <a:prstGeom prst="rect">
            <a:avLst/>
          </a:prstGeom>
          <a:noFill/>
          <a:ln>
            <a:noFill/>
          </a:ln>
        </p:spPr>
        <p:txBody>
          <a:bodyPr anchorCtr="0" anchor="t" bIns="45700" lIns="91425" spcFirstLastPara="1" rIns="91425" wrap="square" tIns="45700">
            <a:norm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69" name="Google Shape;69;p60"/>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900" u="none">
                <a:solidFill>
                  <a:srgbClr val="898989"/>
                </a:solidFill>
                <a:latin typeface="Gill Sans"/>
                <a:ea typeface="Gill Sans"/>
                <a:cs typeface="Gill Sans"/>
                <a:sym typeface="Gill Sans"/>
              </a:defRPr>
            </a:lvl1pPr>
            <a:lvl2pPr lvl="1"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70" name="Google Shape;70;p60"/>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SzPts val="1400"/>
              <a:buNone/>
              <a:defRPr b="0" i="0" sz="900" u="none">
                <a:solidFill>
                  <a:srgbClr val="898989"/>
                </a:solidFill>
                <a:latin typeface="Gill Sans"/>
                <a:ea typeface="Gill Sans"/>
                <a:cs typeface="Gill Sans"/>
                <a:sym typeface="Gill Sans"/>
              </a:defRPr>
            </a:lvl1pPr>
            <a:lvl2pPr lvl="1"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71" name="Google Shape;71;p60"/>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1pPr>
            <a:lvl2pPr indent="0" lvl="1"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2pPr>
            <a:lvl3pPr indent="0" lvl="2"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3pPr>
            <a:lvl4pPr indent="0" lvl="3"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4pPr>
            <a:lvl5pPr indent="0" lvl="4"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5pPr>
            <a:lvl6pPr indent="0" lvl="5"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6pPr>
            <a:lvl7pPr indent="0" lvl="6"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7pPr>
            <a:lvl8pPr indent="0" lvl="7"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8pPr>
            <a:lvl9pPr indent="0" lvl="8"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7"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7" name="Shape 77"/>
        <p:cNvGrpSpPr/>
        <p:nvPr/>
      </p:nvGrpSpPr>
      <p:grpSpPr>
        <a:xfrm>
          <a:off x="0" y="0"/>
          <a:ext cx="0" cy="0"/>
          <a:chOff x="0" y="0"/>
          <a:chExt cx="0" cy="0"/>
        </a:xfrm>
      </p:grpSpPr>
      <p:sp>
        <p:nvSpPr>
          <p:cNvPr id="78" name="Google Shape;78;p62"/>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9" name="Google Shape;79;p62"/>
          <p:cNvSpPr txBox="1"/>
          <p:nvPr>
            <p:ph idx="1" type="body"/>
          </p:nvPr>
        </p:nvSpPr>
        <p:spPr>
          <a:xfrm>
            <a:off x="628650" y="1825625"/>
            <a:ext cx="7886700" cy="4351337"/>
          </a:xfrm>
          <a:prstGeom prst="rect">
            <a:avLst/>
          </a:prstGeom>
          <a:noFill/>
          <a:ln>
            <a:noFill/>
          </a:ln>
        </p:spPr>
        <p:txBody>
          <a:bodyPr anchorCtr="0" anchor="t" bIns="45700" lIns="91425" spcFirstLastPara="1" rIns="91425" wrap="square" tIns="45700">
            <a:norm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80" name="Google Shape;80;p62"/>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900" u="none">
                <a:solidFill>
                  <a:srgbClr val="898989"/>
                </a:solidFill>
                <a:latin typeface="Gill Sans"/>
                <a:ea typeface="Gill Sans"/>
                <a:cs typeface="Gill Sans"/>
                <a:sym typeface="Gill Sans"/>
              </a:defRPr>
            </a:lvl1pPr>
            <a:lvl2pPr lvl="1"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81" name="Google Shape;81;p62"/>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SzPts val="1400"/>
              <a:buNone/>
              <a:defRPr b="0" i="0" sz="900" u="none">
                <a:solidFill>
                  <a:srgbClr val="898989"/>
                </a:solidFill>
                <a:latin typeface="Gill Sans"/>
                <a:ea typeface="Gill Sans"/>
                <a:cs typeface="Gill Sans"/>
                <a:sym typeface="Gill Sans"/>
              </a:defRPr>
            </a:lvl1pPr>
            <a:lvl2pPr lvl="1"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82" name="Google Shape;82;p62"/>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1pPr>
            <a:lvl2pPr indent="0" lvl="1"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2pPr>
            <a:lvl3pPr indent="0" lvl="2"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3pPr>
            <a:lvl4pPr indent="0" lvl="3"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4pPr>
            <a:lvl5pPr indent="0" lvl="4"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5pPr>
            <a:lvl6pPr indent="0" lvl="5"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6pPr>
            <a:lvl7pPr indent="0" lvl="6"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7pPr>
            <a:lvl8pPr indent="0" lvl="7"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8pPr>
            <a:lvl9pPr indent="0" lvl="8"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3" name="Shape 83"/>
        <p:cNvGrpSpPr/>
        <p:nvPr/>
      </p:nvGrpSpPr>
      <p:grpSpPr>
        <a:xfrm>
          <a:off x="0" y="0"/>
          <a:ext cx="0" cy="0"/>
          <a:chOff x="0" y="0"/>
          <a:chExt cx="0" cy="0"/>
        </a:xfrm>
      </p:grpSpPr>
      <p:pic>
        <p:nvPicPr>
          <p:cNvPr id="84" name="Google Shape;84;p63"/>
          <p:cNvPicPr preferRelativeResize="0"/>
          <p:nvPr/>
        </p:nvPicPr>
        <p:blipFill rotWithShape="1">
          <a:blip r:embed="rId1">
            <a:alphaModFix/>
          </a:blip>
          <a:srcRect b="0" l="0" r="0" t="0"/>
          <a:stretch/>
        </p:blipFill>
        <p:spPr>
          <a:xfrm>
            <a:off x="6945312" y="4127500"/>
            <a:ext cx="2200275" cy="2751137"/>
          </a:xfrm>
          <a:prstGeom prst="rect">
            <a:avLst/>
          </a:prstGeom>
          <a:noFill/>
          <a:ln>
            <a:noFill/>
          </a:ln>
        </p:spPr>
      </p:pic>
      <p:pic>
        <p:nvPicPr>
          <p:cNvPr id="85" name="Google Shape;85;p63"/>
          <p:cNvPicPr preferRelativeResize="0"/>
          <p:nvPr/>
        </p:nvPicPr>
        <p:blipFill rotWithShape="1">
          <a:blip r:embed="rId2">
            <a:alphaModFix/>
          </a:blip>
          <a:srcRect b="0" l="0" r="0" t="0"/>
          <a:stretch/>
        </p:blipFill>
        <p:spPr>
          <a:xfrm>
            <a:off x="11112" y="6015037"/>
            <a:ext cx="649287" cy="863600"/>
          </a:xfrm>
          <a:prstGeom prst="rect">
            <a:avLst/>
          </a:prstGeom>
          <a:noFill/>
          <a:ln>
            <a:noFill/>
          </a:ln>
        </p:spPr>
      </p:pic>
      <p:pic>
        <p:nvPicPr>
          <p:cNvPr id="86" name="Google Shape;86;p63"/>
          <p:cNvPicPr preferRelativeResize="0"/>
          <p:nvPr/>
        </p:nvPicPr>
        <p:blipFill rotWithShape="1">
          <a:blip r:embed="rId3">
            <a:alphaModFix/>
          </a:blip>
          <a:srcRect b="0" l="0" r="0" t="0"/>
          <a:stretch/>
        </p:blipFill>
        <p:spPr>
          <a:xfrm>
            <a:off x="8355012" y="100012"/>
            <a:ext cx="788987" cy="865187"/>
          </a:xfrm>
          <a:prstGeom prst="rect">
            <a:avLst/>
          </a:prstGeom>
          <a:noFill/>
          <a:ln>
            <a:noFill/>
          </a:ln>
        </p:spPr>
      </p:pic>
      <p:sp>
        <p:nvSpPr>
          <p:cNvPr id="87" name="Google Shape;87;p63"/>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8" name="Google Shape;88;p63"/>
          <p:cNvSpPr txBox="1"/>
          <p:nvPr>
            <p:ph idx="1" type="body"/>
          </p:nvPr>
        </p:nvSpPr>
        <p:spPr>
          <a:xfrm>
            <a:off x="628650" y="1825625"/>
            <a:ext cx="7886700" cy="4351337"/>
          </a:xfrm>
          <a:prstGeom prst="rect">
            <a:avLst/>
          </a:prstGeom>
          <a:noFill/>
          <a:ln>
            <a:noFill/>
          </a:ln>
        </p:spPr>
        <p:txBody>
          <a:bodyPr anchorCtr="0" anchor="t" bIns="45700" lIns="91425" spcFirstLastPara="1" rIns="91425" wrap="square" tIns="45700">
            <a:norm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89" name="Google Shape;89;p63"/>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900" u="none">
                <a:solidFill>
                  <a:srgbClr val="898989"/>
                </a:solidFill>
                <a:latin typeface="Gill Sans"/>
                <a:ea typeface="Gill Sans"/>
                <a:cs typeface="Gill Sans"/>
                <a:sym typeface="Gill Sans"/>
              </a:defRPr>
            </a:lvl1pPr>
            <a:lvl2pPr lvl="1"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90" name="Google Shape;90;p63"/>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SzPts val="1400"/>
              <a:buNone/>
              <a:defRPr b="0" i="0" sz="900" u="none">
                <a:solidFill>
                  <a:srgbClr val="898989"/>
                </a:solidFill>
                <a:latin typeface="Gill Sans"/>
                <a:ea typeface="Gill Sans"/>
                <a:cs typeface="Gill Sans"/>
                <a:sym typeface="Gill Sans"/>
              </a:defRPr>
            </a:lvl1pPr>
            <a:lvl2pPr lvl="1"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91" name="Google Shape;91;p63"/>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1pPr>
            <a:lvl2pPr indent="0" lvl="1"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2pPr>
            <a:lvl3pPr indent="0" lvl="2"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3pPr>
            <a:lvl4pPr indent="0" lvl="3"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4pPr>
            <a:lvl5pPr indent="0" lvl="4"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5pPr>
            <a:lvl6pPr indent="0" lvl="5"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6pPr>
            <a:lvl7pPr indent="0" lvl="6"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7pPr>
            <a:lvl8pPr indent="0" lvl="7"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8pPr>
            <a:lvl9pPr indent="0" lvl="8"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0"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9" name="Shape 99"/>
        <p:cNvGrpSpPr/>
        <p:nvPr/>
      </p:nvGrpSpPr>
      <p:grpSpPr>
        <a:xfrm>
          <a:off x="0" y="0"/>
          <a:ext cx="0" cy="0"/>
          <a:chOff x="0" y="0"/>
          <a:chExt cx="0" cy="0"/>
        </a:xfrm>
      </p:grpSpPr>
      <p:pic>
        <p:nvPicPr>
          <p:cNvPr id="100" name="Google Shape;100;p65"/>
          <p:cNvPicPr preferRelativeResize="0"/>
          <p:nvPr/>
        </p:nvPicPr>
        <p:blipFill rotWithShape="1">
          <a:blip r:embed="rId1">
            <a:alphaModFix/>
          </a:blip>
          <a:srcRect b="0" l="0" r="0" t="0"/>
          <a:stretch/>
        </p:blipFill>
        <p:spPr>
          <a:xfrm>
            <a:off x="6945312" y="4127500"/>
            <a:ext cx="2200275" cy="2751137"/>
          </a:xfrm>
          <a:prstGeom prst="rect">
            <a:avLst/>
          </a:prstGeom>
          <a:noFill/>
          <a:ln>
            <a:noFill/>
          </a:ln>
        </p:spPr>
      </p:pic>
      <p:pic>
        <p:nvPicPr>
          <p:cNvPr id="101" name="Google Shape;101;p65"/>
          <p:cNvPicPr preferRelativeResize="0"/>
          <p:nvPr/>
        </p:nvPicPr>
        <p:blipFill rotWithShape="1">
          <a:blip r:embed="rId2">
            <a:alphaModFix/>
          </a:blip>
          <a:srcRect b="0" l="0" r="0" t="0"/>
          <a:stretch/>
        </p:blipFill>
        <p:spPr>
          <a:xfrm>
            <a:off x="11112" y="6015037"/>
            <a:ext cx="649287" cy="863600"/>
          </a:xfrm>
          <a:prstGeom prst="rect">
            <a:avLst/>
          </a:prstGeom>
          <a:noFill/>
          <a:ln>
            <a:noFill/>
          </a:ln>
        </p:spPr>
      </p:pic>
      <p:pic>
        <p:nvPicPr>
          <p:cNvPr id="102" name="Google Shape;102;p65"/>
          <p:cNvPicPr preferRelativeResize="0"/>
          <p:nvPr/>
        </p:nvPicPr>
        <p:blipFill rotWithShape="1">
          <a:blip r:embed="rId3">
            <a:alphaModFix/>
          </a:blip>
          <a:srcRect b="0" l="0" r="0" t="0"/>
          <a:stretch/>
        </p:blipFill>
        <p:spPr>
          <a:xfrm>
            <a:off x="8355012" y="100012"/>
            <a:ext cx="788987" cy="865187"/>
          </a:xfrm>
          <a:prstGeom prst="rect">
            <a:avLst/>
          </a:prstGeom>
          <a:noFill/>
          <a:ln>
            <a:noFill/>
          </a:ln>
        </p:spPr>
      </p:pic>
      <p:sp>
        <p:nvSpPr>
          <p:cNvPr id="103" name="Google Shape;103;p65"/>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4" name="Google Shape;104;p65"/>
          <p:cNvSpPr txBox="1"/>
          <p:nvPr>
            <p:ph idx="1" type="body"/>
          </p:nvPr>
        </p:nvSpPr>
        <p:spPr>
          <a:xfrm>
            <a:off x="628650" y="1825625"/>
            <a:ext cx="7886700" cy="4351337"/>
          </a:xfrm>
          <a:prstGeom prst="rect">
            <a:avLst/>
          </a:prstGeom>
          <a:noFill/>
          <a:ln>
            <a:noFill/>
          </a:ln>
        </p:spPr>
        <p:txBody>
          <a:bodyPr anchorCtr="0" anchor="t" bIns="45700" lIns="91425" spcFirstLastPara="1" rIns="91425" wrap="square" tIns="45700">
            <a:norm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05" name="Google Shape;105;p65"/>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900" u="none">
                <a:solidFill>
                  <a:srgbClr val="898989"/>
                </a:solidFill>
                <a:latin typeface="Gill Sans"/>
                <a:ea typeface="Gill Sans"/>
                <a:cs typeface="Gill Sans"/>
                <a:sym typeface="Gill Sans"/>
              </a:defRPr>
            </a:lvl1pPr>
            <a:lvl2pPr lvl="1"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06" name="Google Shape;106;p65"/>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SzPts val="1400"/>
              <a:buNone/>
              <a:defRPr b="0" i="0" sz="900" u="none">
                <a:solidFill>
                  <a:srgbClr val="898989"/>
                </a:solidFill>
                <a:latin typeface="Gill Sans"/>
                <a:ea typeface="Gill Sans"/>
                <a:cs typeface="Gill Sans"/>
                <a:sym typeface="Gill Sans"/>
              </a:defRPr>
            </a:lvl1pPr>
            <a:lvl2pPr lvl="1"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07" name="Google Shape;107;p65"/>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1pPr>
            <a:lvl2pPr indent="0" lvl="1"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2pPr>
            <a:lvl3pPr indent="0" lvl="2"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3pPr>
            <a:lvl4pPr indent="0" lvl="3"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4pPr>
            <a:lvl5pPr indent="0" lvl="4"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5pPr>
            <a:lvl6pPr indent="0" lvl="5"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6pPr>
            <a:lvl7pPr indent="0" lvl="6"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7pPr>
            <a:lvl8pPr indent="0" lvl="7"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8pPr>
            <a:lvl9pPr indent="0" lvl="8"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2"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9.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7" name="Shape 117"/>
        <p:cNvGrpSpPr/>
        <p:nvPr/>
      </p:nvGrpSpPr>
      <p:grpSpPr>
        <a:xfrm>
          <a:off x="0" y="0"/>
          <a:ext cx="0" cy="0"/>
          <a:chOff x="0" y="0"/>
          <a:chExt cx="0" cy="0"/>
        </a:xfrm>
      </p:grpSpPr>
      <p:pic>
        <p:nvPicPr>
          <p:cNvPr id="118" name="Google Shape;118;p67"/>
          <p:cNvPicPr preferRelativeResize="0"/>
          <p:nvPr/>
        </p:nvPicPr>
        <p:blipFill rotWithShape="1">
          <a:blip r:embed="rId1">
            <a:alphaModFix/>
          </a:blip>
          <a:srcRect b="0" l="0" r="0" t="0"/>
          <a:stretch/>
        </p:blipFill>
        <p:spPr>
          <a:xfrm>
            <a:off x="6945312" y="4127500"/>
            <a:ext cx="2200275" cy="2751137"/>
          </a:xfrm>
          <a:prstGeom prst="rect">
            <a:avLst/>
          </a:prstGeom>
          <a:noFill/>
          <a:ln>
            <a:noFill/>
          </a:ln>
        </p:spPr>
      </p:pic>
      <p:pic>
        <p:nvPicPr>
          <p:cNvPr id="119" name="Google Shape;119;p67"/>
          <p:cNvPicPr preferRelativeResize="0"/>
          <p:nvPr/>
        </p:nvPicPr>
        <p:blipFill rotWithShape="1">
          <a:blip r:embed="rId2">
            <a:alphaModFix/>
          </a:blip>
          <a:srcRect b="0" l="0" r="0" t="0"/>
          <a:stretch/>
        </p:blipFill>
        <p:spPr>
          <a:xfrm>
            <a:off x="11112" y="6015037"/>
            <a:ext cx="649287" cy="863600"/>
          </a:xfrm>
          <a:prstGeom prst="rect">
            <a:avLst/>
          </a:prstGeom>
          <a:noFill/>
          <a:ln>
            <a:noFill/>
          </a:ln>
        </p:spPr>
      </p:pic>
      <p:pic>
        <p:nvPicPr>
          <p:cNvPr id="120" name="Google Shape;120;p67"/>
          <p:cNvPicPr preferRelativeResize="0"/>
          <p:nvPr/>
        </p:nvPicPr>
        <p:blipFill rotWithShape="1">
          <a:blip r:embed="rId3">
            <a:alphaModFix/>
          </a:blip>
          <a:srcRect b="0" l="0" r="0" t="0"/>
          <a:stretch/>
        </p:blipFill>
        <p:spPr>
          <a:xfrm>
            <a:off x="8355012" y="100012"/>
            <a:ext cx="788987" cy="865187"/>
          </a:xfrm>
          <a:prstGeom prst="rect">
            <a:avLst/>
          </a:prstGeom>
          <a:noFill/>
          <a:ln>
            <a:noFill/>
          </a:ln>
        </p:spPr>
      </p:pic>
      <p:sp>
        <p:nvSpPr>
          <p:cNvPr id="121" name="Google Shape;121;p67"/>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2" name="Google Shape;122;p67"/>
          <p:cNvSpPr txBox="1"/>
          <p:nvPr>
            <p:ph idx="1" type="body"/>
          </p:nvPr>
        </p:nvSpPr>
        <p:spPr>
          <a:xfrm>
            <a:off x="628650" y="1825625"/>
            <a:ext cx="7886700" cy="4351337"/>
          </a:xfrm>
          <a:prstGeom prst="rect">
            <a:avLst/>
          </a:prstGeom>
          <a:noFill/>
          <a:ln>
            <a:noFill/>
          </a:ln>
        </p:spPr>
        <p:txBody>
          <a:bodyPr anchorCtr="0" anchor="t" bIns="45700" lIns="91425" spcFirstLastPara="1" rIns="91425" wrap="square" tIns="45700">
            <a:norm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23" name="Google Shape;123;p67"/>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900" u="none">
                <a:solidFill>
                  <a:srgbClr val="898989"/>
                </a:solidFill>
                <a:latin typeface="Gill Sans"/>
                <a:ea typeface="Gill Sans"/>
                <a:cs typeface="Gill Sans"/>
                <a:sym typeface="Gill Sans"/>
              </a:defRPr>
            </a:lvl1pPr>
            <a:lvl2pPr lvl="1"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24" name="Google Shape;124;p67"/>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SzPts val="1400"/>
              <a:buNone/>
              <a:defRPr b="0" i="0" sz="900" u="none">
                <a:solidFill>
                  <a:srgbClr val="898989"/>
                </a:solidFill>
                <a:latin typeface="Gill Sans"/>
                <a:ea typeface="Gill Sans"/>
                <a:cs typeface="Gill Sans"/>
                <a:sym typeface="Gill Sans"/>
              </a:defRPr>
            </a:lvl1pPr>
            <a:lvl2pPr lvl="1"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25" name="Google Shape;125;p67"/>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1pPr>
            <a:lvl2pPr indent="0" lvl="1"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2pPr>
            <a:lvl3pPr indent="0" lvl="2"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3pPr>
            <a:lvl4pPr indent="0" lvl="3"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4pPr>
            <a:lvl5pPr indent="0" lvl="4"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5pPr>
            <a:lvl6pPr indent="0" lvl="5"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6pPr>
            <a:lvl7pPr indent="0" lvl="6"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7pPr>
            <a:lvl8pPr indent="0" lvl="7"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8pPr>
            <a:lvl9pPr indent="0" lvl="8"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4"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0.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1" name="Shape 131"/>
        <p:cNvGrpSpPr/>
        <p:nvPr/>
      </p:nvGrpSpPr>
      <p:grpSpPr>
        <a:xfrm>
          <a:off x="0" y="0"/>
          <a:ext cx="0" cy="0"/>
          <a:chOff x="0" y="0"/>
          <a:chExt cx="0" cy="0"/>
        </a:xfrm>
      </p:grpSpPr>
      <p:pic>
        <p:nvPicPr>
          <p:cNvPr id="132" name="Google Shape;132;p69"/>
          <p:cNvPicPr preferRelativeResize="0"/>
          <p:nvPr/>
        </p:nvPicPr>
        <p:blipFill rotWithShape="1">
          <a:blip r:embed="rId1">
            <a:alphaModFix/>
          </a:blip>
          <a:srcRect b="0" l="0" r="0" t="0"/>
          <a:stretch/>
        </p:blipFill>
        <p:spPr>
          <a:xfrm>
            <a:off x="6945312" y="4127500"/>
            <a:ext cx="2200275" cy="2751137"/>
          </a:xfrm>
          <a:prstGeom prst="rect">
            <a:avLst/>
          </a:prstGeom>
          <a:noFill/>
          <a:ln>
            <a:noFill/>
          </a:ln>
        </p:spPr>
      </p:pic>
      <p:pic>
        <p:nvPicPr>
          <p:cNvPr id="133" name="Google Shape;133;p69"/>
          <p:cNvPicPr preferRelativeResize="0"/>
          <p:nvPr/>
        </p:nvPicPr>
        <p:blipFill rotWithShape="1">
          <a:blip r:embed="rId2">
            <a:alphaModFix/>
          </a:blip>
          <a:srcRect b="0" l="0" r="0" t="0"/>
          <a:stretch/>
        </p:blipFill>
        <p:spPr>
          <a:xfrm>
            <a:off x="11112" y="6015037"/>
            <a:ext cx="649287" cy="863600"/>
          </a:xfrm>
          <a:prstGeom prst="rect">
            <a:avLst/>
          </a:prstGeom>
          <a:noFill/>
          <a:ln>
            <a:noFill/>
          </a:ln>
        </p:spPr>
      </p:pic>
      <p:pic>
        <p:nvPicPr>
          <p:cNvPr id="134" name="Google Shape;134;p69"/>
          <p:cNvPicPr preferRelativeResize="0"/>
          <p:nvPr/>
        </p:nvPicPr>
        <p:blipFill rotWithShape="1">
          <a:blip r:embed="rId3">
            <a:alphaModFix/>
          </a:blip>
          <a:srcRect b="0" l="0" r="0" t="0"/>
          <a:stretch/>
        </p:blipFill>
        <p:spPr>
          <a:xfrm>
            <a:off x="8355012" y="100012"/>
            <a:ext cx="677862" cy="865187"/>
          </a:xfrm>
          <a:prstGeom prst="rect">
            <a:avLst/>
          </a:prstGeom>
          <a:noFill/>
          <a:ln>
            <a:noFill/>
          </a:ln>
        </p:spPr>
      </p:pic>
      <p:sp>
        <p:nvSpPr>
          <p:cNvPr id="135" name="Google Shape;135;p69"/>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6" name="Google Shape;136;p69"/>
          <p:cNvSpPr txBox="1"/>
          <p:nvPr>
            <p:ph idx="1" type="body"/>
          </p:nvPr>
        </p:nvSpPr>
        <p:spPr>
          <a:xfrm>
            <a:off x="628650" y="1825625"/>
            <a:ext cx="7886700" cy="4351337"/>
          </a:xfrm>
          <a:prstGeom prst="rect">
            <a:avLst/>
          </a:prstGeom>
          <a:noFill/>
          <a:ln>
            <a:noFill/>
          </a:ln>
        </p:spPr>
        <p:txBody>
          <a:bodyPr anchorCtr="0" anchor="t" bIns="45700" lIns="91425" spcFirstLastPara="1" rIns="91425" wrap="square" tIns="45700">
            <a:norm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37" name="Google Shape;137;p69"/>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900" u="none">
                <a:solidFill>
                  <a:srgbClr val="898989"/>
                </a:solidFill>
                <a:latin typeface="Gill Sans"/>
                <a:ea typeface="Gill Sans"/>
                <a:cs typeface="Gill Sans"/>
                <a:sym typeface="Gill Sans"/>
              </a:defRPr>
            </a:lvl1pPr>
            <a:lvl2pPr lvl="1"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38" name="Google Shape;138;p69"/>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SzPts val="1400"/>
              <a:buNone/>
              <a:defRPr b="0" i="0" sz="900" u="none">
                <a:solidFill>
                  <a:srgbClr val="898989"/>
                </a:solidFill>
                <a:latin typeface="Gill Sans"/>
                <a:ea typeface="Gill Sans"/>
                <a:cs typeface="Gill Sans"/>
                <a:sym typeface="Gill Sans"/>
              </a:defRPr>
            </a:lvl1pPr>
            <a:lvl2pPr lvl="1"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39" name="Google Shape;139;p69"/>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1pPr>
            <a:lvl2pPr indent="0" lvl="1"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2pPr>
            <a:lvl3pPr indent="0" lvl="2"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3pPr>
            <a:lvl4pPr indent="0" lvl="3"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4pPr>
            <a:lvl5pPr indent="0" lvl="4"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5pPr>
            <a:lvl6pPr indent="0" lvl="5"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6pPr>
            <a:lvl7pPr indent="0" lvl="6"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7pPr>
            <a:lvl8pPr indent="0" lvl="7"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8pPr>
            <a:lvl9pPr indent="0" lvl="8"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6"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4" name="Shape 144"/>
        <p:cNvGrpSpPr/>
        <p:nvPr/>
      </p:nvGrpSpPr>
      <p:grpSpPr>
        <a:xfrm>
          <a:off x="0" y="0"/>
          <a:ext cx="0" cy="0"/>
          <a:chOff x="0" y="0"/>
          <a:chExt cx="0" cy="0"/>
        </a:xfrm>
      </p:grpSpPr>
      <p:pic>
        <p:nvPicPr>
          <p:cNvPr id="145" name="Google Shape;145;p71"/>
          <p:cNvPicPr preferRelativeResize="0"/>
          <p:nvPr/>
        </p:nvPicPr>
        <p:blipFill rotWithShape="1">
          <a:blip r:embed="rId1">
            <a:alphaModFix/>
          </a:blip>
          <a:srcRect b="0" l="0" r="0" t="0"/>
          <a:stretch/>
        </p:blipFill>
        <p:spPr>
          <a:xfrm>
            <a:off x="6945312" y="4127500"/>
            <a:ext cx="2200275" cy="2751137"/>
          </a:xfrm>
          <a:prstGeom prst="rect">
            <a:avLst/>
          </a:prstGeom>
          <a:noFill/>
          <a:ln>
            <a:noFill/>
          </a:ln>
        </p:spPr>
      </p:pic>
      <p:pic>
        <p:nvPicPr>
          <p:cNvPr id="146" name="Google Shape;146;p71"/>
          <p:cNvPicPr preferRelativeResize="0"/>
          <p:nvPr/>
        </p:nvPicPr>
        <p:blipFill rotWithShape="1">
          <a:blip r:embed="rId2">
            <a:alphaModFix/>
          </a:blip>
          <a:srcRect b="0" l="0" r="0" t="0"/>
          <a:stretch/>
        </p:blipFill>
        <p:spPr>
          <a:xfrm>
            <a:off x="11112" y="6015037"/>
            <a:ext cx="649287" cy="863600"/>
          </a:xfrm>
          <a:prstGeom prst="rect">
            <a:avLst/>
          </a:prstGeom>
          <a:noFill/>
          <a:ln>
            <a:noFill/>
          </a:ln>
        </p:spPr>
      </p:pic>
      <p:pic>
        <p:nvPicPr>
          <p:cNvPr id="147" name="Google Shape;147;p71"/>
          <p:cNvPicPr preferRelativeResize="0"/>
          <p:nvPr/>
        </p:nvPicPr>
        <p:blipFill rotWithShape="1">
          <a:blip r:embed="rId3">
            <a:alphaModFix/>
          </a:blip>
          <a:srcRect b="0" l="0" r="0" t="0"/>
          <a:stretch/>
        </p:blipFill>
        <p:spPr>
          <a:xfrm>
            <a:off x="8355012" y="100012"/>
            <a:ext cx="677862" cy="865187"/>
          </a:xfrm>
          <a:prstGeom prst="rect">
            <a:avLst/>
          </a:prstGeom>
          <a:noFill/>
          <a:ln>
            <a:noFill/>
          </a:ln>
        </p:spPr>
      </p:pic>
      <p:sp>
        <p:nvSpPr>
          <p:cNvPr id="148" name="Google Shape;148;p71"/>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49" name="Google Shape;149;p71"/>
          <p:cNvSpPr txBox="1"/>
          <p:nvPr>
            <p:ph idx="1" type="body"/>
          </p:nvPr>
        </p:nvSpPr>
        <p:spPr>
          <a:xfrm>
            <a:off x="628650" y="1825625"/>
            <a:ext cx="7886700" cy="4351337"/>
          </a:xfrm>
          <a:prstGeom prst="rect">
            <a:avLst/>
          </a:prstGeom>
          <a:noFill/>
          <a:ln>
            <a:noFill/>
          </a:ln>
        </p:spPr>
        <p:txBody>
          <a:bodyPr anchorCtr="0" anchor="t" bIns="45700" lIns="91425" spcFirstLastPara="1" rIns="91425" wrap="square" tIns="45700">
            <a:norm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50" name="Google Shape;150;p71"/>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900" u="none">
                <a:solidFill>
                  <a:srgbClr val="898989"/>
                </a:solidFill>
                <a:latin typeface="Gill Sans"/>
                <a:ea typeface="Gill Sans"/>
                <a:cs typeface="Gill Sans"/>
                <a:sym typeface="Gill Sans"/>
              </a:defRPr>
            </a:lvl1pPr>
            <a:lvl2pPr lvl="1"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51" name="Google Shape;151;p71"/>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SzPts val="1400"/>
              <a:buNone/>
              <a:defRPr b="0" i="0" sz="900" u="none">
                <a:solidFill>
                  <a:srgbClr val="898989"/>
                </a:solidFill>
                <a:latin typeface="Gill Sans"/>
                <a:ea typeface="Gill Sans"/>
                <a:cs typeface="Gill Sans"/>
                <a:sym typeface="Gill Sans"/>
              </a:defRPr>
            </a:lvl1pPr>
            <a:lvl2pPr lvl="1"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52" name="Google Shape;152;p71"/>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1pPr>
            <a:lvl2pPr indent="0" lvl="1"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2pPr>
            <a:lvl3pPr indent="0" lvl="2"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3pPr>
            <a:lvl4pPr indent="0" lvl="3"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4pPr>
            <a:lvl5pPr indent="0" lvl="4"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5pPr>
            <a:lvl6pPr indent="0" lvl="5"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6pPr>
            <a:lvl7pPr indent="0" lvl="6"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7pPr>
            <a:lvl8pPr indent="0" lvl="7"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8pPr>
            <a:lvl9pPr indent="0" lvl="8"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8"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0" name="Shape 160"/>
        <p:cNvGrpSpPr/>
        <p:nvPr/>
      </p:nvGrpSpPr>
      <p:grpSpPr>
        <a:xfrm>
          <a:off x="0" y="0"/>
          <a:ext cx="0" cy="0"/>
          <a:chOff x="0" y="0"/>
          <a:chExt cx="0" cy="0"/>
        </a:xfrm>
      </p:grpSpPr>
      <p:pic>
        <p:nvPicPr>
          <p:cNvPr id="161" name="Google Shape;161;p73"/>
          <p:cNvPicPr preferRelativeResize="0"/>
          <p:nvPr/>
        </p:nvPicPr>
        <p:blipFill rotWithShape="1">
          <a:blip r:embed="rId1">
            <a:alphaModFix/>
          </a:blip>
          <a:srcRect b="0" l="0" r="0" t="0"/>
          <a:stretch/>
        </p:blipFill>
        <p:spPr>
          <a:xfrm>
            <a:off x="6945312" y="4127500"/>
            <a:ext cx="2200275" cy="2751137"/>
          </a:xfrm>
          <a:prstGeom prst="rect">
            <a:avLst/>
          </a:prstGeom>
          <a:noFill/>
          <a:ln>
            <a:noFill/>
          </a:ln>
        </p:spPr>
      </p:pic>
      <p:pic>
        <p:nvPicPr>
          <p:cNvPr id="162" name="Google Shape;162;p73"/>
          <p:cNvPicPr preferRelativeResize="0"/>
          <p:nvPr/>
        </p:nvPicPr>
        <p:blipFill rotWithShape="1">
          <a:blip r:embed="rId2">
            <a:alphaModFix/>
          </a:blip>
          <a:srcRect b="0" l="0" r="0" t="0"/>
          <a:stretch/>
        </p:blipFill>
        <p:spPr>
          <a:xfrm>
            <a:off x="11112" y="6015037"/>
            <a:ext cx="649287" cy="863600"/>
          </a:xfrm>
          <a:prstGeom prst="rect">
            <a:avLst/>
          </a:prstGeom>
          <a:noFill/>
          <a:ln>
            <a:noFill/>
          </a:ln>
        </p:spPr>
      </p:pic>
      <p:pic>
        <p:nvPicPr>
          <p:cNvPr id="163" name="Google Shape;163;p73"/>
          <p:cNvPicPr preferRelativeResize="0"/>
          <p:nvPr/>
        </p:nvPicPr>
        <p:blipFill rotWithShape="1">
          <a:blip r:embed="rId3">
            <a:alphaModFix/>
          </a:blip>
          <a:srcRect b="0" l="0" r="0" t="0"/>
          <a:stretch/>
        </p:blipFill>
        <p:spPr>
          <a:xfrm>
            <a:off x="8355012" y="100012"/>
            <a:ext cx="677862" cy="865187"/>
          </a:xfrm>
          <a:prstGeom prst="rect">
            <a:avLst/>
          </a:prstGeom>
          <a:noFill/>
          <a:ln>
            <a:noFill/>
          </a:ln>
        </p:spPr>
      </p:pic>
      <p:sp>
        <p:nvSpPr>
          <p:cNvPr id="164" name="Google Shape;164;p73"/>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65" name="Google Shape;165;p73"/>
          <p:cNvSpPr txBox="1"/>
          <p:nvPr>
            <p:ph idx="1" type="body"/>
          </p:nvPr>
        </p:nvSpPr>
        <p:spPr>
          <a:xfrm>
            <a:off x="628650" y="1825625"/>
            <a:ext cx="7886700" cy="4351337"/>
          </a:xfrm>
          <a:prstGeom prst="rect">
            <a:avLst/>
          </a:prstGeom>
          <a:noFill/>
          <a:ln>
            <a:noFill/>
          </a:ln>
        </p:spPr>
        <p:txBody>
          <a:bodyPr anchorCtr="0" anchor="t" bIns="45700" lIns="91425" spcFirstLastPara="1" rIns="91425" wrap="square" tIns="45700">
            <a:norm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66" name="Google Shape;166;p73"/>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900" u="none">
                <a:solidFill>
                  <a:srgbClr val="898989"/>
                </a:solidFill>
                <a:latin typeface="Gill Sans"/>
                <a:ea typeface="Gill Sans"/>
                <a:cs typeface="Gill Sans"/>
                <a:sym typeface="Gill Sans"/>
              </a:defRPr>
            </a:lvl1pPr>
            <a:lvl2pPr lvl="1"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67" name="Google Shape;167;p73"/>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SzPts val="1400"/>
              <a:buNone/>
              <a:defRPr b="0" i="0" sz="900" u="none">
                <a:solidFill>
                  <a:srgbClr val="898989"/>
                </a:solidFill>
                <a:latin typeface="Gill Sans"/>
                <a:ea typeface="Gill Sans"/>
                <a:cs typeface="Gill Sans"/>
                <a:sym typeface="Gill Sans"/>
              </a:defRPr>
            </a:lvl1pPr>
            <a:lvl2pPr lvl="1"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68" name="Google Shape;168;p73"/>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1pPr>
            <a:lvl2pPr indent="0" lvl="1"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2pPr>
            <a:lvl3pPr indent="0" lvl="2"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3pPr>
            <a:lvl4pPr indent="0" lvl="3"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4pPr>
            <a:lvl5pPr indent="0" lvl="4"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5pPr>
            <a:lvl6pPr indent="0" lvl="5"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6pPr>
            <a:lvl7pPr indent="0" lvl="6"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7pPr>
            <a:lvl8pPr indent="0" lvl="7"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8pPr>
            <a:lvl9pPr indent="0" lvl="8"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70"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6" name="Shape 176"/>
        <p:cNvGrpSpPr/>
        <p:nvPr/>
      </p:nvGrpSpPr>
      <p:grpSpPr>
        <a:xfrm>
          <a:off x="0" y="0"/>
          <a:ext cx="0" cy="0"/>
          <a:chOff x="0" y="0"/>
          <a:chExt cx="0" cy="0"/>
        </a:xfrm>
      </p:grpSpPr>
      <p:pic>
        <p:nvPicPr>
          <p:cNvPr id="177" name="Google Shape;177;p75"/>
          <p:cNvPicPr preferRelativeResize="0"/>
          <p:nvPr/>
        </p:nvPicPr>
        <p:blipFill rotWithShape="1">
          <a:blip r:embed="rId1">
            <a:alphaModFix/>
          </a:blip>
          <a:srcRect b="0" l="0" r="0" t="0"/>
          <a:stretch/>
        </p:blipFill>
        <p:spPr>
          <a:xfrm>
            <a:off x="6945312" y="4127500"/>
            <a:ext cx="2200275" cy="2751137"/>
          </a:xfrm>
          <a:prstGeom prst="rect">
            <a:avLst/>
          </a:prstGeom>
          <a:noFill/>
          <a:ln>
            <a:noFill/>
          </a:ln>
        </p:spPr>
      </p:pic>
      <p:pic>
        <p:nvPicPr>
          <p:cNvPr id="178" name="Google Shape;178;p75"/>
          <p:cNvPicPr preferRelativeResize="0"/>
          <p:nvPr/>
        </p:nvPicPr>
        <p:blipFill rotWithShape="1">
          <a:blip r:embed="rId2">
            <a:alphaModFix/>
          </a:blip>
          <a:srcRect b="0" l="0" r="0" t="0"/>
          <a:stretch/>
        </p:blipFill>
        <p:spPr>
          <a:xfrm>
            <a:off x="11112" y="6015037"/>
            <a:ext cx="649287" cy="863600"/>
          </a:xfrm>
          <a:prstGeom prst="rect">
            <a:avLst/>
          </a:prstGeom>
          <a:noFill/>
          <a:ln>
            <a:noFill/>
          </a:ln>
        </p:spPr>
      </p:pic>
      <p:pic>
        <p:nvPicPr>
          <p:cNvPr id="179" name="Google Shape;179;p75"/>
          <p:cNvPicPr preferRelativeResize="0"/>
          <p:nvPr/>
        </p:nvPicPr>
        <p:blipFill rotWithShape="1">
          <a:blip r:embed="rId3">
            <a:alphaModFix/>
          </a:blip>
          <a:srcRect b="0" l="0" r="0" t="0"/>
          <a:stretch/>
        </p:blipFill>
        <p:spPr>
          <a:xfrm>
            <a:off x="8355012" y="100012"/>
            <a:ext cx="677862" cy="865187"/>
          </a:xfrm>
          <a:prstGeom prst="rect">
            <a:avLst/>
          </a:prstGeom>
          <a:noFill/>
          <a:ln>
            <a:noFill/>
          </a:ln>
        </p:spPr>
      </p:pic>
      <p:sp>
        <p:nvSpPr>
          <p:cNvPr id="180" name="Google Shape;180;p75"/>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81" name="Google Shape;181;p75"/>
          <p:cNvSpPr txBox="1"/>
          <p:nvPr>
            <p:ph idx="1" type="body"/>
          </p:nvPr>
        </p:nvSpPr>
        <p:spPr>
          <a:xfrm>
            <a:off x="628650" y="1825625"/>
            <a:ext cx="7886700" cy="4351337"/>
          </a:xfrm>
          <a:prstGeom prst="rect">
            <a:avLst/>
          </a:prstGeom>
          <a:noFill/>
          <a:ln>
            <a:noFill/>
          </a:ln>
        </p:spPr>
        <p:txBody>
          <a:bodyPr anchorCtr="0" anchor="t" bIns="45700" lIns="91425" spcFirstLastPara="1" rIns="91425" wrap="square" tIns="45700">
            <a:norm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82" name="Google Shape;182;p75"/>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900" u="none">
                <a:solidFill>
                  <a:srgbClr val="898989"/>
                </a:solidFill>
                <a:latin typeface="Gill Sans"/>
                <a:ea typeface="Gill Sans"/>
                <a:cs typeface="Gill Sans"/>
                <a:sym typeface="Gill Sans"/>
              </a:defRPr>
            </a:lvl1pPr>
            <a:lvl2pPr lvl="1"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83" name="Google Shape;183;p75"/>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SzPts val="1400"/>
              <a:buNone/>
              <a:defRPr b="0" i="0" sz="900" u="none">
                <a:solidFill>
                  <a:srgbClr val="898989"/>
                </a:solidFill>
                <a:latin typeface="Gill Sans"/>
                <a:ea typeface="Gill Sans"/>
                <a:cs typeface="Gill Sans"/>
                <a:sym typeface="Gill Sans"/>
              </a:defRPr>
            </a:lvl1pPr>
            <a:lvl2pPr lvl="1"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84" name="Google Shape;184;p75"/>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1pPr>
            <a:lvl2pPr indent="0" lvl="1"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2pPr>
            <a:lvl3pPr indent="0" lvl="2"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3pPr>
            <a:lvl4pPr indent="0" lvl="3"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4pPr>
            <a:lvl5pPr indent="0" lvl="4"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5pPr>
            <a:lvl6pPr indent="0" lvl="5"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6pPr>
            <a:lvl7pPr indent="0" lvl="6"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7pPr>
            <a:lvl8pPr indent="0" lvl="7"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8pPr>
            <a:lvl9pPr indent="0" lvl="8"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72"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1" name="Shape 191"/>
        <p:cNvGrpSpPr/>
        <p:nvPr/>
      </p:nvGrpSpPr>
      <p:grpSpPr>
        <a:xfrm>
          <a:off x="0" y="0"/>
          <a:ext cx="0" cy="0"/>
          <a:chOff x="0" y="0"/>
          <a:chExt cx="0" cy="0"/>
        </a:xfrm>
      </p:grpSpPr>
      <p:pic>
        <p:nvPicPr>
          <p:cNvPr id="192" name="Google Shape;192;p77"/>
          <p:cNvPicPr preferRelativeResize="0"/>
          <p:nvPr/>
        </p:nvPicPr>
        <p:blipFill rotWithShape="1">
          <a:blip r:embed="rId1">
            <a:alphaModFix/>
          </a:blip>
          <a:srcRect b="0" l="0" r="0" t="0"/>
          <a:stretch/>
        </p:blipFill>
        <p:spPr>
          <a:xfrm>
            <a:off x="6945312" y="4127500"/>
            <a:ext cx="2200275" cy="2751137"/>
          </a:xfrm>
          <a:prstGeom prst="rect">
            <a:avLst/>
          </a:prstGeom>
          <a:noFill/>
          <a:ln>
            <a:noFill/>
          </a:ln>
        </p:spPr>
      </p:pic>
      <p:pic>
        <p:nvPicPr>
          <p:cNvPr id="193" name="Google Shape;193;p77"/>
          <p:cNvPicPr preferRelativeResize="0"/>
          <p:nvPr/>
        </p:nvPicPr>
        <p:blipFill rotWithShape="1">
          <a:blip r:embed="rId2">
            <a:alphaModFix/>
          </a:blip>
          <a:srcRect b="0" l="0" r="0" t="0"/>
          <a:stretch/>
        </p:blipFill>
        <p:spPr>
          <a:xfrm>
            <a:off x="11112" y="6015037"/>
            <a:ext cx="649287" cy="863600"/>
          </a:xfrm>
          <a:prstGeom prst="rect">
            <a:avLst/>
          </a:prstGeom>
          <a:noFill/>
          <a:ln>
            <a:noFill/>
          </a:ln>
        </p:spPr>
      </p:pic>
      <p:pic>
        <p:nvPicPr>
          <p:cNvPr id="194" name="Google Shape;194;p77"/>
          <p:cNvPicPr preferRelativeResize="0"/>
          <p:nvPr/>
        </p:nvPicPr>
        <p:blipFill rotWithShape="1">
          <a:blip r:embed="rId3">
            <a:alphaModFix/>
          </a:blip>
          <a:srcRect b="0" l="0" r="0" t="0"/>
          <a:stretch/>
        </p:blipFill>
        <p:spPr>
          <a:xfrm>
            <a:off x="8355012" y="100012"/>
            <a:ext cx="677862" cy="865187"/>
          </a:xfrm>
          <a:prstGeom prst="rect">
            <a:avLst/>
          </a:prstGeom>
          <a:noFill/>
          <a:ln>
            <a:noFill/>
          </a:ln>
        </p:spPr>
      </p:pic>
      <p:sp>
        <p:nvSpPr>
          <p:cNvPr id="195" name="Google Shape;195;p77"/>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96" name="Google Shape;196;p77"/>
          <p:cNvSpPr txBox="1"/>
          <p:nvPr>
            <p:ph idx="1" type="body"/>
          </p:nvPr>
        </p:nvSpPr>
        <p:spPr>
          <a:xfrm>
            <a:off x="628650" y="1825625"/>
            <a:ext cx="7886700" cy="4351337"/>
          </a:xfrm>
          <a:prstGeom prst="rect">
            <a:avLst/>
          </a:prstGeom>
          <a:noFill/>
          <a:ln>
            <a:noFill/>
          </a:ln>
        </p:spPr>
        <p:txBody>
          <a:bodyPr anchorCtr="0" anchor="t" bIns="45700" lIns="91425" spcFirstLastPara="1" rIns="91425" wrap="square" tIns="45700">
            <a:norm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97" name="Google Shape;197;p77"/>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900" u="none">
                <a:solidFill>
                  <a:srgbClr val="898989"/>
                </a:solidFill>
                <a:latin typeface="Gill Sans"/>
                <a:ea typeface="Gill Sans"/>
                <a:cs typeface="Gill Sans"/>
                <a:sym typeface="Gill Sans"/>
              </a:defRPr>
            </a:lvl1pPr>
            <a:lvl2pPr lvl="1"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98" name="Google Shape;198;p77"/>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SzPts val="1400"/>
              <a:buNone/>
              <a:defRPr b="0" i="0" sz="900" u="none">
                <a:solidFill>
                  <a:srgbClr val="898989"/>
                </a:solidFill>
                <a:latin typeface="Gill Sans"/>
                <a:ea typeface="Gill Sans"/>
                <a:cs typeface="Gill Sans"/>
                <a:sym typeface="Gill Sans"/>
              </a:defRPr>
            </a:lvl1pPr>
            <a:lvl2pPr lvl="1"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99" name="Google Shape;199;p77"/>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1pPr>
            <a:lvl2pPr indent="0" lvl="1"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2pPr>
            <a:lvl3pPr indent="0" lvl="2"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3pPr>
            <a:lvl4pPr indent="0" lvl="3"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4pPr>
            <a:lvl5pPr indent="0" lvl="4"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5pPr>
            <a:lvl6pPr indent="0" lvl="5"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6pPr>
            <a:lvl7pPr indent="0" lvl="6"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7pPr>
            <a:lvl8pPr indent="0" lvl="7"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8pPr>
            <a:lvl9pPr indent="0" lvl="8"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74"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vmlDrawing" Target="../drawings/vmlDrawing1.vml"/><Relationship Id="rId4" Type="http://schemas.openxmlformats.org/officeDocument/2006/relationships/oleObject" Target="../embeddings/oleObject1.bin"/><Relationship Id="rId5" Type="http://schemas.openxmlformats.org/officeDocument/2006/relationships/oleObject" Target="../embeddings/oleObject1.bin"/><Relationship Id="rId6"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9.jpg"/><Relationship Id="rId4" Type="http://schemas.openxmlformats.org/officeDocument/2006/relationships/image" Target="../media/image11.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hyperlink" Target="http://library.thinkquest.org/28005/flashed/timemachine/courseofhistory/zimmerman.shtml?tqskip1=1&amp;tqtime=1029"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3.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2.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hyperlink" Target="http://www.answers.com/topic/timeline-of-cryptography" TargetMode="External"/><Relationship Id="rId4" Type="http://schemas.openxmlformats.org/officeDocument/2006/relationships/hyperlink" Target="http://en.wikipedia.org/wiki/Timeline_of_cryptography" TargetMode="External"/><Relationship Id="rId5" Type="http://schemas.openxmlformats.org/officeDocument/2006/relationships/image" Target="../media/image10.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4.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hyperlink" Target="http://en.wikipedia.org/wiki/Vigen%C3%A8re_cipher" TargetMode="External"/><Relationship Id="rId4" Type="http://schemas.openxmlformats.org/officeDocument/2006/relationships/image" Target="../media/image17.jpg"/></Relationships>
</file>

<file path=ppt/slides/_rels/slide36.xml.rels><?xml version="1.0" encoding="UTF-8" standalone="yes"?><Relationships xmlns="http://schemas.openxmlformats.org/package/2006/relationships"><Relationship Id="rId11" Type="http://schemas.openxmlformats.org/officeDocument/2006/relationships/hyperlink" Target="http://en.wikipedia.org/wiki/Beale_ciphers" TargetMode="External"/><Relationship Id="rId10" Type="http://schemas.openxmlformats.org/officeDocument/2006/relationships/hyperlink" Target="http://en.wikipedia.org/wiki/Kerckhoffs%27_principle" TargetMode="External"/><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hyperlink" Target="http://en.wikipedia.org/wiki/Samuel_Morse" TargetMode="External"/><Relationship Id="rId4" Type="http://schemas.openxmlformats.org/officeDocument/2006/relationships/hyperlink" Target="http://en.wikipedia.org/wiki/Morse_code" TargetMode="External"/><Relationship Id="rId9" Type="http://schemas.openxmlformats.org/officeDocument/2006/relationships/hyperlink" Target="http://en.wikipedia.org/wiki/Auguste_Kerckhoffs" TargetMode="External"/><Relationship Id="rId5" Type="http://schemas.openxmlformats.org/officeDocument/2006/relationships/hyperlink" Target="http://en.wikipedia.org/wiki/Wheatstone" TargetMode="External"/><Relationship Id="rId6" Type="http://schemas.openxmlformats.org/officeDocument/2006/relationships/hyperlink" Target="http://en.wikipedia.org/wiki/Playfair_cipher" TargetMode="External"/><Relationship Id="rId7" Type="http://schemas.openxmlformats.org/officeDocument/2006/relationships/hyperlink" Target="http://en.wikipedia.org/wiki/Babbage" TargetMode="External"/><Relationship Id="rId8" Type="http://schemas.openxmlformats.org/officeDocument/2006/relationships/hyperlink" Target="http://en.wikipedia.org/wiki/Kasiski" TargetMode="External"/></Relationships>
</file>

<file path=ppt/slides/_rels/slide37.xml.rels><?xml version="1.0" encoding="UTF-8" standalone="yes"?><Relationships xmlns="http://schemas.openxmlformats.org/package/2006/relationships"><Relationship Id="rId10" Type="http://schemas.openxmlformats.org/officeDocument/2006/relationships/hyperlink" Target="http://en.wikipedia.org/wiki/Henry_L._Stimson" TargetMode="External"/><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hyperlink" Target="http://en.wikipedia.org/wiki/Stream_cipher" TargetMode="External"/><Relationship Id="rId4" Type="http://schemas.openxmlformats.org/officeDocument/2006/relationships/hyperlink" Target="http://en.wikipedia.org/wiki/One-time_pad" TargetMode="External"/><Relationship Id="rId9" Type="http://schemas.openxmlformats.org/officeDocument/2006/relationships/hyperlink" Target="http://en.wikipedia.org/wiki/Secretary_of_State" TargetMode="External"/><Relationship Id="rId5" Type="http://schemas.openxmlformats.org/officeDocument/2006/relationships/hyperlink" Target="http://en.wikipedia.org/wiki/Zimmermann_telegram" TargetMode="External"/><Relationship Id="rId6" Type="http://schemas.openxmlformats.org/officeDocument/2006/relationships/hyperlink" Target="http://en.wikipedia.org/wiki/World_War_I" TargetMode="External"/><Relationship Id="rId7" Type="http://schemas.openxmlformats.org/officeDocument/2006/relationships/hyperlink" Target="http://en.wikipedia.org/wiki/Enigma_machine" TargetMode="External"/><Relationship Id="rId8" Type="http://schemas.openxmlformats.org/officeDocument/2006/relationships/hyperlink" Target="http://en.wikipedia.org/wiki/Marian_Rejewski"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hyperlink" Target="http://en.wikipedia.org/wiki/PURPLE" TargetMode="External"/><Relationship Id="rId4" Type="http://schemas.openxmlformats.org/officeDocument/2006/relationships/hyperlink" Target="http://en.wikipedia.org/wiki/Pearl_Harbor" TargetMode="External"/><Relationship Id="rId5" Type="http://schemas.openxmlformats.org/officeDocument/2006/relationships/hyperlink" Target="http://en.wikipedia.org/wiki/Admiral_Yamamoto"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hyperlink" Target="http://en.wikipedia.org/wiki/Magic_(cryptography)" TargetMode="External"/><Relationship Id="rId4" Type="http://schemas.openxmlformats.org/officeDocument/2006/relationships/hyperlink" Target="http://en.wikipedia.org/wiki/Magic_(cryptography)" TargetMode="External"/><Relationship Id="rId5" Type="http://schemas.openxmlformats.org/officeDocument/2006/relationships/hyperlink" Target="http://en.wikipedia.org/wiki/Magic_(cryptography)" TargetMode="External"/><Relationship Id="rId6" Type="http://schemas.openxmlformats.org/officeDocument/2006/relationships/hyperlink" Target="http://en.wikipedia.org/wiki/Enigma_machine" TargetMode="External"/><Relationship Id="rId7" Type="http://schemas.openxmlformats.org/officeDocument/2006/relationships/hyperlink" Target="http://en.wikipedia.org/wiki/Enigma_machine" TargetMode="External"/><Relationship Id="rId8" Type="http://schemas.openxmlformats.org/officeDocument/2006/relationships/hyperlink" Target="http://en.wikipedia.org/wiki/Enigma_machine"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1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16.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hyperlink" Target="http://en.wikipedia.org/wiki/Claude_Shannon" TargetMode="External"/><Relationship Id="rId4" Type="http://schemas.openxmlformats.org/officeDocument/2006/relationships/hyperlink" Target="http://netlab.cs.ucla.edu/wiki/files/shannon1949.pdf" TargetMode="External"/><Relationship Id="rId5" Type="http://schemas.openxmlformats.org/officeDocument/2006/relationships/image" Target="../media/image19.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hyperlink" Target="http://en.wikipedia.org/wiki/David_Kahn" TargetMode="External"/><Relationship Id="rId4" Type="http://schemas.openxmlformats.org/officeDocument/2006/relationships/hyperlink" Target="http://en.wikipedia.org/wiki/Gulf_of_Tonkin_Incident" TargetMode="External"/><Relationship Id="rId5" Type="http://schemas.openxmlformats.org/officeDocument/2006/relationships/hyperlink" Target="http://en.wikipedia.org/wiki/Vietnam_War" TargetMode="External"/><Relationship Id="rId6" Type="http://schemas.openxmlformats.org/officeDocument/2006/relationships/image" Target="../media/image18.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hyperlink" Target="http://en.wikipedia.org/wiki/ARPANET"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hyperlink" Target="http://en.wikipedia.org/wiki/Quantum_computers" TargetMode="External"/><Relationship Id="rId4" Type="http://schemas.openxmlformats.org/officeDocument/2006/relationships/hyperlink" Target="http://en.wikipedia.org/wiki/CERN" TargetMode="External"/><Relationship Id="rId5" Type="http://schemas.openxmlformats.org/officeDocument/2006/relationships/hyperlink" Target="http://en.wikipedia.org/wiki/PGP"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hyperlink" Target="http://www.pat2pdf.org/pat2pdf/foo.pl?number=4405829"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hyperlink" Target="http://en.wikipedia.org/wiki/MD5" TargetMode="External"/><Relationship Id="rId4" Type="http://schemas.openxmlformats.org/officeDocument/2006/relationships/hyperlink" Target="http://en.wikipedia.org/wiki/Quantum_cryptography" TargetMode="External"/><Relationship Id="rId5" Type="http://schemas.openxmlformats.org/officeDocument/2006/relationships/hyperlink" Target="http://en.wikipedia.org/wiki/Id_Quantique" TargetMode="External"/><Relationship Id="rId6" Type="http://schemas.openxmlformats.org/officeDocument/2006/relationships/hyperlink" Target="http://en.wikipedia.org/wiki/FBI" TargetMode="External"/><Relationship Id="rId7" Type="http://schemas.openxmlformats.org/officeDocument/2006/relationships/hyperlink" Target="http://en.wikipedia.org/wiki/Wired_Equivalent_Privacy"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
          <p:cNvSpPr txBox="1"/>
          <p:nvPr>
            <p:ph type="ctrTitle"/>
          </p:nvPr>
        </p:nvSpPr>
        <p:spPr>
          <a:xfrm>
            <a:off x="1143000" y="1122362"/>
            <a:ext cx="6858000" cy="1514475"/>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dk1"/>
              </a:buClr>
              <a:buSzPts val="4500"/>
              <a:buFont typeface="Calibri"/>
              <a:buNone/>
            </a:pPr>
            <a:br>
              <a:rPr b="0" i="0" lang="en-US" sz="4500" u="none">
                <a:solidFill>
                  <a:schemeClr val="dk1"/>
                </a:solidFill>
                <a:latin typeface="Calibri"/>
                <a:ea typeface="Calibri"/>
                <a:cs typeface="Calibri"/>
                <a:sym typeface="Calibri"/>
              </a:rPr>
            </a:br>
            <a:r>
              <a:rPr b="0" i="0" lang="en-US" sz="4500" u="none">
                <a:solidFill>
                  <a:schemeClr val="dk1"/>
                </a:solidFill>
                <a:latin typeface="Calibri"/>
                <a:ea typeface="Calibri"/>
                <a:cs typeface="Calibri"/>
                <a:sym typeface="Calibri"/>
              </a:rPr>
              <a:t>Crypto Basics</a:t>
            </a:r>
            <a:endParaRPr/>
          </a:p>
        </p:txBody>
      </p:sp>
      <p:sp>
        <p:nvSpPr>
          <p:cNvPr id="212" name="Google Shape;212;p1"/>
          <p:cNvSpPr txBox="1"/>
          <p:nvPr>
            <p:ph idx="1" type="subTitle"/>
          </p:nvPr>
        </p:nvSpPr>
        <p:spPr>
          <a:xfrm>
            <a:off x="849312" y="4076700"/>
            <a:ext cx="7721600" cy="2066925"/>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dk1"/>
              </a:buClr>
              <a:buSzPts val="2400"/>
              <a:buNone/>
            </a:pPr>
            <a:r>
              <a:rPr b="0" i="0" lang="en-US" sz="2400" u="none">
                <a:solidFill>
                  <a:schemeClr val="dk1"/>
                </a:solidFill>
                <a:latin typeface="Calibri"/>
                <a:ea typeface="Calibri"/>
                <a:cs typeface="Calibri"/>
                <a:sym typeface="Calibri"/>
              </a:rPr>
              <a:t>Prepared by:</a:t>
            </a:r>
            <a:endParaRPr/>
          </a:p>
          <a:p>
            <a:pPr indent="0" lvl="0" marL="0" rtl="0" algn="ctr">
              <a:lnSpc>
                <a:spcPct val="90000"/>
              </a:lnSpc>
              <a:spcBef>
                <a:spcPts val="700"/>
              </a:spcBef>
              <a:spcAft>
                <a:spcPts val="0"/>
              </a:spcAft>
              <a:buClr>
                <a:schemeClr val="dk1"/>
              </a:buClr>
              <a:buSzPts val="2400"/>
              <a:buNone/>
            </a:pPr>
            <a:r>
              <a:rPr b="0" i="0" lang="en-US" sz="2400" u="none">
                <a:solidFill>
                  <a:schemeClr val="dk1"/>
                </a:solidFill>
                <a:latin typeface="Calibri"/>
                <a:ea typeface="Calibri"/>
                <a:cs typeface="Calibri"/>
                <a:sym typeface="Calibri"/>
              </a:rPr>
              <a:t>Dr. Muhammad Iqbal Hossain</a:t>
            </a:r>
            <a:endParaRPr/>
          </a:p>
          <a:p>
            <a:pPr indent="0" lvl="0" marL="0" rtl="0" algn="ctr">
              <a:lnSpc>
                <a:spcPct val="90000"/>
              </a:lnSpc>
              <a:spcBef>
                <a:spcPts val="700"/>
              </a:spcBef>
              <a:spcAft>
                <a:spcPts val="0"/>
              </a:spcAft>
              <a:buClr>
                <a:schemeClr val="dk1"/>
              </a:buClr>
              <a:buSzPts val="2400"/>
              <a:buNone/>
            </a:pPr>
            <a:r>
              <a:rPr b="0" i="0" lang="en-US" sz="2400" u="none">
                <a:solidFill>
                  <a:schemeClr val="dk1"/>
                </a:solidFill>
                <a:latin typeface="Calibri"/>
                <a:ea typeface="Calibri"/>
                <a:cs typeface="Calibri"/>
                <a:sym typeface="Calibri"/>
              </a:rPr>
              <a:t>Associate Professor</a:t>
            </a:r>
            <a:endParaRPr/>
          </a:p>
          <a:p>
            <a:pPr indent="0" lvl="0" marL="0" rtl="0" algn="ctr">
              <a:lnSpc>
                <a:spcPct val="90000"/>
              </a:lnSpc>
              <a:spcBef>
                <a:spcPts val="700"/>
              </a:spcBef>
              <a:spcAft>
                <a:spcPts val="0"/>
              </a:spcAft>
              <a:buClr>
                <a:schemeClr val="dk1"/>
              </a:buClr>
              <a:buSzPts val="2400"/>
              <a:buNone/>
            </a:pPr>
            <a:r>
              <a:rPr b="0" i="0" lang="en-US" sz="2400" u="none">
                <a:solidFill>
                  <a:schemeClr val="dk1"/>
                </a:solidFill>
                <a:latin typeface="Calibri"/>
                <a:ea typeface="Calibri"/>
                <a:cs typeface="Calibri"/>
                <a:sym typeface="Calibri"/>
              </a:rPr>
              <a:t>Department of CSE, Brac University</a:t>
            </a:r>
            <a:endParaRPr/>
          </a:p>
        </p:txBody>
      </p:sp>
      <p:sp>
        <p:nvSpPr>
          <p:cNvPr id="213" name="Google Shape;213;p1"/>
          <p:cNvSpPr txBox="1"/>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98989"/>
              </a:buClr>
              <a:buSzPts val="900"/>
              <a:buFont typeface="Gill Sans"/>
              <a:buNone/>
            </a:pPr>
            <a:r>
              <a:rPr b="0" i="0" lang="en-US" sz="900" u="none" cap="none" strike="noStrike">
                <a:solidFill>
                  <a:srgbClr val="898989"/>
                </a:solidFill>
                <a:latin typeface="Gill Sans"/>
                <a:ea typeface="Gill Sans"/>
                <a:cs typeface="Gill Sans"/>
                <a:sym typeface="Gill Sans"/>
              </a:rPr>
              <a:t>*</a:t>
            </a:r>
            <a:endParaRPr/>
          </a:p>
        </p:txBody>
      </p:sp>
      <p:sp>
        <p:nvSpPr>
          <p:cNvPr id="214" name="Google Shape;214;p1"/>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Gill Sans"/>
              <a:buNone/>
            </a:pPr>
            <a:r>
              <a:rPr b="0" i="0" lang="en-US" sz="900" u="none" cap="none" strike="noStrike">
                <a:solidFill>
                  <a:srgbClr val="898989"/>
                </a:solidFill>
                <a:latin typeface="Gill Sans"/>
                <a:ea typeface="Gill Sans"/>
                <a:cs typeface="Gill Sans"/>
                <a:sym typeface="Gill Sans"/>
              </a:rPr>
              <a:t>Chapter 2 Crypto Basics.     Dr. Muhammad Iqbal Hossain</a:t>
            </a:r>
            <a:endParaRPr/>
          </a:p>
        </p:txBody>
      </p:sp>
      <p:sp>
        <p:nvSpPr>
          <p:cNvPr id="215" name="Google Shape;215;p1"/>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cap="none" strike="noStrike">
                <a:solidFill>
                  <a:schemeClr val="dk1"/>
                </a:solidFill>
                <a:latin typeface="Gulim"/>
                <a:ea typeface="Gulim"/>
                <a:cs typeface="Gulim"/>
                <a:sym typeface="Gulim"/>
              </a:rPr>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2"/>
          <p:cNvSpPr txBox="1"/>
          <p:nvPr>
            <p:ph type="ctrTitle"/>
          </p:nvPr>
        </p:nvSpPr>
        <p:spPr>
          <a:xfrm>
            <a:off x="1143000" y="1122362"/>
            <a:ext cx="6858000" cy="938212"/>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dk1"/>
              </a:buClr>
              <a:buSzPts val="4500"/>
              <a:buFont typeface="Calibri"/>
              <a:buNone/>
            </a:pPr>
            <a:r>
              <a:rPr b="0" i="0" lang="en-US" sz="4500" u="none">
                <a:solidFill>
                  <a:schemeClr val="dk1"/>
                </a:solidFill>
                <a:latin typeface="Calibri"/>
                <a:ea typeface="Calibri"/>
                <a:cs typeface="Calibri"/>
                <a:sym typeface="Calibri"/>
              </a:rPr>
              <a:t>Appendix</a:t>
            </a:r>
            <a:endParaRPr/>
          </a:p>
        </p:txBody>
      </p:sp>
      <p:sp>
        <p:nvSpPr>
          <p:cNvPr id="222" name="Google Shape;222;p2"/>
          <p:cNvSpPr txBox="1"/>
          <p:nvPr>
            <p:ph idx="1" type="subTitle"/>
          </p:nvPr>
        </p:nvSpPr>
        <p:spPr>
          <a:xfrm>
            <a:off x="1389062" y="2852737"/>
            <a:ext cx="6365875" cy="3286125"/>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dk1"/>
              </a:buClr>
              <a:buSzPts val="2400"/>
              <a:buNone/>
            </a:pPr>
            <a:r>
              <a:rPr b="0" i="0" lang="en-US" sz="2400" u="none">
                <a:solidFill>
                  <a:schemeClr val="dk1"/>
                </a:solidFill>
                <a:latin typeface="Calibri"/>
                <a:ea typeface="Calibri"/>
                <a:cs typeface="Calibri"/>
                <a:sym typeface="Calibri"/>
              </a:rPr>
              <a:t>How to speak crypto</a:t>
            </a:r>
            <a:endParaRPr/>
          </a:p>
          <a:p>
            <a:pPr indent="0" lvl="0" marL="0" rtl="0" algn="ctr">
              <a:lnSpc>
                <a:spcPct val="90000"/>
              </a:lnSpc>
              <a:spcBef>
                <a:spcPts val="700"/>
              </a:spcBef>
              <a:spcAft>
                <a:spcPts val="0"/>
              </a:spcAft>
              <a:buClr>
                <a:schemeClr val="dk1"/>
              </a:buClr>
              <a:buSzPts val="2400"/>
              <a:buNone/>
            </a:pPr>
            <a:r>
              <a:rPr b="0" i="0" lang="en-US" sz="2400" u="none">
                <a:solidFill>
                  <a:schemeClr val="dk1"/>
                </a:solidFill>
                <a:latin typeface="Calibri"/>
                <a:ea typeface="Calibri"/>
                <a:cs typeface="Calibri"/>
                <a:sym typeface="Calibri"/>
              </a:rPr>
              <a:t>Substitution Cipher</a:t>
            </a:r>
            <a:endParaRPr/>
          </a:p>
          <a:p>
            <a:pPr indent="0" lvl="0" marL="0" rtl="0" algn="ctr">
              <a:lnSpc>
                <a:spcPct val="90000"/>
              </a:lnSpc>
              <a:spcBef>
                <a:spcPts val="700"/>
              </a:spcBef>
              <a:spcAft>
                <a:spcPts val="0"/>
              </a:spcAft>
              <a:buClr>
                <a:schemeClr val="dk1"/>
              </a:buClr>
              <a:buSzPts val="2400"/>
              <a:buNone/>
            </a:pPr>
            <a:r>
              <a:rPr b="0" i="0" lang="en-US" sz="2400" u="none">
                <a:solidFill>
                  <a:schemeClr val="dk1"/>
                </a:solidFill>
                <a:latin typeface="Calibri"/>
                <a:ea typeface="Calibri"/>
                <a:cs typeface="Calibri"/>
                <a:sym typeface="Calibri"/>
              </a:rPr>
              <a:t>Transposition Cipher</a:t>
            </a:r>
            <a:endParaRPr/>
          </a:p>
          <a:p>
            <a:pPr indent="0" lvl="0" marL="0" rtl="0" algn="ctr">
              <a:lnSpc>
                <a:spcPct val="90000"/>
              </a:lnSpc>
              <a:spcBef>
                <a:spcPts val="700"/>
              </a:spcBef>
              <a:spcAft>
                <a:spcPts val="0"/>
              </a:spcAft>
              <a:buClr>
                <a:schemeClr val="dk1"/>
              </a:buClr>
              <a:buSzPts val="2400"/>
              <a:buNone/>
            </a:pPr>
            <a:r>
              <a:rPr b="0" i="0" lang="en-US" sz="2400" u="none">
                <a:solidFill>
                  <a:schemeClr val="dk1"/>
                </a:solidFill>
                <a:latin typeface="Calibri"/>
                <a:ea typeface="Calibri"/>
                <a:cs typeface="Calibri"/>
                <a:sym typeface="Calibri"/>
              </a:rPr>
              <a:t>One-Time Pad</a:t>
            </a:r>
            <a:endParaRPr/>
          </a:p>
          <a:p>
            <a:pPr indent="0" lvl="0" marL="0" rtl="0" algn="ctr">
              <a:lnSpc>
                <a:spcPct val="90000"/>
              </a:lnSpc>
              <a:spcBef>
                <a:spcPts val="700"/>
              </a:spcBef>
              <a:spcAft>
                <a:spcPts val="0"/>
              </a:spcAft>
              <a:buClr>
                <a:schemeClr val="dk1"/>
              </a:buClr>
              <a:buSzPts val="2400"/>
              <a:buNone/>
            </a:pPr>
            <a:r>
              <a:rPr b="0" i="0" lang="en-US" sz="2400" u="none">
                <a:solidFill>
                  <a:schemeClr val="dk1"/>
                </a:solidFill>
                <a:latin typeface="Calibri"/>
                <a:ea typeface="Calibri"/>
                <a:cs typeface="Calibri"/>
                <a:sym typeface="Calibri"/>
              </a:rPr>
              <a:t>Codebook Cipher</a:t>
            </a:r>
            <a:endParaRPr/>
          </a:p>
          <a:p>
            <a:pPr indent="0" lvl="0" marL="0" rtl="0" algn="ctr">
              <a:lnSpc>
                <a:spcPct val="90000"/>
              </a:lnSpc>
              <a:spcBef>
                <a:spcPts val="700"/>
              </a:spcBef>
              <a:spcAft>
                <a:spcPts val="0"/>
              </a:spcAft>
              <a:buClr>
                <a:schemeClr val="dk1"/>
              </a:buClr>
              <a:buSzPts val="2400"/>
              <a:buNone/>
            </a:pPr>
            <a:r>
              <a:rPr b="0" i="0" lang="en-US" sz="2400" u="none">
                <a:solidFill>
                  <a:schemeClr val="dk1"/>
                </a:solidFill>
                <a:latin typeface="Calibri"/>
                <a:ea typeface="Calibri"/>
                <a:cs typeface="Calibri"/>
                <a:sym typeface="Calibri"/>
              </a:rPr>
              <a:t>Crypto history</a:t>
            </a:r>
            <a:endParaRPr/>
          </a:p>
          <a:p>
            <a:pPr indent="0" lvl="0" marL="0" rtl="0" algn="ctr">
              <a:lnSpc>
                <a:spcPct val="90000"/>
              </a:lnSpc>
              <a:spcBef>
                <a:spcPts val="700"/>
              </a:spcBef>
              <a:spcAft>
                <a:spcPts val="0"/>
              </a:spcAft>
              <a:buClr>
                <a:schemeClr val="dk1"/>
              </a:buClr>
              <a:buSzPts val="2400"/>
              <a:buNone/>
            </a:pPr>
            <a:r>
              <a:rPr b="0" i="0" lang="en-US" sz="2400" u="none">
                <a:solidFill>
                  <a:schemeClr val="dk1"/>
                </a:solidFill>
                <a:latin typeface="Calibri"/>
                <a:ea typeface="Calibri"/>
                <a:cs typeface="Calibri"/>
                <a:sym typeface="Calibri"/>
              </a:rPr>
              <a:t>Taxonomy</a:t>
            </a:r>
            <a:endParaRPr/>
          </a:p>
          <a:p>
            <a:pPr indent="0" lvl="0" marL="0" rtl="0" algn="ctr">
              <a:lnSpc>
                <a:spcPct val="90000"/>
              </a:lnSpc>
              <a:spcBef>
                <a:spcPts val="750"/>
              </a:spcBef>
              <a:spcAft>
                <a:spcPts val="0"/>
              </a:spcAft>
              <a:buClr>
                <a:schemeClr val="dk1"/>
              </a:buClr>
              <a:buSzPts val="2400"/>
              <a:buNone/>
            </a:pPr>
            <a:r>
              <a:t/>
            </a:r>
            <a:endParaRPr b="0" i="0" sz="2400" u="none">
              <a:solidFill>
                <a:schemeClr val="dk1"/>
              </a:solidFill>
              <a:latin typeface="Calibri"/>
              <a:ea typeface="Calibri"/>
              <a:cs typeface="Calibri"/>
              <a:sym typeface="Calibri"/>
            </a:endParaRPr>
          </a:p>
        </p:txBody>
      </p:sp>
      <p:sp>
        <p:nvSpPr>
          <p:cNvPr id="223" name="Google Shape;223;p2"/>
          <p:cNvSpPr txBox="1"/>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98989"/>
              </a:buClr>
              <a:buSzPts val="900"/>
              <a:buFont typeface="Gill Sans"/>
              <a:buNone/>
            </a:pPr>
            <a:r>
              <a:rPr b="0" i="0" lang="en-US" sz="900" u="none" cap="none" strike="noStrike">
                <a:solidFill>
                  <a:srgbClr val="898989"/>
                </a:solidFill>
                <a:latin typeface="Gill Sans"/>
                <a:ea typeface="Gill Sans"/>
                <a:cs typeface="Gill Sans"/>
                <a:sym typeface="Gill Sans"/>
              </a:rPr>
              <a:t>*</a:t>
            </a:r>
            <a:endParaRPr/>
          </a:p>
        </p:txBody>
      </p:sp>
      <p:sp>
        <p:nvSpPr>
          <p:cNvPr id="224" name="Google Shape;224;p2"/>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Gill Sans"/>
              <a:buNone/>
            </a:pPr>
            <a:r>
              <a:rPr b="0" i="0" lang="en-US" sz="900" u="none" cap="none" strike="noStrike">
                <a:solidFill>
                  <a:srgbClr val="898989"/>
                </a:solidFill>
                <a:latin typeface="Gill Sans"/>
                <a:ea typeface="Gill Sans"/>
                <a:cs typeface="Gill Sans"/>
                <a:sym typeface="Gill Sans"/>
              </a:rPr>
              <a:t>Chapter 2 Crypto Basics.     Dr. Muhammad Iqbal Hossain</a:t>
            </a:r>
            <a:endParaRPr/>
          </a:p>
        </p:txBody>
      </p:sp>
      <p:sp>
        <p:nvSpPr>
          <p:cNvPr id="225" name="Google Shape;225;p2"/>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cap="none" strike="noStrike">
                <a:solidFill>
                  <a:schemeClr val="dk1"/>
                </a:solidFill>
                <a:latin typeface="Gulim"/>
                <a:ea typeface="Gulim"/>
                <a:cs typeface="Gulim"/>
                <a:sym typeface="Gulim"/>
              </a:rPr>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
          <p:cNvSpPr txBox="1"/>
          <p:nvPr>
            <p:ph type="title"/>
          </p:nvPr>
        </p:nvSpPr>
        <p:spPr>
          <a:xfrm>
            <a:off x="468312" y="303212"/>
            <a:ext cx="7886700" cy="1163637"/>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300"/>
              <a:buFont typeface="Calibri"/>
              <a:buNone/>
            </a:pPr>
            <a:r>
              <a:rPr b="0" i="0" lang="en-US" sz="3300" u="none">
                <a:solidFill>
                  <a:schemeClr val="lt1"/>
                </a:solidFill>
                <a:latin typeface="Calibri"/>
                <a:ea typeface="Calibri"/>
                <a:cs typeface="Calibri"/>
                <a:sym typeface="Calibri"/>
              </a:rPr>
              <a:t>Crypto</a:t>
            </a:r>
            <a:endParaRPr/>
          </a:p>
        </p:txBody>
      </p:sp>
      <p:sp>
        <p:nvSpPr>
          <p:cNvPr id="232" name="Google Shape;232;p3"/>
          <p:cNvSpPr txBox="1"/>
          <p:nvPr>
            <p:ph idx="1" type="body"/>
          </p:nvPr>
        </p:nvSpPr>
        <p:spPr>
          <a:xfrm>
            <a:off x="550862" y="1852612"/>
            <a:ext cx="7912100" cy="4090987"/>
          </a:xfrm>
          <a:prstGeom prst="rect">
            <a:avLst/>
          </a:prstGeom>
          <a:noFill/>
          <a:ln>
            <a:noFill/>
          </a:ln>
        </p:spPr>
        <p:txBody>
          <a:bodyPr anchorCtr="0" anchor="t" bIns="45700" lIns="91425" spcFirstLastPara="1" rIns="91425" wrap="square" tIns="45700">
            <a:noAutofit/>
          </a:bodyPr>
          <a:lstStyle/>
          <a:p>
            <a:pPr indent="-177800" lvl="0" marL="171450" marR="0" rtl="0" algn="l">
              <a:lnSpc>
                <a:spcPct val="90000"/>
              </a:lnSpc>
              <a:spcBef>
                <a:spcPts val="0"/>
              </a:spcBef>
              <a:spcAft>
                <a:spcPts val="0"/>
              </a:spcAft>
              <a:buClr>
                <a:srgbClr val="2B10F0"/>
              </a:buClr>
              <a:buSzPts val="2800"/>
              <a:buFont typeface="Arial"/>
              <a:buChar char="•"/>
            </a:pPr>
            <a:r>
              <a:rPr b="1" i="0" lang="en-US" sz="2800" u="none" cap="none" strike="noStrike">
                <a:solidFill>
                  <a:srgbClr val="2B10F0"/>
                </a:solidFill>
                <a:latin typeface="Calibri"/>
                <a:ea typeface="Calibri"/>
                <a:cs typeface="Calibri"/>
                <a:sym typeface="Calibri"/>
              </a:rPr>
              <a:t>Cryptology</a:t>
            </a:r>
            <a:r>
              <a:rPr b="1" i="0" lang="en-US" sz="2800" u="none" cap="none" strike="noStrike">
                <a:solidFill>
                  <a:schemeClr val="accent2"/>
                </a:solidFill>
                <a:latin typeface="Calibri"/>
                <a:ea typeface="Calibri"/>
                <a:cs typeface="Calibri"/>
                <a:sym typeface="Calibri"/>
              </a:rPr>
              <a:t> </a:t>
            </a:r>
            <a:r>
              <a:rPr b="0" i="0" lang="en-US" sz="2800" u="none" cap="none" strike="noStrike">
                <a:solidFill>
                  <a:schemeClr val="dk1"/>
                </a:solidFill>
                <a:latin typeface="Calibri"/>
                <a:ea typeface="Calibri"/>
                <a:cs typeface="Calibri"/>
                <a:sym typeface="Calibri"/>
              </a:rPr>
              <a:t>⎯ The art and science of making and breaking “secret codes”</a:t>
            </a:r>
            <a:endParaRPr/>
          </a:p>
          <a:p>
            <a:pPr indent="-177800" lvl="0" marL="171450" marR="0" rtl="0" algn="l">
              <a:lnSpc>
                <a:spcPct val="90000"/>
              </a:lnSpc>
              <a:spcBef>
                <a:spcPts val="700"/>
              </a:spcBef>
              <a:spcAft>
                <a:spcPts val="0"/>
              </a:spcAft>
              <a:buClr>
                <a:srgbClr val="2B10F0"/>
              </a:buClr>
              <a:buSzPts val="2800"/>
              <a:buFont typeface="Arial"/>
              <a:buChar char="•"/>
            </a:pPr>
            <a:r>
              <a:rPr b="1" i="0" lang="en-US" sz="2800" u="none" cap="none" strike="noStrike">
                <a:solidFill>
                  <a:srgbClr val="2B10F0"/>
                </a:solidFill>
                <a:latin typeface="Calibri"/>
                <a:ea typeface="Calibri"/>
                <a:cs typeface="Calibri"/>
                <a:sym typeface="Calibri"/>
              </a:rPr>
              <a:t>Cryptography</a:t>
            </a:r>
            <a:r>
              <a:rPr b="0" i="0" lang="en-US" sz="2800" u="none" cap="none" strike="noStrike">
                <a:solidFill>
                  <a:schemeClr val="dk1"/>
                </a:solidFill>
                <a:latin typeface="Calibri"/>
                <a:ea typeface="Calibri"/>
                <a:cs typeface="Calibri"/>
                <a:sym typeface="Calibri"/>
              </a:rPr>
              <a:t> ⎯ making “secret codes”</a:t>
            </a:r>
            <a:endParaRPr/>
          </a:p>
          <a:p>
            <a:pPr indent="-177800" lvl="0" marL="171450" marR="0" rtl="0" algn="l">
              <a:lnSpc>
                <a:spcPct val="90000"/>
              </a:lnSpc>
              <a:spcBef>
                <a:spcPts val="700"/>
              </a:spcBef>
              <a:spcAft>
                <a:spcPts val="0"/>
              </a:spcAft>
              <a:buClr>
                <a:srgbClr val="2B10F0"/>
              </a:buClr>
              <a:buSzPts val="2800"/>
              <a:buFont typeface="Arial"/>
              <a:buChar char="•"/>
            </a:pPr>
            <a:r>
              <a:rPr b="1" i="0" lang="en-US" sz="2800" u="none" cap="none" strike="noStrike">
                <a:solidFill>
                  <a:srgbClr val="2B10F0"/>
                </a:solidFill>
                <a:latin typeface="Calibri"/>
                <a:ea typeface="Calibri"/>
                <a:cs typeface="Calibri"/>
                <a:sym typeface="Calibri"/>
              </a:rPr>
              <a:t>Cryptanalysis</a:t>
            </a:r>
            <a:r>
              <a:rPr b="0" i="0" lang="en-US" sz="2800" u="none" cap="none" strike="noStrike">
                <a:solidFill>
                  <a:schemeClr val="dk1"/>
                </a:solidFill>
                <a:latin typeface="Calibri"/>
                <a:ea typeface="Calibri"/>
                <a:cs typeface="Calibri"/>
                <a:sym typeface="Calibri"/>
              </a:rPr>
              <a:t> ⎯ breaking “secret codes”</a:t>
            </a:r>
            <a:endParaRPr/>
          </a:p>
          <a:p>
            <a:pPr indent="-177800" lvl="0" marL="171450" marR="0" rtl="0" algn="l">
              <a:lnSpc>
                <a:spcPct val="90000"/>
              </a:lnSpc>
              <a:spcBef>
                <a:spcPts val="700"/>
              </a:spcBef>
              <a:spcAft>
                <a:spcPts val="0"/>
              </a:spcAft>
              <a:buClr>
                <a:srgbClr val="2B10F0"/>
              </a:buClr>
              <a:buSzPts val="2800"/>
              <a:buFont typeface="Arial"/>
              <a:buChar char="•"/>
            </a:pPr>
            <a:r>
              <a:rPr b="1" i="0" lang="en-US" sz="2800" u="none" cap="none" strike="noStrike">
                <a:solidFill>
                  <a:srgbClr val="2B10F0"/>
                </a:solidFill>
                <a:latin typeface="Calibri"/>
                <a:ea typeface="Calibri"/>
                <a:cs typeface="Calibri"/>
                <a:sym typeface="Calibri"/>
              </a:rPr>
              <a:t>Crypto</a:t>
            </a:r>
            <a:r>
              <a:rPr b="0" i="0" lang="en-US" sz="2800" u="none" cap="none" strike="noStrike">
                <a:solidFill>
                  <a:schemeClr val="dk1"/>
                </a:solidFill>
                <a:latin typeface="Calibri"/>
                <a:ea typeface="Calibri"/>
                <a:cs typeface="Calibri"/>
                <a:sym typeface="Calibri"/>
              </a:rPr>
              <a:t> ⎯ all of the above (and more)</a:t>
            </a:r>
            <a:endParaRPr/>
          </a:p>
          <a:p>
            <a:pPr indent="0" lvl="0" marL="171450" marR="0" rtl="0" algn="l">
              <a:lnSpc>
                <a:spcPct val="90000"/>
              </a:lnSpc>
              <a:spcBef>
                <a:spcPts val="75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p:txBody>
      </p:sp>
      <p:sp>
        <p:nvSpPr>
          <p:cNvPr id="233" name="Google Shape;233;p3"/>
          <p:cNvSpPr txBox="1"/>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900"/>
              <a:buFont typeface="Gill Sans"/>
              <a:buNone/>
            </a:pPr>
            <a:r>
              <a:rPr b="0" i="0" lang="en-US" sz="900" u="none" cap="none" strike="noStrike">
                <a:solidFill>
                  <a:schemeClr val="accent2"/>
                </a:solidFill>
                <a:latin typeface="Gill Sans"/>
                <a:ea typeface="Gill Sans"/>
                <a:cs typeface="Gill Sans"/>
                <a:sym typeface="Gill Sans"/>
              </a:rPr>
              <a:t>*</a:t>
            </a:r>
            <a:endParaRPr/>
          </a:p>
        </p:txBody>
      </p:sp>
      <p:sp>
        <p:nvSpPr>
          <p:cNvPr id="234" name="Google Shape;234;p3"/>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Gill Sans"/>
              <a:buNone/>
            </a:pPr>
            <a:r>
              <a:rPr b="0" i="0" lang="en-US" sz="900" u="none" cap="none" strike="noStrike">
                <a:solidFill>
                  <a:srgbClr val="898989"/>
                </a:solidFill>
                <a:latin typeface="Gill Sans"/>
                <a:ea typeface="Gill Sans"/>
                <a:cs typeface="Gill Sans"/>
                <a:sym typeface="Gill Sans"/>
              </a:rPr>
              <a:t>Chapter 2 Crypto Basics.     Dr. Muhammad Iqbal Hossain</a:t>
            </a:r>
            <a:endParaRPr/>
          </a:p>
        </p:txBody>
      </p:sp>
      <p:sp>
        <p:nvSpPr>
          <p:cNvPr id="235" name="Google Shape;235;p3"/>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cap="none" strike="noStrike">
                <a:solidFill>
                  <a:schemeClr val="dk1"/>
                </a:solidFill>
                <a:latin typeface="Gulim"/>
                <a:ea typeface="Gulim"/>
                <a:cs typeface="Gulim"/>
                <a:sym typeface="Gulim"/>
              </a:rPr>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4"/>
          <p:cNvSpPr txBox="1"/>
          <p:nvPr>
            <p:ph type="title"/>
          </p:nvPr>
        </p:nvSpPr>
        <p:spPr>
          <a:xfrm>
            <a:off x="736300" y="381000"/>
            <a:ext cx="7556700" cy="976200"/>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300"/>
              <a:buFont typeface="Calibri"/>
              <a:buNone/>
            </a:pPr>
            <a:r>
              <a:rPr b="0" i="0" lang="en-US" sz="3300" u="none">
                <a:solidFill>
                  <a:schemeClr val="lt1"/>
                </a:solidFill>
                <a:latin typeface="Calibri"/>
                <a:ea typeface="Calibri"/>
                <a:cs typeface="Calibri"/>
                <a:sym typeface="Calibri"/>
              </a:rPr>
              <a:t>How to Speak Crypto</a:t>
            </a:r>
            <a:endParaRPr/>
          </a:p>
        </p:txBody>
      </p:sp>
      <p:sp>
        <p:nvSpPr>
          <p:cNvPr id="242" name="Google Shape;242;p4"/>
          <p:cNvSpPr txBox="1"/>
          <p:nvPr>
            <p:ph idx="1" type="body"/>
          </p:nvPr>
        </p:nvSpPr>
        <p:spPr>
          <a:xfrm>
            <a:off x="707650" y="1591325"/>
            <a:ext cx="7614000" cy="4530900"/>
          </a:xfrm>
          <a:prstGeom prst="rect">
            <a:avLst/>
          </a:prstGeom>
          <a:noFill/>
          <a:ln>
            <a:noFill/>
          </a:ln>
        </p:spPr>
        <p:txBody>
          <a:bodyPr anchorCtr="0" anchor="t" bIns="45700" lIns="91425" spcFirstLastPara="1" rIns="91425" wrap="square" tIns="45700">
            <a:noAutofit/>
          </a:bodyPr>
          <a:lstStyle/>
          <a:p>
            <a:pPr indent="-393700" lvl="0" marL="457200" marR="0" rtl="0" algn="just">
              <a:lnSpc>
                <a:spcPct val="115000"/>
              </a:lnSpc>
              <a:spcBef>
                <a:spcPts val="0"/>
              </a:spcBef>
              <a:spcAft>
                <a:spcPts val="0"/>
              </a:spcAft>
              <a:buSzPts val="2600"/>
              <a:buFont typeface="Calibri"/>
              <a:buChar char="•"/>
            </a:pPr>
            <a:r>
              <a:rPr b="0" i="0" lang="en-US" sz="2600" u="none">
                <a:solidFill>
                  <a:schemeClr val="dk1"/>
                </a:solidFill>
                <a:latin typeface="Calibri"/>
                <a:ea typeface="Calibri"/>
                <a:cs typeface="Calibri"/>
                <a:sym typeface="Calibri"/>
              </a:rPr>
              <a:t>A </a:t>
            </a:r>
            <a:r>
              <a:rPr b="1" i="0" lang="en-US" sz="2600" u="none">
                <a:solidFill>
                  <a:srgbClr val="0000FF"/>
                </a:solidFill>
                <a:latin typeface="Calibri"/>
                <a:ea typeface="Calibri"/>
                <a:cs typeface="Calibri"/>
                <a:sym typeface="Calibri"/>
              </a:rPr>
              <a:t>cipher</a:t>
            </a:r>
            <a:r>
              <a:rPr b="0" i="0" lang="en-US" sz="2600" u="none">
                <a:solidFill>
                  <a:schemeClr val="dk1"/>
                </a:solidFill>
                <a:latin typeface="Calibri"/>
                <a:ea typeface="Calibri"/>
                <a:cs typeface="Calibri"/>
                <a:sym typeface="Calibri"/>
              </a:rPr>
              <a:t> or </a:t>
            </a:r>
            <a:r>
              <a:rPr b="1" i="0" lang="en-US" sz="2600" u="none">
                <a:solidFill>
                  <a:srgbClr val="0000FF"/>
                </a:solidFill>
                <a:latin typeface="Calibri"/>
                <a:ea typeface="Calibri"/>
                <a:cs typeface="Calibri"/>
                <a:sym typeface="Calibri"/>
              </a:rPr>
              <a:t>cryptosystem</a:t>
            </a:r>
            <a:r>
              <a:rPr b="0" i="0" lang="en-US" sz="2600" u="none">
                <a:solidFill>
                  <a:schemeClr val="dk1"/>
                </a:solidFill>
                <a:latin typeface="Calibri"/>
                <a:ea typeface="Calibri"/>
                <a:cs typeface="Calibri"/>
                <a:sym typeface="Calibri"/>
              </a:rPr>
              <a:t> is used to </a:t>
            </a:r>
            <a:r>
              <a:rPr b="1" i="0" lang="en-US" sz="2600" u="none">
                <a:solidFill>
                  <a:srgbClr val="0000FF"/>
                </a:solidFill>
                <a:latin typeface="Calibri"/>
                <a:ea typeface="Calibri"/>
                <a:cs typeface="Calibri"/>
                <a:sym typeface="Calibri"/>
              </a:rPr>
              <a:t>encrypt</a:t>
            </a:r>
            <a:r>
              <a:rPr b="0" i="0" lang="en-US" sz="2600" u="none">
                <a:solidFill>
                  <a:schemeClr val="accent2"/>
                </a:solidFill>
                <a:latin typeface="Calibri"/>
                <a:ea typeface="Calibri"/>
                <a:cs typeface="Calibri"/>
                <a:sym typeface="Calibri"/>
              </a:rPr>
              <a:t> </a:t>
            </a:r>
            <a:r>
              <a:rPr b="0" i="0" lang="en-US" sz="2600" u="none">
                <a:solidFill>
                  <a:schemeClr val="dk1"/>
                </a:solidFill>
                <a:latin typeface="Calibri"/>
                <a:ea typeface="Calibri"/>
                <a:cs typeface="Calibri"/>
                <a:sym typeface="Calibri"/>
              </a:rPr>
              <a:t> the </a:t>
            </a:r>
            <a:r>
              <a:rPr b="1" i="0" lang="en-US" sz="2600" u="none">
                <a:solidFill>
                  <a:srgbClr val="0000FF"/>
                </a:solidFill>
                <a:latin typeface="Calibri"/>
                <a:ea typeface="Calibri"/>
                <a:cs typeface="Calibri"/>
                <a:sym typeface="Calibri"/>
              </a:rPr>
              <a:t>plaintext</a:t>
            </a:r>
            <a:r>
              <a:rPr b="0" i="0" lang="en-US" sz="2600" u="none">
                <a:solidFill>
                  <a:srgbClr val="2B10F0"/>
                </a:solidFill>
                <a:latin typeface="Calibri"/>
                <a:ea typeface="Calibri"/>
                <a:cs typeface="Calibri"/>
                <a:sym typeface="Calibri"/>
              </a:rPr>
              <a:t> </a:t>
            </a:r>
            <a:endParaRPr/>
          </a:p>
          <a:p>
            <a:pPr indent="-393700" lvl="0" marL="457200" marR="0" rtl="0" algn="just">
              <a:lnSpc>
                <a:spcPct val="115000"/>
              </a:lnSpc>
              <a:spcBef>
                <a:spcPts val="0"/>
              </a:spcBef>
              <a:spcAft>
                <a:spcPts val="0"/>
              </a:spcAft>
              <a:buSzPts val="2600"/>
              <a:buFont typeface="Calibri"/>
              <a:buChar char="•"/>
            </a:pPr>
            <a:r>
              <a:rPr b="0" i="0" lang="en-US" sz="2600" u="none">
                <a:solidFill>
                  <a:schemeClr val="dk1"/>
                </a:solidFill>
                <a:latin typeface="Calibri"/>
                <a:ea typeface="Calibri"/>
                <a:cs typeface="Calibri"/>
                <a:sym typeface="Calibri"/>
              </a:rPr>
              <a:t>The result of encryption is </a:t>
            </a:r>
            <a:r>
              <a:rPr b="1" i="0" lang="en-US" sz="2600" u="none">
                <a:solidFill>
                  <a:srgbClr val="0000FF"/>
                </a:solidFill>
                <a:latin typeface="Calibri"/>
                <a:ea typeface="Calibri"/>
                <a:cs typeface="Calibri"/>
                <a:sym typeface="Calibri"/>
              </a:rPr>
              <a:t>ciphertext</a:t>
            </a:r>
            <a:r>
              <a:rPr b="0" i="0" lang="en-US" sz="2600" u="none">
                <a:solidFill>
                  <a:srgbClr val="FF0000"/>
                </a:solidFill>
                <a:latin typeface="Calibri"/>
                <a:ea typeface="Calibri"/>
                <a:cs typeface="Calibri"/>
                <a:sym typeface="Calibri"/>
              </a:rPr>
              <a:t> </a:t>
            </a:r>
            <a:r>
              <a:rPr b="0" i="0" lang="en-US" sz="2600" u="none">
                <a:solidFill>
                  <a:schemeClr val="dk1"/>
                </a:solidFill>
                <a:latin typeface="Calibri"/>
                <a:ea typeface="Calibri"/>
                <a:cs typeface="Calibri"/>
                <a:sym typeface="Calibri"/>
              </a:rPr>
              <a:t>  </a:t>
            </a:r>
            <a:endParaRPr/>
          </a:p>
          <a:p>
            <a:pPr indent="-393700" lvl="0" marL="457200" marR="0" rtl="0" algn="just">
              <a:lnSpc>
                <a:spcPct val="115000"/>
              </a:lnSpc>
              <a:spcBef>
                <a:spcPts val="0"/>
              </a:spcBef>
              <a:spcAft>
                <a:spcPts val="0"/>
              </a:spcAft>
              <a:buSzPts val="2600"/>
              <a:buFont typeface="Calibri"/>
              <a:buChar char="•"/>
            </a:pPr>
            <a:r>
              <a:rPr b="0" i="0" lang="en-US" sz="2600" u="none">
                <a:solidFill>
                  <a:schemeClr val="dk1"/>
                </a:solidFill>
                <a:latin typeface="Calibri"/>
                <a:ea typeface="Calibri"/>
                <a:cs typeface="Calibri"/>
                <a:sym typeface="Calibri"/>
              </a:rPr>
              <a:t>We </a:t>
            </a:r>
            <a:r>
              <a:rPr b="1" i="0" lang="en-US" sz="2600" u="none">
                <a:solidFill>
                  <a:srgbClr val="0000FF"/>
                </a:solidFill>
                <a:latin typeface="Calibri"/>
                <a:ea typeface="Calibri"/>
                <a:cs typeface="Calibri"/>
                <a:sym typeface="Calibri"/>
              </a:rPr>
              <a:t>decrypt</a:t>
            </a:r>
            <a:r>
              <a:rPr b="0" i="0" lang="en-US" sz="2600" u="none">
                <a:solidFill>
                  <a:schemeClr val="accent2"/>
                </a:solidFill>
                <a:latin typeface="Calibri"/>
                <a:ea typeface="Calibri"/>
                <a:cs typeface="Calibri"/>
                <a:sym typeface="Calibri"/>
              </a:rPr>
              <a:t> </a:t>
            </a:r>
            <a:r>
              <a:rPr b="0" i="0" lang="en-US" sz="2600" u="none">
                <a:solidFill>
                  <a:srgbClr val="FF0000"/>
                </a:solidFill>
                <a:latin typeface="Calibri"/>
                <a:ea typeface="Calibri"/>
                <a:cs typeface="Calibri"/>
                <a:sym typeface="Calibri"/>
              </a:rPr>
              <a:t> </a:t>
            </a:r>
            <a:r>
              <a:rPr b="0" i="0" lang="en-US" sz="2600" u="none">
                <a:solidFill>
                  <a:schemeClr val="dk1"/>
                </a:solidFill>
                <a:latin typeface="Calibri"/>
                <a:ea typeface="Calibri"/>
                <a:cs typeface="Calibri"/>
                <a:sym typeface="Calibri"/>
              </a:rPr>
              <a:t>ciphertext to recover plaintext</a:t>
            </a:r>
            <a:endParaRPr/>
          </a:p>
          <a:p>
            <a:pPr indent="-393700" lvl="0" marL="457200" marR="0" rtl="0" algn="just">
              <a:lnSpc>
                <a:spcPct val="115000"/>
              </a:lnSpc>
              <a:spcBef>
                <a:spcPts val="0"/>
              </a:spcBef>
              <a:spcAft>
                <a:spcPts val="0"/>
              </a:spcAft>
              <a:buSzPts val="2600"/>
              <a:buFont typeface="Calibri"/>
              <a:buChar char="•"/>
            </a:pPr>
            <a:r>
              <a:rPr b="0" i="0" lang="en-US" sz="2600" u="none">
                <a:solidFill>
                  <a:schemeClr val="dk1"/>
                </a:solidFill>
                <a:latin typeface="Calibri"/>
                <a:ea typeface="Calibri"/>
                <a:cs typeface="Calibri"/>
                <a:sym typeface="Calibri"/>
              </a:rPr>
              <a:t>A </a:t>
            </a:r>
            <a:r>
              <a:rPr b="1" i="0" lang="en-US" sz="2600" u="none">
                <a:solidFill>
                  <a:srgbClr val="0000FF"/>
                </a:solidFill>
                <a:latin typeface="Calibri"/>
                <a:ea typeface="Calibri"/>
                <a:cs typeface="Calibri"/>
                <a:sym typeface="Calibri"/>
              </a:rPr>
              <a:t>key</a:t>
            </a:r>
            <a:r>
              <a:rPr b="0" i="0" lang="en-US" sz="2600" u="none">
                <a:solidFill>
                  <a:srgbClr val="FF0000"/>
                </a:solidFill>
                <a:latin typeface="Calibri"/>
                <a:ea typeface="Calibri"/>
                <a:cs typeface="Calibri"/>
                <a:sym typeface="Calibri"/>
              </a:rPr>
              <a:t>  </a:t>
            </a:r>
            <a:r>
              <a:rPr b="0" i="0" lang="en-US" sz="2600" u="none">
                <a:solidFill>
                  <a:schemeClr val="dk1"/>
                </a:solidFill>
                <a:latin typeface="Calibri"/>
                <a:ea typeface="Calibri"/>
                <a:cs typeface="Calibri"/>
                <a:sym typeface="Calibri"/>
              </a:rPr>
              <a:t>is used to configure a cryptosystem</a:t>
            </a:r>
            <a:endParaRPr/>
          </a:p>
          <a:p>
            <a:pPr indent="-393700" lvl="0" marL="457200" marR="0" rtl="0" algn="just">
              <a:lnSpc>
                <a:spcPct val="115000"/>
              </a:lnSpc>
              <a:spcBef>
                <a:spcPts val="0"/>
              </a:spcBef>
              <a:spcAft>
                <a:spcPts val="0"/>
              </a:spcAft>
              <a:buSzPts val="2600"/>
              <a:buFont typeface="Calibri"/>
              <a:buChar char="•"/>
            </a:pPr>
            <a:r>
              <a:rPr b="0" i="0" lang="en-US" sz="2600" u="none">
                <a:solidFill>
                  <a:schemeClr val="dk1"/>
                </a:solidFill>
                <a:latin typeface="Calibri"/>
                <a:ea typeface="Calibri"/>
                <a:cs typeface="Calibri"/>
                <a:sym typeface="Calibri"/>
              </a:rPr>
              <a:t>A </a:t>
            </a:r>
            <a:r>
              <a:rPr b="1" i="0" lang="en-US" sz="2600" u="none">
                <a:solidFill>
                  <a:srgbClr val="0000FF"/>
                </a:solidFill>
                <a:latin typeface="Calibri"/>
                <a:ea typeface="Calibri"/>
                <a:cs typeface="Calibri"/>
                <a:sym typeface="Calibri"/>
              </a:rPr>
              <a:t>symmetric key </a:t>
            </a:r>
            <a:r>
              <a:rPr b="0" i="0" lang="en-US" sz="2600" u="none">
                <a:solidFill>
                  <a:schemeClr val="dk1"/>
                </a:solidFill>
                <a:latin typeface="Calibri"/>
                <a:ea typeface="Calibri"/>
                <a:cs typeface="Calibri"/>
                <a:sym typeface="Calibri"/>
              </a:rPr>
              <a:t>cryptosystem uses the same key to encrypt as to decrypt</a:t>
            </a:r>
            <a:endParaRPr/>
          </a:p>
          <a:p>
            <a:pPr indent="-393700" lvl="0" marL="457200" marR="0" rtl="0" algn="just">
              <a:lnSpc>
                <a:spcPct val="115000"/>
              </a:lnSpc>
              <a:spcBef>
                <a:spcPts val="0"/>
              </a:spcBef>
              <a:spcAft>
                <a:spcPts val="0"/>
              </a:spcAft>
              <a:buSzPts val="2600"/>
              <a:buFont typeface="Calibri"/>
              <a:buChar char="•"/>
            </a:pPr>
            <a:r>
              <a:rPr b="0" i="0" lang="en-US" sz="2600" u="none">
                <a:solidFill>
                  <a:schemeClr val="dk1"/>
                </a:solidFill>
                <a:latin typeface="Calibri"/>
                <a:ea typeface="Calibri"/>
                <a:cs typeface="Calibri"/>
                <a:sym typeface="Calibri"/>
              </a:rPr>
              <a:t>A </a:t>
            </a:r>
            <a:r>
              <a:rPr b="1" i="0" lang="en-US" sz="2600" u="none">
                <a:solidFill>
                  <a:srgbClr val="0000FF"/>
                </a:solidFill>
                <a:latin typeface="Calibri"/>
                <a:ea typeface="Calibri"/>
                <a:cs typeface="Calibri"/>
                <a:sym typeface="Calibri"/>
              </a:rPr>
              <a:t>public key</a:t>
            </a:r>
            <a:r>
              <a:rPr b="0" i="0" lang="en-US" sz="2600" u="none">
                <a:solidFill>
                  <a:schemeClr val="dk1"/>
                </a:solidFill>
                <a:latin typeface="Calibri"/>
                <a:ea typeface="Calibri"/>
                <a:cs typeface="Calibri"/>
                <a:sym typeface="Calibri"/>
              </a:rPr>
              <a:t> cryptosystem uses a </a:t>
            </a:r>
            <a:r>
              <a:rPr b="1" i="0" lang="en-US" sz="2600" u="none">
                <a:solidFill>
                  <a:srgbClr val="0000FF"/>
                </a:solidFill>
                <a:latin typeface="Calibri"/>
                <a:ea typeface="Calibri"/>
                <a:cs typeface="Calibri"/>
                <a:sym typeface="Calibri"/>
              </a:rPr>
              <a:t>public key  </a:t>
            </a:r>
            <a:r>
              <a:rPr b="0" i="0" lang="en-US" sz="2600" u="none">
                <a:solidFill>
                  <a:schemeClr val="dk1"/>
                </a:solidFill>
                <a:latin typeface="Calibri"/>
                <a:ea typeface="Calibri"/>
                <a:cs typeface="Calibri"/>
                <a:sym typeface="Calibri"/>
              </a:rPr>
              <a:t>to encrypt and a </a:t>
            </a:r>
            <a:r>
              <a:rPr b="1" i="0" lang="en-US" sz="2600" u="none">
                <a:solidFill>
                  <a:srgbClr val="0000FF"/>
                </a:solidFill>
                <a:latin typeface="Calibri"/>
                <a:ea typeface="Calibri"/>
                <a:cs typeface="Calibri"/>
                <a:sym typeface="Calibri"/>
              </a:rPr>
              <a:t>private key </a:t>
            </a:r>
            <a:r>
              <a:rPr b="0" i="0" lang="en-US" sz="2600" u="none">
                <a:solidFill>
                  <a:schemeClr val="dk1"/>
                </a:solidFill>
                <a:latin typeface="Calibri"/>
                <a:ea typeface="Calibri"/>
                <a:cs typeface="Calibri"/>
                <a:sym typeface="Calibri"/>
              </a:rPr>
              <a:t>to decrypt (sign)</a:t>
            </a:r>
            <a:endParaRPr/>
          </a:p>
        </p:txBody>
      </p:sp>
      <p:sp>
        <p:nvSpPr>
          <p:cNvPr id="243" name="Google Shape;243;p4"/>
          <p:cNvSpPr txBox="1"/>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900"/>
              <a:buFont typeface="Gill Sans"/>
              <a:buNone/>
            </a:pPr>
            <a:r>
              <a:rPr b="0" i="0" lang="en-US" sz="900" u="none" cap="none" strike="noStrike">
                <a:solidFill>
                  <a:schemeClr val="accent2"/>
                </a:solidFill>
                <a:latin typeface="Gill Sans"/>
                <a:ea typeface="Gill Sans"/>
                <a:cs typeface="Gill Sans"/>
                <a:sym typeface="Gill Sans"/>
              </a:rPr>
              <a:t>*</a:t>
            </a:r>
            <a:endParaRPr/>
          </a:p>
        </p:txBody>
      </p:sp>
      <p:sp>
        <p:nvSpPr>
          <p:cNvPr id="244" name="Google Shape;244;p4"/>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Gill Sans"/>
              <a:buNone/>
            </a:pPr>
            <a:r>
              <a:rPr b="0" i="0" lang="en-US" sz="900" u="none" cap="none" strike="noStrike">
                <a:solidFill>
                  <a:srgbClr val="898989"/>
                </a:solidFill>
                <a:latin typeface="Gill Sans"/>
                <a:ea typeface="Gill Sans"/>
                <a:cs typeface="Gill Sans"/>
                <a:sym typeface="Gill Sans"/>
              </a:rPr>
              <a:t>Chapter 2 Crypto Basics.     Dr. Muhammad Iqbal Hossain</a:t>
            </a:r>
            <a:endParaRPr/>
          </a:p>
        </p:txBody>
      </p:sp>
      <p:sp>
        <p:nvSpPr>
          <p:cNvPr id="245" name="Google Shape;245;p4"/>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cap="none" strike="noStrike">
                <a:solidFill>
                  <a:schemeClr val="dk1"/>
                </a:solidFill>
                <a:latin typeface="Gulim"/>
                <a:ea typeface="Gulim"/>
                <a:cs typeface="Gulim"/>
                <a:sym typeface="Gulim"/>
              </a:rPr>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5"/>
          <p:cNvSpPr txBox="1"/>
          <p:nvPr>
            <p:ph type="title"/>
          </p:nvPr>
        </p:nvSpPr>
        <p:spPr>
          <a:xfrm>
            <a:off x="785812" y="360362"/>
            <a:ext cx="7143750" cy="996950"/>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300"/>
              <a:buFont typeface="Calibri"/>
              <a:buNone/>
            </a:pPr>
            <a:r>
              <a:rPr b="0" i="0" lang="en-US" sz="3300" u="none">
                <a:solidFill>
                  <a:schemeClr val="lt1"/>
                </a:solidFill>
                <a:latin typeface="Calibri"/>
                <a:ea typeface="Calibri"/>
                <a:cs typeface="Calibri"/>
                <a:sym typeface="Calibri"/>
              </a:rPr>
              <a:t>Crypto</a:t>
            </a:r>
            <a:endParaRPr/>
          </a:p>
        </p:txBody>
      </p:sp>
      <p:sp>
        <p:nvSpPr>
          <p:cNvPr id="252" name="Google Shape;252;p5"/>
          <p:cNvSpPr txBox="1"/>
          <p:nvPr>
            <p:ph idx="1" type="body"/>
          </p:nvPr>
        </p:nvSpPr>
        <p:spPr>
          <a:xfrm>
            <a:off x="785812" y="1671587"/>
            <a:ext cx="7748700" cy="4256100"/>
          </a:xfrm>
          <a:prstGeom prst="rect">
            <a:avLst/>
          </a:prstGeom>
          <a:noFill/>
          <a:ln>
            <a:noFill/>
          </a:ln>
        </p:spPr>
        <p:txBody>
          <a:bodyPr anchorCtr="0" anchor="t" bIns="45700" lIns="91425" spcFirstLastPara="1" rIns="91425" wrap="square" tIns="45700">
            <a:noAutofit/>
          </a:bodyPr>
          <a:lstStyle/>
          <a:p>
            <a:pPr indent="-304800" lvl="0" marL="304800" marR="0" rtl="0" algn="l">
              <a:lnSpc>
                <a:spcPct val="90000"/>
              </a:lnSpc>
              <a:spcBef>
                <a:spcPts val="0"/>
              </a:spcBef>
              <a:spcAft>
                <a:spcPts val="0"/>
              </a:spcAft>
              <a:buClr>
                <a:schemeClr val="dk1"/>
              </a:buClr>
              <a:buSzPts val="2600"/>
              <a:buFont typeface="Arial"/>
              <a:buChar char="•"/>
            </a:pPr>
            <a:r>
              <a:rPr b="0" i="0" lang="en-US" sz="2600" u="none">
                <a:solidFill>
                  <a:schemeClr val="dk1"/>
                </a:solidFill>
                <a:latin typeface="Calibri"/>
                <a:ea typeface="Calibri"/>
                <a:cs typeface="Calibri"/>
                <a:sym typeface="Calibri"/>
              </a:rPr>
              <a:t>Basis assumption</a:t>
            </a:r>
            <a:endParaRPr/>
          </a:p>
          <a:p>
            <a:pPr indent="-304800" lvl="1" marL="628650" marR="0" rtl="0" algn="l">
              <a:lnSpc>
                <a:spcPct val="90000"/>
              </a:lnSpc>
              <a:spcBef>
                <a:spcPts val="300"/>
              </a:spcBef>
              <a:spcAft>
                <a:spcPts val="0"/>
              </a:spcAft>
              <a:buClr>
                <a:schemeClr val="dk1"/>
              </a:buClr>
              <a:buSzPts val="2200"/>
              <a:buFont typeface="Arial"/>
              <a:buChar char="•"/>
            </a:pPr>
            <a:r>
              <a:rPr b="0" i="0" lang="en-US" sz="2200" u="none" cap="none" strike="noStrike">
                <a:solidFill>
                  <a:schemeClr val="dk1"/>
                </a:solidFill>
                <a:latin typeface="Calibri"/>
                <a:ea typeface="Calibri"/>
                <a:cs typeface="Calibri"/>
                <a:sym typeface="Calibri"/>
              </a:rPr>
              <a:t>The system is completely known to the attacker</a:t>
            </a:r>
            <a:endParaRPr/>
          </a:p>
          <a:p>
            <a:pPr indent="-304800" lvl="1" marL="628650" marR="0" rtl="0" algn="l">
              <a:lnSpc>
                <a:spcPct val="90000"/>
              </a:lnSpc>
              <a:spcBef>
                <a:spcPts val="300"/>
              </a:spcBef>
              <a:spcAft>
                <a:spcPts val="0"/>
              </a:spcAft>
              <a:buClr>
                <a:schemeClr val="dk1"/>
              </a:buClr>
              <a:buSzPts val="2200"/>
              <a:buFont typeface="Arial"/>
              <a:buChar char="•"/>
            </a:pPr>
            <a:r>
              <a:rPr b="0" i="0" lang="en-US" sz="2200" u="none" cap="none" strike="noStrike">
                <a:solidFill>
                  <a:schemeClr val="dk1"/>
                </a:solidFill>
                <a:latin typeface="Calibri"/>
                <a:ea typeface="Calibri"/>
                <a:cs typeface="Calibri"/>
                <a:sym typeface="Calibri"/>
              </a:rPr>
              <a:t>Only the key is secret</a:t>
            </a:r>
            <a:endParaRPr/>
          </a:p>
          <a:p>
            <a:pPr indent="-304800" lvl="0" marL="304800" marR="0" rtl="0" algn="l">
              <a:lnSpc>
                <a:spcPct val="90000"/>
              </a:lnSpc>
              <a:spcBef>
                <a:spcPts val="700"/>
              </a:spcBef>
              <a:spcAft>
                <a:spcPts val="0"/>
              </a:spcAft>
              <a:buClr>
                <a:schemeClr val="dk1"/>
              </a:buClr>
              <a:buSzPts val="2600"/>
              <a:buFont typeface="Arial"/>
              <a:buChar char="•"/>
            </a:pPr>
            <a:r>
              <a:rPr b="0" i="0" lang="en-US" sz="2600" u="none">
                <a:solidFill>
                  <a:schemeClr val="dk1"/>
                </a:solidFill>
                <a:latin typeface="Calibri"/>
                <a:ea typeface="Calibri"/>
                <a:cs typeface="Calibri"/>
                <a:sym typeface="Calibri"/>
              </a:rPr>
              <a:t>Also known as </a:t>
            </a:r>
            <a:r>
              <a:rPr b="1" i="0" lang="en-US" sz="2800" u="sng">
                <a:solidFill>
                  <a:srgbClr val="FF0000"/>
                </a:solidFill>
                <a:latin typeface="Calibri"/>
                <a:ea typeface="Calibri"/>
                <a:cs typeface="Calibri"/>
                <a:sym typeface="Calibri"/>
              </a:rPr>
              <a:t>Kerckhoffs Principle</a:t>
            </a:r>
            <a:endParaRPr b="0" i="0" sz="2800" u="sng">
              <a:solidFill>
                <a:srgbClr val="FF0000"/>
              </a:solidFill>
              <a:latin typeface="Calibri"/>
              <a:ea typeface="Calibri"/>
              <a:cs typeface="Calibri"/>
              <a:sym typeface="Calibri"/>
            </a:endParaRPr>
          </a:p>
          <a:p>
            <a:pPr indent="-304800" lvl="1" marL="628650" marR="0" rtl="0" algn="l">
              <a:lnSpc>
                <a:spcPct val="90000"/>
              </a:lnSpc>
              <a:spcBef>
                <a:spcPts val="300"/>
              </a:spcBef>
              <a:spcAft>
                <a:spcPts val="0"/>
              </a:spcAft>
              <a:buClr>
                <a:schemeClr val="dk1"/>
              </a:buClr>
              <a:buSzPts val="2200"/>
              <a:buFont typeface="Arial"/>
              <a:buChar char="•"/>
            </a:pPr>
            <a:r>
              <a:rPr b="0" i="0" lang="en-US" sz="2200" u="none" cap="none" strike="noStrike">
                <a:solidFill>
                  <a:schemeClr val="dk1"/>
                </a:solidFill>
                <a:latin typeface="Calibri"/>
                <a:ea typeface="Calibri"/>
                <a:cs typeface="Calibri"/>
                <a:sym typeface="Calibri"/>
              </a:rPr>
              <a:t>Crypto algorithms are not secret</a:t>
            </a:r>
            <a:endParaRPr/>
          </a:p>
          <a:p>
            <a:pPr indent="-304800" lvl="0" marL="304800" marR="0" rtl="0" algn="l">
              <a:lnSpc>
                <a:spcPct val="90000"/>
              </a:lnSpc>
              <a:spcBef>
                <a:spcPts val="700"/>
              </a:spcBef>
              <a:spcAft>
                <a:spcPts val="0"/>
              </a:spcAft>
              <a:buClr>
                <a:schemeClr val="dk1"/>
              </a:buClr>
              <a:buSzPts val="2600"/>
              <a:buFont typeface="Arial"/>
              <a:buChar char="•"/>
            </a:pPr>
            <a:r>
              <a:rPr b="0" i="0" lang="en-US" sz="2600" u="none">
                <a:solidFill>
                  <a:schemeClr val="dk1"/>
                </a:solidFill>
                <a:latin typeface="Calibri"/>
                <a:ea typeface="Calibri"/>
                <a:cs typeface="Calibri"/>
                <a:sym typeface="Calibri"/>
              </a:rPr>
              <a:t>Why do we make this assumption?</a:t>
            </a:r>
            <a:endParaRPr/>
          </a:p>
          <a:p>
            <a:pPr indent="-304800" lvl="1" marL="628650" marR="0" rtl="0" algn="l">
              <a:lnSpc>
                <a:spcPct val="90000"/>
              </a:lnSpc>
              <a:spcBef>
                <a:spcPts val="300"/>
              </a:spcBef>
              <a:spcAft>
                <a:spcPts val="0"/>
              </a:spcAft>
              <a:buClr>
                <a:schemeClr val="dk1"/>
              </a:buClr>
              <a:buSzPts val="2200"/>
              <a:buFont typeface="Arial"/>
              <a:buChar char="•"/>
            </a:pPr>
            <a:r>
              <a:rPr b="0" i="0" lang="en-US" sz="2200" u="none" cap="none" strike="noStrike">
                <a:solidFill>
                  <a:schemeClr val="dk1"/>
                </a:solidFill>
                <a:latin typeface="Calibri"/>
                <a:ea typeface="Calibri"/>
                <a:cs typeface="Calibri"/>
                <a:sym typeface="Calibri"/>
              </a:rPr>
              <a:t>Experience has shown that secret algorithms are weak when exposed</a:t>
            </a:r>
            <a:endParaRPr/>
          </a:p>
          <a:p>
            <a:pPr indent="-304800" lvl="1" marL="628650" marR="0" rtl="0" algn="l">
              <a:lnSpc>
                <a:spcPct val="90000"/>
              </a:lnSpc>
              <a:spcBef>
                <a:spcPts val="300"/>
              </a:spcBef>
              <a:spcAft>
                <a:spcPts val="0"/>
              </a:spcAft>
              <a:buClr>
                <a:schemeClr val="dk1"/>
              </a:buClr>
              <a:buSzPts val="2200"/>
              <a:buFont typeface="Arial"/>
              <a:buChar char="•"/>
            </a:pPr>
            <a:r>
              <a:rPr b="0" i="0" lang="en-US" sz="2200" u="none" cap="none" strike="noStrike">
                <a:solidFill>
                  <a:schemeClr val="dk1"/>
                </a:solidFill>
                <a:latin typeface="Calibri"/>
                <a:ea typeface="Calibri"/>
                <a:cs typeface="Calibri"/>
                <a:sym typeface="Calibri"/>
              </a:rPr>
              <a:t>Secret algorithms never remain secret</a:t>
            </a:r>
            <a:endParaRPr/>
          </a:p>
          <a:p>
            <a:pPr indent="-304800" lvl="1" marL="628650" marR="0" rtl="0" algn="l">
              <a:lnSpc>
                <a:spcPct val="90000"/>
              </a:lnSpc>
              <a:spcBef>
                <a:spcPts val="300"/>
              </a:spcBef>
              <a:spcAft>
                <a:spcPts val="0"/>
              </a:spcAft>
              <a:buClr>
                <a:schemeClr val="dk1"/>
              </a:buClr>
              <a:buSzPts val="2200"/>
              <a:buFont typeface="Arial"/>
              <a:buChar char="•"/>
            </a:pPr>
            <a:r>
              <a:rPr b="0" i="0" lang="en-US" sz="2200" u="none" cap="none" strike="noStrike">
                <a:solidFill>
                  <a:schemeClr val="dk1"/>
                </a:solidFill>
                <a:latin typeface="Calibri"/>
                <a:ea typeface="Calibri"/>
                <a:cs typeface="Calibri"/>
                <a:sym typeface="Calibri"/>
              </a:rPr>
              <a:t>Better to find weaknesses beforehand</a:t>
            </a:r>
            <a:endParaRPr/>
          </a:p>
        </p:txBody>
      </p:sp>
      <p:sp>
        <p:nvSpPr>
          <p:cNvPr id="253" name="Google Shape;253;p5"/>
          <p:cNvSpPr txBox="1"/>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900"/>
              <a:buFont typeface="Gill Sans"/>
              <a:buNone/>
            </a:pPr>
            <a:r>
              <a:rPr b="0" i="0" lang="en-US" sz="900" u="none" cap="none" strike="noStrike">
                <a:solidFill>
                  <a:schemeClr val="accent2"/>
                </a:solidFill>
                <a:latin typeface="Gill Sans"/>
                <a:ea typeface="Gill Sans"/>
                <a:cs typeface="Gill Sans"/>
                <a:sym typeface="Gill Sans"/>
              </a:rPr>
              <a:t>*</a:t>
            </a:r>
            <a:endParaRPr/>
          </a:p>
        </p:txBody>
      </p:sp>
      <p:sp>
        <p:nvSpPr>
          <p:cNvPr id="254" name="Google Shape;254;p5"/>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Gill Sans"/>
              <a:buNone/>
            </a:pPr>
            <a:r>
              <a:rPr b="0" i="0" lang="en-US" sz="900" u="none" cap="none" strike="noStrike">
                <a:solidFill>
                  <a:srgbClr val="898989"/>
                </a:solidFill>
                <a:latin typeface="Gill Sans"/>
                <a:ea typeface="Gill Sans"/>
                <a:cs typeface="Gill Sans"/>
                <a:sym typeface="Gill Sans"/>
              </a:rPr>
              <a:t>Chapter 2 Crypto Basics.     Dr. Muhammad Iqbal Hossain</a:t>
            </a:r>
            <a:endParaRPr/>
          </a:p>
        </p:txBody>
      </p:sp>
      <p:sp>
        <p:nvSpPr>
          <p:cNvPr id="255" name="Google Shape;255;p5"/>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cap="none" strike="noStrike">
                <a:solidFill>
                  <a:schemeClr val="dk1"/>
                </a:solidFill>
                <a:latin typeface="Gulim"/>
                <a:ea typeface="Gulim"/>
                <a:cs typeface="Gulim"/>
                <a:sym typeface="Gulim"/>
              </a:rPr>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6"/>
          <p:cNvSpPr txBox="1"/>
          <p:nvPr>
            <p:ph type="title"/>
          </p:nvPr>
        </p:nvSpPr>
        <p:spPr>
          <a:xfrm>
            <a:off x="468312" y="303212"/>
            <a:ext cx="7886700" cy="1163637"/>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300"/>
              <a:buFont typeface="Calibri"/>
              <a:buNone/>
            </a:pPr>
            <a:r>
              <a:rPr b="0" i="0" lang="en-US" sz="3300" u="none">
                <a:solidFill>
                  <a:schemeClr val="lt1"/>
                </a:solidFill>
                <a:latin typeface="Calibri"/>
                <a:ea typeface="Calibri"/>
                <a:cs typeface="Calibri"/>
                <a:sym typeface="Calibri"/>
              </a:rPr>
              <a:t>Crypto as Black Box</a:t>
            </a:r>
            <a:endParaRPr/>
          </a:p>
        </p:txBody>
      </p:sp>
      <p:sp>
        <p:nvSpPr>
          <p:cNvPr id="261" name="Google Shape;261;p6"/>
          <p:cNvSpPr txBox="1"/>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900"/>
              <a:buFont typeface="Gill Sans"/>
              <a:buNone/>
            </a:pPr>
            <a:r>
              <a:rPr b="0" i="0" lang="en-US" sz="900" u="none" cap="none" strike="noStrike">
                <a:solidFill>
                  <a:schemeClr val="accent2"/>
                </a:solidFill>
                <a:latin typeface="Gill Sans"/>
                <a:ea typeface="Gill Sans"/>
                <a:cs typeface="Gill Sans"/>
                <a:sym typeface="Gill Sans"/>
              </a:rPr>
              <a:t>*</a:t>
            </a:r>
            <a:endParaRPr/>
          </a:p>
        </p:txBody>
      </p:sp>
      <p:sp>
        <p:nvSpPr>
          <p:cNvPr id="262" name="Google Shape;262;p6"/>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Gill Sans"/>
              <a:buNone/>
            </a:pPr>
            <a:r>
              <a:rPr b="0" i="0" lang="en-US" sz="900" u="none" cap="none" strike="noStrike">
                <a:solidFill>
                  <a:srgbClr val="898989"/>
                </a:solidFill>
                <a:latin typeface="Gill Sans"/>
                <a:ea typeface="Gill Sans"/>
                <a:cs typeface="Gill Sans"/>
                <a:sym typeface="Gill Sans"/>
              </a:rPr>
              <a:t>Chapter 2 Crypto Basics.     Dr. Muhammad Iqbal Hossain</a:t>
            </a:r>
            <a:endParaRPr/>
          </a:p>
        </p:txBody>
      </p:sp>
      <p:sp>
        <p:nvSpPr>
          <p:cNvPr id="263" name="Google Shape;263;p6"/>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cap="none" strike="noStrike">
                <a:solidFill>
                  <a:schemeClr val="dk1"/>
                </a:solidFill>
                <a:latin typeface="Gulim"/>
                <a:ea typeface="Gulim"/>
                <a:cs typeface="Gulim"/>
                <a:sym typeface="Gulim"/>
              </a:rPr>
              <a:t>‹#›</a:t>
            </a:fld>
            <a:endParaRPr/>
          </a:p>
        </p:txBody>
      </p:sp>
      <p:sp>
        <p:nvSpPr>
          <p:cNvPr id="264" name="Google Shape;264;p6"/>
          <p:cNvSpPr txBox="1"/>
          <p:nvPr/>
        </p:nvSpPr>
        <p:spPr>
          <a:xfrm>
            <a:off x="2133600" y="3581400"/>
            <a:ext cx="1143000" cy="609600"/>
          </a:xfrm>
          <a:prstGeom prst="rect">
            <a:avLst/>
          </a:prstGeom>
          <a:solidFill>
            <a:schemeClr val="dk2">
              <a:alpha val="0"/>
            </a:schemeClr>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Gill Sans"/>
              <a:ea typeface="Gill Sans"/>
              <a:cs typeface="Gill Sans"/>
              <a:sym typeface="Gill Sans"/>
            </a:endParaRPr>
          </a:p>
        </p:txBody>
      </p:sp>
      <p:sp>
        <p:nvSpPr>
          <p:cNvPr id="265" name="Google Shape;265;p6"/>
          <p:cNvSpPr txBox="1"/>
          <p:nvPr/>
        </p:nvSpPr>
        <p:spPr>
          <a:xfrm>
            <a:off x="5830887" y="3581400"/>
            <a:ext cx="1219200" cy="609600"/>
          </a:xfrm>
          <a:prstGeom prst="rect">
            <a:avLst/>
          </a:prstGeom>
          <a:solidFill>
            <a:schemeClr val="dk2">
              <a:alpha val="0"/>
            </a:schemeClr>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Gill Sans"/>
              <a:ea typeface="Gill Sans"/>
              <a:cs typeface="Gill Sans"/>
              <a:sym typeface="Gill Sans"/>
            </a:endParaRPr>
          </a:p>
        </p:txBody>
      </p:sp>
      <p:sp>
        <p:nvSpPr>
          <p:cNvPr id="266" name="Google Shape;266;p6"/>
          <p:cNvSpPr txBox="1"/>
          <p:nvPr/>
        </p:nvSpPr>
        <p:spPr>
          <a:xfrm>
            <a:off x="785812" y="3500437"/>
            <a:ext cx="1295400" cy="4460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plaintext</a:t>
            </a:r>
            <a:endParaRPr/>
          </a:p>
        </p:txBody>
      </p:sp>
      <p:sp>
        <p:nvSpPr>
          <p:cNvPr id="267" name="Google Shape;267;p6"/>
          <p:cNvSpPr txBox="1"/>
          <p:nvPr/>
        </p:nvSpPr>
        <p:spPr>
          <a:xfrm>
            <a:off x="6096000" y="2286000"/>
            <a:ext cx="838200"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key</a:t>
            </a:r>
            <a:endParaRPr/>
          </a:p>
        </p:txBody>
      </p:sp>
      <p:sp>
        <p:nvSpPr>
          <p:cNvPr id="268" name="Google Shape;268;p6"/>
          <p:cNvSpPr txBox="1"/>
          <p:nvPr/>
        </p:nvSpPr>
        <p:spPr>
          <a:xfrm>
            <a:off x="2438400" y="2301875"/>
            <a:ext cx="819150"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key</a:t>
            </a:r>
            <a:endParaRPr/>
          </a:p>
        </p:txBody>
      </p:sp>
      <p:sp>
        <p:nvSpPr>
          <p:cNvPr id="269" name="Google Shape;269;p6"/>
          <p:cNvSpPr txBox="1"/>
          <p:nvPr/>
        </p:nvSpPr>
        <p:spPr>
          <a:xfrm>
            <a:off x="7143750" y="3500437"/>
            <a:ext cx="1295400" cy="4460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plaintext</a:t>
            </a:r>
            <a:endParaRPr/>
          </a:p>
        </p:txBody>
      </p:sp>
      <p:sp>
        <p:nvSpPr>
          <p:cNvPr id="270" name="Google Shape;270;p6"/>
          <p:cNvSpPr txBox="1"/>
          <p:nvPr/>
        </p:nvSpPr>
        <p:spPr>
          <a:xfrm>
            <a:off x="3857625" y="4143375"/>
            <a:ext cx="1524000" cy="4460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ciphertext</a:t>
            </a:r>
            <a:endParaRPr/>
          </a:p>
        </p:txBody>
      </p:sp>
      <p:cxnSp>
        <p:nvCxnSpPr>
          <p:cNvPr id="271" name="Google Shape;271;p6"/>
          <p:cNvCxnSpPr/>
          <p:nvPr/>
        </p:nvCxnSpPr>
        <p:spPr>
          <a:xfrm>
            <a:off x="1295400" y="3886200"/>
            <a:ext cx="838200" cy="0"/>
          </a:xfrm>
          <a:prstGeom prst="straightConnector1">
            <a:avLst/>
          </a:prstGeom>
          <a:noFill/>
          <a:ln cap="flat" cmpd="sng" w="9525">
            <a:solidFill>
              <a:schemeClr val="dk1"/>
            </a:solidFill>
            <a:prstDash val="solid"/>
            <a:miter lim="800000"/>
            <a:headEnd len="med" w="med" type="none"/>
            <a:tailEnd len="med" w="med" type="triangle"/>
          </a:ln>
        </p:spPr>
      </p:cxnSp>
      <p:sp>
        <p:nvSpPr>
          <p:cNvPr id="272" name="Google Shape;272;p6"/>
          <p:cNvSpPr txBox="1"/>
          <p:nvPr/>
        </p:nvSpPr>
        <p:spPr>
          <a:xfrm>
            <a:off x="2589212" y="5284787"/>
            <a:ext cx="184150"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Gill Sans"/>
              <a:ea typeface="Gill Sans"/>
              <a:cs typeface="Gill Sans"/>
              <a:sym typeface="Gill Sans"/>
            </a:endParaRPr>
          </a:p>
        </p:txBody>
      </p:sp>
      <p:cxnSp>
        <p:nvCxnSpPr>
          <p:cNvPr id="273" name="Google Shape;273;p6"/>
          <p:cNvCxnSpPr/>
          <p:nvPr/>
        </p:nvCxnSpPr>
        <p:spPr>
          <a:xfrm>
            <a:off x="7046912" y="3886200"/>
            <a:ext cx="838200" cy="0"/>
          </a:xfrm>
          <a:prstGeom prst="straightConnector1">
            <a:avLst/>
          </a:prstGeom>
          <a:noFill/>
          <a:ln cap="flat" cmpd="sng" w="9525">
            <a:solidFill>
              <a:schemeClr val="dk1"/>
            </a:solidFill>
            <a:prstDash val="solid"/>
            <a:miter lim="800000"/>
            <a:headEnd len="med" w="med" type="none"/>
            <a:tailEnd len="med" w="med" type="triangle"/>
          </a:ln>
        </p:spPr>
      </p:cxnSp>
      <p:cxnSp>
        <p:nvCxnSpPr>
          <p:cNvPr id="274" name="Google Shape;274;p6"/>
          <p:cNvCxnSpPr/>
          <p:nvPr/>
        </p:nvCxnSpPr>
        <p:spPr>
          <a:xfrm>
            <a:off x="2743200" y="2743200"/>
            <a:ext cx="0" cy="838200"/>
          </a:xfrm>
          <a:prstGeom prst="straightConnector1">
            <a:avLst/>
          </a:prstGeom>
          <a:noFill/>
          <a:ln cap="flat" cmpd="sng" w="9525">
            <a:solidFill>
              <a:schemeClr val="dk1"/>
            </a:solidFill>
            <a:prstDash val="solid"/>
            <a:miter lim="800000"/>
            <a:headEnd len="med" w="med" type="none"/>
            <a:tailEnd len="med" w="med" type="triangle"/>
          </a:ln>
        </p:spPr>
      </p:cxnSp>
      <p:cxnSp>
        <p:nvCxnSpPr>
          <p:cNvPr id="275" name="Google Shape;275;p6"/>
          <p:cNvCxnSpPr/>
          <p:nvPr/>
        </p:nvCxnSpPr>
        <p:spPr>
          <a:xfrm>
            <a:off x="6400800" y="2743200"/>
            <a:ext cx="0" cy="838200"/>
          </a:xfrm>
          <a:prstGeom prst="straightConnector1">
            <a:avLst/>
          </a:prstGeom>
          <a:noFill/>
          <a:ln cap="flat" cmpd="sng" w="9525">
            <a:solidFill>
              <a:schemeClr val="dk1"/>
            </a:solidFill>
            <a:prstDash val="solid"/>
            <a:miter lim="800000"/>
            <a:headEnd len="med" w="med" type="none"/>
            <a:tailEnd len="med" w="med" type="triangle"/>
          </a:ln>
        </p:spPr>
      </p:cxnSp>
      <p:sp>
        <p:nvSpPr>
          <p:cNvPr id="276" name="Google Shape;276;p6"/>
          <p:cNvSpPr txBox="1"/>
          <p:nvPr/>
        </p:nvSpPr>
        <p:spPr>
          <a:xfrm>
            <a:off x="2286000" y="5000625"/>
            <a:ext cx="4699000" cy="58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Comic Sans MS"/>
              <a:buNone/>
            </a:pPr>
            <a:r>
              <a:rPr b="0" i="0" lang="en-US" sz="3200" u="none">
                <a:solidFill>
                  <a:schemeClr val="dk1"/>
                </a:solidFill>
                <a:latin typeface="Comic Sans MS"/>
                <a:ea typeface="Comic Sans MS"/>
                <a:cs typeface="Comic Sans MS"/>
                <a:sym typeface="Comic Sans MS"/>
              </a:rPr>
              <a:t>A generic use of crypto</a:t>
            </a:r>
            <a:endParaRPr/>
          </a:p>
        </p:txBody>
      </p:sp>
      <p:sp>
        <p:nvSpPr>
          <p:cNvPr id="277" name="Google Shape;277;p6"/>
          <p:cNvSpPr txBox="1"/>
          <p:nvPr/>
        </p:nvSpPr>
        <p:spPr>
          <a:xfrm>
            <a:off x="2179637" y="3657600"/>
            <a:ext cx="1096962" cy="4460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encrypt</a:t>
            </a:r>
            <a:endParaRPr/>
          </a:p>
        </p:txBody>
      </p:sp>
      <p:sp>
        <p:nvSpPr>
          <p:cNvPr id="278" name="Google Shape;278;p6"/>
          <p:cNvSpPr txBox="1"/>
          <p:nvPr/>
        </p:nvSpPr>
        <p:spPr>
          <a:xfrm>
            <a:off x="5897562" y="3668712"/>
            <a:ext cx="1112837" cy="4460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decrypt</a:t>
            </a:r>
            <a:endParaRPr/>
          </a:p>
        </p:txBody>
      </p:sp>
      <p:cxnSp>
        <p:nvCxnSpPr>
          <p:cNvPr id="279" name="Google Shape;279;p6"/>
          <p:cNvCxnSpPr/>
          <p:nvPr/>
        </p:nvCxnSpPr>
        <p:spPr>
          <a:xfrm>
            <a:off x="3276600" y="3886200"/>
            <a:ext cx="381000" cy="228600"/>
          </a:xfrm>
          <a:prstGeom prst="straightConnector1">
            <a:avLst/>
          </a:prstGeom>
          <a:noFill/>
          <a:ln cap="flat" cmpd="sng" w="9525">
            <a:solidFill>
              <a:schemeClr val="dk1"/>
            </a:solidFill>
            <a:prstDash val="solid"/>
            <a:miter lim="800000"/>
            <a:headEnd len="med" w="med" type="none"/>
            <a:tailEnd len="med" w="med" type="triangle"/>
          </a:ln>
        </p:spPr>
      </p:cxnSp>
      <p:cxnSp>
        <p:nvCxnSpPr>
          <p:cNvPr id="280" name="Google Shape;280;p6"/>
          <p:cNvCxnSpPr/>
          <p:nvPr/>
        </p:nvCxnSpPr>
        <p:spPr>
          <a:xfrm flipH="1" rot="10800000">
            <a:off x="5446712" y="3886200"/>
            <a:ext cx="381000" cy="228600"/>
          </a:xfrm>
          <a:prstGeom prst="straightConnector1">
            <a:avLst/>
          </a:prstGeom>
          <a:noFill/>
          <a:ln cap="flat" cmpd="sng" w="9525">
            <a:solidFill>
              <a:schemeClr val="dk1"/>
            </a:solidFill>
            <a:prstDash val="solid"/>
            <a:miter lim="800000"/>
            <a:headEnd len="med" w="med" type="none"/>
            <a:tailEnd len="med" w="med" type="triangle"/>
          </a:ln>
        </p:spPr>
      </p:cxnSp>
      <p:cxnSp>
        <p:nvCxnSpPr>
          <p:cNvPr id="281" name="Google Shape;281;p6"/>
          <p:cNvCxnSpPr/>
          <p:nvPr/>
        </p:nvCxnSpPr>
        <p:spPr>
          <a:xfrm flipH="1" rot="10800000">
            <a:off x="3657600" y="3810000"/>
            <a:ext cx="304800" cy="304800"/>
          </a:xfrm>
          <a:prstGeom prst="straightConnector1">
            <a:avLst/>
          </a:prstGeom>
          <a:noFill/>
          <a:ln cap="flat" cmpd="sng" w="9525">
            <a:solidFill>
              <a:schemeClr val="dk1"/>
            </a:solidFill>
            <a:prstDash val="solid"/>
            <a:miter lim="800000"/>
            <a:headEnd len="med" w="med" type="none"/>
            <a:tailEnd len="med" w="med" type="triangle"/>
          </a:ln>
        </p:spPr>
      </p:cxnSp>
      <p:cxnSp>
        <p:nvCxnSpPr>
          <p:cNvPr id="282" name="Google Shape;282;p6"/>
          <p:cNvCxnSpPr/>
          <p:nvPr/>
        </p:nvCxnSpPr>
        <p:spPr>
          <a:xfrm flipH="1" rot="10800000">
            <a:off x="4249737" y="3810000"/>
            <a:ext cx="304800" cy="304800"/>
          </a:xfrm>
          <a:prstGeom prst="straightConnector1">
            <a:avLst/>
          </a:prstGeom>
          <a:noFill/>
          <a:ln cap="flat" cmpd="sng" w="9525">
            <a:solidFill>
              <a:schemeClr val="dk1"/>
            </a:solidFill>
            <a:prstDash val="solid"/>
            <a:miter lim="800000"/>
            <a:headEnd len="med" w="med" type="none"/>
            <a:tailEnd len="med" w="med" type="triangle"/>
          </a:ln>
        </p:spPr>
      </p:cxnSp>
      <p:cxnSp>
        <p:nvCxnSpPr>
          <p:cNvPr id="283" name="Google Shape;283;p6"/>
          <p:cNvCxnSpPr/>
          <p:nvPr/>
        </p:nvCxnSpPr>
        <p:spPr>
          <a:xfrm flipH="1" rot="10800000">
            <a:off x="4862512" y="3811587"/>
            <a:ext cx="304800" cy="304800"/>
          </a:xfrm>
          <a:prstGeom prst="straightConnector1">
            <a:avLst/>
          </a:prstGeom>
          <a:noFill/>
          <a:ln cap="flat" cmpd="sng" w="9525">
            <a:solidFill>
              <a:schemeClr val="dk1"/>
            </a:solidFill>
            <a:prstDash val="solid"/>
            <a:miter lim="800000"/>
            <a:headEnd len="med" w="med" type="none"/>
            <a:tailEnd len="med" w="med" type="triangle"/>
          </a:ln>
        </p:spPr>
      </p:cxnSp>
      <p:cxnSp>
        <p:nvCxnSpPr>
          <p:cNvPr id="284" name="Google Shape;284;p6"/>
          <p:cNvCxnSpPr/>
          <p:nvPr/>
        </p:nvCxnSpPr>
        <p:spPr>
          <a:xfrm>
            <a:off x="3957637" y="3829050"/>
            <a:ext cx="304800" cy="304800"/>
          </a:xfrm>
          <a:prstGeom prst="straightConnector1">
            <a:avLst/>
          </a:prstGeom>
          <a:noFill/>
          <a:ln cap="flat" cmpd="sng" w="9525">
            <a:solidFill>
              <a:schemeClr val="dk1"/>
            </a:solidFill>
            <a:prstDash val="solid"/>
            <a:miter lim="800000"/>
            <a:headEnd len="med" w="med" type="none"/>
            <a:tailEnd len="med" w="med" type="triangle"/>
          </a:ln>
        </p:spPr>
      </p:cxnSp>
      <p:cxnSp>
        <p:nvCxnSpPr>
          <p:cNvPr id="285" name="Google Shape;285;p6"/>
          <p:cNvCxnSpPr/>
          <p:nvPr/>
        </p:nvCxnSpPr>
        <p:spPr>
          <a:xfrm>
            <a:off x="4551362" y="3829050"/>
            <a:ext cx="304800" cy="304800"/>
          </a:xfrm>
          <a:prstGeom prst="straightConnector1">
            <a:avLst/>
          </a:prstGeom>
          <a:noFill/>
          <a:ln cap="flat" cmpd="sng" w="9525">
            <a:solidFill>
              <a:schemeClr val="dk1"/>
            </a:solidFill>
            <a:prstDash val="solid"/>
            <a:miter lim="800000"/>
            <a:headEnd len="med" w="med" type="none"/>
            <a:tailEnd len="med" w="med" type="triangle"/>
          </a:ln>
        </p:spPr>
      </p:cxnSp>
      <p:cxnSp>
        <p:nvCxnSpPr>
          <p:cNvPr id="286" name="Google Shape;286;p6"/>
          <p:cNvCxnSpPr/>
          <p:nvPr/>
        </p:nvCxnSpPr>
        <p:spPr>
          <a:xfrm>
            <a:off x="5164137" y="3829050"/>
            <a:ext cx="304800" cy="304800"/>
          </a:xfrm>
          <a:prstGeom prst="straightConnector1">
            <a:avLst/>
          </a:prstGeom>
          <a:noFill/>
          <a:ln cap="flat" cmpd="sng" w="9525">
            <a:solidFill>
              <a:schemeClr val="dk1"/>
            </a:solidFill>
            <a:prstDash val="solid"/>
            <a:miter lim="800000"/>
            <a:headEnd len="med" w="med" type="none"/>
            <a:tailEnd len="med" w="med" type="triangl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pic>
        <p:nvPicPr>
          <p:cNvPr id="291" name="Google Shape;291;p7"/>
          <p:cNvPicPr preferRelativeResize="0"/>
          <p:nvPr/>
        </p:nvPicPr>
        <p:blipFill rotWithShape="1">
          <a:blip r:embed="rId3">
            <a:alphaModFix/>
          </a:blip>
          <a:srcRect b="4332" l="0" r="0" t="0"/>
          <a:stretch/>
        </p:blipFill>
        <p:spPr>
          <a:xfrm>
            <a:off x="0" y="855662"/>
            <a:ext cx="9148762" cy="545306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8"/>
          <p:cNvSpPr txBox="1"/>
          <p:nvPr>
            <p:ph idx="1" type="body"/>
          </p:nvPr>
        </p:nvSpPr>
        <p:spPr>
          <a:xfrm>
            <a:off x="581025" y="2349500"/>
            <a:ext cx="7989887" cy="600075"/>
          </a:xfrm>
          <a:prstGeom prst="rect">
            <a:avLst/>
          </a:prstGeom>
          <a:noFill/>
          <a:ln>
            <a:noFill/>
          </a:ln>
        </p:spPr>
        <p:txBody>
          <a:bodyPr anchorCtr="0" anchor="t" bIns="45700" lIns="91425" spcFirstLastPara="1" rIns="91425" wrap="square" tIns="45700">
            <a:normAutofit/>
          </a:bodyPr>
          <a:lstStyle/>
          <a:p>
            <a:pPr indent="0" lvl="0" marL="0" rtl="0" algn="l">
              <a:lnSpc>
                <a:spcPct val="70000"/>
              </a:lnSpc>
              <a:spcBef>
                <a:spcPts val="0"/>
              </a:spcBef>
              <a:spcAft>
                <a:spcPts val="0"/>
              </a:spcAft>
              <a:buClr>
                <a:srgbClr val="898989"/>
              </a:buClr>
              <a:buSzPts val="4600"/>
              <a:buNone/>
            </a:pPr>
            <a:r>
              <a:rPr b="0" i="0" lang="en-US" sz="4600" u="none">
                <a:solidFill>
                  <a:srgbClr val="898989"/>
                </a:solidFill>
                <a:latin typeface="Calibri"/>
                <a:ea typeface="Calibri"/>
                <a:cs typeface="Calibri"/>
                <a:sym typeface="Calibri"/>
              </a:rPr>
              <a:t>Classic crypto</a:t>
            </a:r>
            <a:endParaRPr/>
          </a:p>
        </p:txBody>
      </p:sp>
      <p:sp>
        <p:nvSpPr>
          <p:cNvPr id="297" name="Google Shape;297;p8"/>
          <p:cNvSpPr txBox="1"/>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98989"/>
              </a:buClr>
              <a:buSzPts val="900"/>
              <a:buFont typeface="Gill Sans"/>
              <a:buNone/>
            </a:pPr>
            <a:r>
              <a:rPr b="0" i="0" lang="en-US" sz="900" u="none">
                <a:solidFill>
                  <a:srgbClr val="898989"/>
                </a:solidFill>
                <a:latin typeface="Gill Sans"/>
                <a:ea typeface="Gill Sans"/>
                <a:cs typeface="Gill Sans"/>
                <a:sym typeface="Gill Sans"/>
              </a:rPr>
              <a:t>*</a:t>
            </a:r>
            <a:endParaRPr/>
          </a:p>
        </p:txBody>
      </p:sp>
      <p:sp>
        <p:nvSpPr>
          <p:cNvPr id="298" name="Google Shape;298;p8"/>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Gill Sans"/>
              <a:buNone/>
            </a:pPr>
            <a:r>
              <a:rPr b="0" i="0" lang="en-US" sz="900" u="none">
                <a:solidFill>
                  <a:srgbClr val="898989"/>
                </a:solidFill>
                <a:latin typeface="Gill Sans"/>
                <a:ea typeface="Gill Sans"/>
                <a:cs typeface="Gill Sans"/>
                <a:sym typeface="Gill Sans"/>
              </a:rPr>
              <a:t>Chapter 2 Crypto Basics.     Dr. Muhammad Iqbal Hossain</a:t>
            </a:r>
            <a:endParaRPr/>
          </a:p>
        </p:txBody>
      </p:sp>
      <p:sp>
        <p:nvSpPr>
          <p:cNvPr id="299" name="Google Shape;299;p8"/>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9"/>
          <p:cNvSpPr txBox="1"/>
          <p:nvPr>
            <p:ph type="title"/>
          </p:nvPr>
        </p:nvSpPr>
        <p:spPr>
          <a:xfrm>
            <a:off x="468312" y="303212"/>
            <a:ext cx="7886700" cy="1163637"/>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300"/>
              <a:buFont typeface="Calibri"/>
              <a:buNone/>
            </a:pPr>
            <a:r>
              <a:rPr b="0" i="0" lang="en-US" sz="3300" u="none">
                <a:solidFill>
                  <a:schemeClr val="lt1"/>
                </a:solidFill>
                <a:latin typeface="Calibri"/>
                <a:ea typeface="Calibri"/>
                <a:cs typeface="Calibri"/>
                <a:sym typeface="Calibri"/>
              </a:rPr>
              <a:t>Simple Substitution</a:t>
            </a:r>
            <a:endParaRPr/>
          </a:p>
        </p:txBody>
      </p:sp>
      <p:sp>
        <p:nvSpPr>
          <p:cNvPr id="306" name="Google Shape;306;p9"/>
          <p:cNvSpPr txBox="1"/>
          <p:nvPr>
            <p:ph idx="1" type="body"/>
          </p:nvPr>
        </p:nvSpPr>
        <p:spPr>
          <a:xfrm>
            <a:off x="785812" y="1714500"/>
            <a:ext cx="7454900" cy="1071562"/>
          </a:xfrm>
          <a:prstGeom prst="rect">
            <a:avLst/>
          </a:prstGeom>
          <a:noFill/>
          <a:ln>
            <a:noFill/>
          </a:ln>
        </p:spPr>
        <p:txBody>
          <a:bodyPr anchorCtr="0" anchor="t" bIns="45700" lIns="91425" spcFirstLastPara="1" rIns="91425" wrap="square" tIns="45700">
            <a:noAutofit/>
          </a:bodyPr>
          <a:lstStyle/>
          <a:p>
            <a:pPr indent="-171450" lvl="0" marL="171450" marR="0" rtl="0" algn="l">
              <a:lnSpc>
                <a:spcPct val="90000"/>
              </a:lnSpc>
              <a:spcBef>
                <a:spcPts val="0"/>
              </a:spcBef>
              <a:spcAft>
                <a:spcPts val="0"/>
              </a:spcAft>
              <a:buClr>
                <a:srgbClr val="FF0000"/>
              </a:buClr>
              <a:buSzPts val="2100"/>
              <a:buFont typeface="Arial"/>
              <a:buChar char="•"/>
            </a:pPr>
            <a:r>
              <a:rPr b="0" i="0" lang="en-US" sz="2100" u="none">
                <a:solidFill>
                  <a:srgbClr val="FF0000"/>
                </a:solidFill>
                <a:latin typeface="Calibri"/>
                <a:ea typeface="Calibri"/>
                <a:cs typeface="Calibri"/>
                <a:sym typeface="Calibri"/>
              </a:rPr>
              <a:t>Plaintext:</a:t>
            </a:r>
            <a:r>
              <a:rPr b="0" i="0" lang="en-US" sz="2100" u="none">
                <a:solidFill>
                  <a:schemeClr val="dk1"/>
                </a:solidFill>
                <a:latin typeface="Calibri"/>
                <a:ea typeface="Calibri"/>
                <a:cs typeface="Calibri"/>
                <a:sym typeface="Calibri"/>
              </a:rPr>
              <a:t> </a:t>
            </a:r>
            <a:r>
              <a:rPr b="0" i="0" lang="en-US" sz="2100" u="none">
                <a:solidFill>
                  <a:srgbClr val="FF0000"/>
                </a:solidFill>
                <a:latin typeface="Calibri"/>
                <a:ea typeface="Calibri"/>
                <a:cs typeface="Calibri"/>
                <a:sym typeface="Calibri"/>
              </a:rPr>
              <a:t>fourscoreandsevenyearsago</a:t>
            </a:r>
            <a:endParaRPr/>
          </a:p>
          <a:p>
            <a:pPr indent="-171450" lvl="0" marL="171450" marR="0" rtl="0" algn="l">
              <a:lnSpc>
                <a:spcPct val="90000"/>
              </a:lnSpc>
              <a:spcBef>
                <a:spcPts val="700"/>
              </a:spcBef>
              <a:spcAft>
                <a:spcPts val="0"/>
              </a:spcAft>
              <a:buClr>
                <a:schemeClr val="dk1"/>
              </a:buClr>
              <a:buSzPts val="2100"/>
              <a:buFont typeface="Arial"/>
              <a:buChar char="•"/>
            </a:pPr>
            <a:r>
              <a:rPr b="0" i="0" lang="en-US" sz="2100" u="none">
                <a:solidFill>
                  <a:schemeClr val="dk1"/>
                </a:solidFill>
                <a:latin typeface="Calibri"/>
                <a:ea typeface="Calibri"/>
                <a:cs typeface="Calibri"/>
                <a:sym typeface="Calibri"/>
              </a:rPr>
              <a:t>Key:</a:t>
            </a:r>
            <a:r>
              <a:rPr b="0" i="0" lang="en-US" sz="2100" u="none">
                <a:solidFill>
                  <a:srgbClr val="FF0000"/>
                </a:solidFill>
                <a:latin typeface="Times"/>
                <a:ea typeface="Times"/>
                <a:cs typeface="Times"/>
                <a:sym typeface="Times"/>
              </a:rPr>
              <a:t> </a:t>
            </a:r>
            <a:endParaRPr/>
          </a:p>
        </p:txBody>
      </p:sp>
      <p:sp>
        <p:nvSpPr>
          <p:cNvPr id="307" name="Google Shape;307;p9"/>
          <p:cNvSpPr txBox="1"/>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900"/>
              <a:buFont typeface="Gill Sans"/>
              <a:buNone/>
            </a:pPr>
            <a:r>
              <a:rPr b="0" i="0" lang="en-US" sz="900" u="none">
                <a:solidFill>
                  <a:schemeClr val="accent2"/>
                </a:solidFill>
                <a:latin typeface="Gill Sans"/>
                <a:ea typeface="Gill Sans"/>
                <a:cs typeface="Gill Sans"/>
                <a:sym typeface="Gill Sans"/>
              </a:rPr>
              <a:t>*</a:t>
            </a:r>
            <a:endParaRPr/>
          </a:p>
        </p:txBody>
      </p:sp>
      <p:sp>
        <p:nvSpPr>
          <p:cNvPr id="308" name="Google Shape;308;p9"/>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Gill Sans"/>
              <a:buNone/>
            </a:pPr>
            <a:r>
              <a:rPr b="0" i="0" lang="en-US" sz="900" u="none">
                <a:solidFill>
                  <a:srgbClr val="898989"/>
                </a:solidFill>
                <a:latin typeface="Gill Sans"/>
                <a:ea typeface="Gill Sans"/>
                <a:cs typeface="Gill Sans"/>
                <a:sym typeface="Gill Sans"/>
              </a:rPr>
              <a:t>Chapter 2 Crypto Basics.     Dr. Muhammad Iqbal Hossain</a:t>
            </a:r>
            <a:endParaRPr/>
          </a:p>
        </p:txBody>
      </p:sp>
      <p:sp>
        <p:nvSpPr>
          <p:cNvPr id="309" name="Google Shape;309;p9"/>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graphicFrame>
        <p:nvGraphicFramePr>
          <p:cNvPr id="310" name="Google Shape;310;p9"/>
          <p:cNvGraphicFramePr/>
          <p:nvPr/>
        </p:nvGraphicFramePr>
        <p:xfrm>
          <a:off x="1042987" y="3213100"/>
          <a:ext cx="3000000" cy="3000000"/>
        </p:xfrm>
        <a:graphic>
          <a:graphicData uri="http://schemas.openxmlformats.org/drawingml/2006/table">
            <a:tbl>
              <a:tblPr>
                <a:noFill/>
                <a:tableStyleId>{9C8D57EF-903D-4D1E-BFAB-AFA734AC7F87}</a:tableStyleId>
              </a:tblPr>
              <a:tblGrid>
                <a:gridCol w="280975"/>
                <a:gridCol w="280975"/>
                <a:gridCol w="280975"/>
                <a:gridCol w="280975"/>
                <a:gridCol w="280975"/>
                <a:gridCol w="280975"/>
                <a:gridCol w="280975"/>
                <a:gridCol w="280975"/>
                <a:gridCol w="280975"/>
                <a:gridCol w="280975"/>
                <a:gridCol w="280975"/>
                <a:gridCol w="280975"/>
                <a:gridCol w="280975"/>
                <a:gridCol w="280975"/>
                <a:gridCol w="280975"/>
                <a:gridCol w="280975"/>
                <a:gridCol w="280975"/>
                <a:gridCol w="280975"/>
                <a:gridCol w="280975"/>
                <a:gridCol w="280975"/>
                <a:gridCol w="280975"/>
                <a:gridCol w="280975"/>
                <a:gridCol w="280975"/>
                <a:gridCol w="280975"/>
                <a:gridCol w="280975"/>
                <a:gridCol w="280975"/>
              </a:tblGrid>
              <a:tr h="396875">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a</a:t>
                      </a:r>
                      <a:endParaRPr/>
                    </a:p>
                  </a:txBody>
                  <a:tcPr marT="45650" marB="45650" marR="91450" marL="91450" anchor="ctr" anchorCtr="1">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b</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c</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d</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e</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f</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g</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h</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i</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j</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k</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l</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m</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n</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o</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p</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q</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r</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s</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t</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u</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v</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w</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x</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y</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z</a:t>
                      </a:r>
                      <a:endParaRPr/>
                    </a:p>
                  </a:txBody>
                  <a:tcPr marT="45650" marB="45650" marR="91450" marL="91450" anchor="ctr" anchorCtr="1">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r>
              <a:tr h="395275">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D</a:t>
                      </a:r>
                      <a:endParaRPr/>
                    </a:p>
                  </a:txBody>
                  <a:tcPr marT="45650" marB="45650" marR="91450" marL="91450" anchor="ctr" anchorCtr="1">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E</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F</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G</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H</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I</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J</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K</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L</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M</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N</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O</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P</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Q</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R</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S</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T</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U</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V</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W</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X</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Y</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Z</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A</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B</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C</a:t>
                      </a:r>
                      <a:endParaRPr/>
                    </a:p>
                  </a:txBody>
                  <a:tcPr marT="45650" marB="45650" marR="91450" marL="91450" anchor="ctr" anchorCtr="1">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r>
            </a:tbl>
          </a:graphicData>
        </a:graphic>
      </p:graphicFrame>
      <p:sp>
        <p:nvSpPr>
          <p:cNvPr id="311" name="Google Shape;311;p9"/>
          <p:cNvSpPr txBox="1"/>
          <p:nvPr/>
        </p:nvSpPr>
        <p:spPr>
          <a:xfrm>
            <a:off x="785812" y="4221162"/>
            <a:ext cx="7670800" cy="19446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dk2"/>
              </a:buClr>
              <a:buSzPts val="2100"/>
              <a:buFont typeface="Noto Sans Symbols"/>
              <a:buChar char="●"/>
            </a:pPr>
            <a:r>
              <a:rPr b="0" i="0" lang="en-US" sz="3000" u="none">
                <a:solidFill>
                  <a:srgbClr val="2B10F0"/>
                </a:solidFill>
                <a:latin typeface="Comic Sans MS"/>
                <a:ea typeface="Comic Sans MS"/>
                <a:cs typeface="Comic Sans MS"/>
                <a:sym typeface="Comic Sans MS"/>
              </a:rPr>
              <a:t>Ciphertext: </a:t>
            </a:r>
            <a:endParaRPr/>
          </a:p>
          <a:p>
            <a:pPr indent="-342900" lvl="0" marL="342900" marR="0" rtl="0" algn="l">
              <a:lnSpc>
                <a:spcPct val="90000"/>
              </a:lnSpc>
              <a:spcBef>
                <a:spcPts val="600"/>
              </a:spcBef>
              <a:spcAft>
                <a:spcPts val="0"/>
              </a:spcAft>
              <a:buClr>
                <a:srgbClr val="2B10F0"/>
              </a:buClr>
              <a:buSzPts val="3000"/>
              <a:buFont typeface="Times"/>
              <a:buNone/>
            </a:pPr>
            <a:r>
              <a:rPr b="0" i="0" lang="en-US" sz="3000" u="none">
                <a:solidFill>
                  <a:srgbClr val="2B10F0"/>
                </a:solidFill>
                <a:latin typeface="Times"/>
                <a:ea typeface="Times"/>
                <a:cs typeface="Times"/>
                <a:sym typeface="Times"/>
              </a:rPr>
              <a:t>	</a:t>
            </a:r>
            <a:r>
              <a:rPr b="0" i="0" lang="en-US" sz="3000" u="none">
                <a:solidFill>
                  <a:srgbClr val="2B10F0"/>
                </a:solidFill>
                <a:latin typeface="Comic Sans MS"/>
                <a:ea typeface="Comic Sans MS"/>
                <a:cs typeface="Comic Sans MS"/>
                <a:sym typeface="Comic Sans MS"/>
              </a:rPr>
              <a:t>IRXUVFRUHDAGVHYHABHDUVDIR</a:t>
            </a:r>
            <a:endParaRPr/>
          </a:p>
          <a:p>
            <a:pPr indent="-342900" lvl="0" marL="342900" marR="0" rtl="0" algn="l">
              <a:lnSpc>
                <a:spcPct val="130000"/>
              </a:lnSpc>
              <a:spcBef>
                <a:spcPts val="600"/>
              </a:spcBef>
              <a:spcAft>
                <a:spcPts val="0"/>
              </a:spcAft>
              <a:buClr>
                <a:schemeClr val="dk2"/>
              </a:buClr>
              <a:buSzPts val="2100"/>
              <a:buFont typeface="Noto Sans Symbols"/>
              <a:buChar char="●"/>
            </a:pPr>
            <a:r>
              <a:rPr b="0" i="0" lang="en-US" sz="3000" u="none">
                <a:solidFill>
                  <a:schemeClr val="dk1"/>
                </a:solidFill>
                <a:latin typeface="Comic Sans MS"/>
                <a:ea typeface="Comic Sans MS"/>
                <a:cs typeface="Comic Sans MS"/>
                <a:sym typeface="Comic Sans MS"/>
              </a:rPr>
              <a:t>Shift by 3 is “Caesar’s cipher”</a:t>
            </a:r>
            <a:endParaRPr/>
          </a:p>
        </p:txBody>
      </p:sp>
      <p:sp>
        <p:nvSpPr>
          <p:cNvPr id="312" name="Google Shape;312;p9"/>
          <p:cNvSpPr txBox="1"/>
          <p:nvPr/>
        </p:nvSpPr>
        <p:spPr>
          <a:xfrm>
            <a:off x="2700337" y="2781300"/>
            <a:ext cx="1247775"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2000"/>
              <a:buFont typeface="Comic Sans MS"/>
              <a:buNone/>
            </a:pPr>
            <a:r>
              <a:rPr b="0" i="0" lang="en-US" sz="2000" u="none">
                <a:solidFill>
                  <a:srgbClr val="FF0000"/>
                </a:solidFill>
                <a:latin typeface="Comic Sans MS"/>
                <a:ea typeface="Comic Sans MS"/>
                <a:cs typeface="Comic Sans MS"/>
                <a:sym typeface="Comic Sans MS"/>
              </a:rPr>
              <a:t>Plaintext</a:t>
            </a:r>
            <a:endParaRPr/>
          </a:p>
        </p:txBody>
      </p:sp>
      <p:sp>
        <p:nvSpPr>
          <p:cNvPr id="313" name="Google Shape;313;p9"/>
          <p:cNvSpPr txBox="1"/>
          <p:nvPr/>
        </p:nvSpPr>
        <p:spPr>
          <a:xfrm>
            <a:off x="4067175" y="2781300"/>
            <a:ext cx="147955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B10F0"/>
              </a:buClr>
              <a:buSzPts val="2000"/>
              <a:buFont typeface="Comic Sans MS"/>
              <a:buNone/>
            </a:pPr>
            <a:r>
              <a:rPr b="0" i="0" lang="en-US" sz="2000" u="none">
                <a:solidFill>
                  <a:srgbClr val="2B10F0"/>
                </a:solidFill>
                <a:latin typeface="Comic Sans MS"/>
                <a:ea typeface="Comic Sans MS"/>
                <a:cs typeface="Comic Sans MS"/>
                <a:sym typeface="Comic Sans MS"/>
              </a:rPr>
              <a:t>Ciphertext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10"/>
          <p:cNvSpPr txBox="1"/>
          <p:nvPr>
            <p:ph type="title"/>
          </p:nvPr>
        </p:nvSpPr>
        <p:spPr>
          <a:xfrm>
            <a:off x="785812" y="457200"/>
            <a:ext cx="7143750" cy="900112"/>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300"/>
              <a:buFont typeface="Calibri"/>
              <a:buNone/>
            </a:pPr>
            <a:r>
              <a:rPr b="0" i="0" lang="en-US" sz="3300" u="none">
                <a:solidFill>
                  <a:schemeClr val="lt1"/>
                </a:solidFill>
                <a:latin typeface="Calibri"/>
                <a:ea typeface="Calibri"/>
                <a:cs typeface="Calibri"/>
                <a:sym typeface="Calibri"/>
              </a:rPr>
              <a:t>Ceasar’s</a:t>
            </a:r>
            <a:r>
              <a:rPr b="0" i="0" lang="en-US" sz="3300" u="none">
                <a:solidFill>
                  <a:schemeClr val="lt1"/>
                </a:solidFill>
                <a:latin typeface="Calibri"/>
                <a:ea typeface="Calibri"/>
                <a:cs typeface="Calibri"/>
                <a:sym typeface="Calibri"/>
              </a:rPr>
              <a:t> Cipher Decryption</a:t>
            </a:r>
            <a:endParaRPr/>
          </a:p>
        </p:txBody>
      </p:sp>
      <p:sp>
        <p:nvSpPr>
          <p:cNvPr id="319" name="Google Shape;319;p10"/>
          <p:cNvSpPr txBox="1"/>
          <p:nvPr>
            <p:ph idx="1" type="body"/>
          </p:nvPr>
        </p:nvSpPr>
        <p:spPr>
          <a:xfrm>
            <a:off x="785812" y="5445125"/>
            <a:ext cx="7975600" cy="576262"/>
          </a:xfrm>
          <a:prstGeom prst="rect">
            <a:avLst/>
          </a:prstGeom>
          <a:noFill/>
          <a:ln>
            <a:noFill/>
          </a:ln>
        </p:spPr>
        <p:txBody>
          <a:bodyPr anchorCtr="0" anchor="t" bIns="45700" lIns="91425" spcFirstLastPara="1" rIns="91425" wrap="square" tIns="45700">
            <a:noAutofit/>
          </a:bodyPr>
          <a:lstStyle/>
          <a:p>
            <a:pPr indent="-171450" lvl="0" marL="171450" marR="0" rtl="0" algn="l">
              <a:lnSpc>
                <a:spcPct val="90000"/>
              </a:lnSpc>
              <a:spcBef>
                <a:spcPts val="0"/>
              </a:spcBef>
              <a:spcAft>
                <a:spcPts val="0"/>
              </a:spcAft>
              <a:buClr>
                <a:srgbClr val="FF0000"/>
              </a:buClr>
              <a:buSzPts val="2100"/>
              <a:buFont typeface="Arial"/>
              <a:buChar char="•"/>
            </a:pPr>
            <a:r>
              <a:rPr b="0" i="0" lang="en-US" sz="2100" u="none">
                <a:solidFill>
                  <a:srgbClr val="FF0000"/>
                </a:solidFill>
                <a:latin typeface="Calibri"/>
                <a:ea typeface="Calibri"/>
                <a:cs typeface="Calibri"/>
                <a:sym typeface="Calibri"/>
              </a:rPr>
              <a:t>Plaintext: spongebobsquarepants</a:t>
            </a:r>
            <a:endParaRPr/>
          </a:p>
        </p:txBody>
      </p:sp>
      <p:sp>
        <p:nvSpPr>
          <p:cNvPr id="320" name="Google Shape;320;p10"/>
          <p:cNvSpPr txBox="1"/>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900"/>
              <a:buFont typeface="Gill Sans"/>
              <a:buNone/>
            </a:pPr>
            <a:r>
              <a:rPr b="0" i="0" lang="en-US" sz="900" u="none">
                <a:solidFill>
                  <a:schemeClr val="accent2"/>
                </a:solidFill>
                <a:latin typeface="Gill Sans"/>
                <a:ea typeface="Gill Sans"/>
                <a:cs typeface="Gill Sans"/>
                <a:sym typeface="Gill Sans"/>
              </a:rPr>
              <a:t>*</a:t>
            </a:r>
            <a:endParaRPr/>
          </a:p>
        </p:txBody>
      </p:sp>
      <p:sp>
        <p:nvSpPr>
          <p:cNvPr id="321" name="Google Shape;321;p10"/>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Gill Sans"/>
              <a:buNone/>
            </a:pPr>
            <a:r>
              <a:rPr b="0" i="0" lang="en-US" sz="900" u="none">
                <a:solidFill>
                  <a:srgbClr val="898989"/>
                </a:solidFill>
                <a:latin typeface="Gill Sans"/>
                <a:ea typeface="Gill Sans"/>
                <a:cs typeface="Gill Sans"/>
                <a:sym typeface="Gill Sans"/>
              </a:rPr>
              <a:t>Chapter 2 Crypto Basics.     Dr. Muhammad Iqbal Hossain</a:t>
            </a:r>
            <a:endParaRPr/>
          </a:p>
        </p:txBody>
      </p:sp>
      <p:sp>
        <p:nvSpPr>
          <p:cNvPr id="322" name="Google Shape;322;p10"/>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sp>
        <p:nvSpPr>
          <p:cNvPr id="323" name="Google Shape;323;p10"/>
          <p:cNvSpPr txBox="1"/>
          <p:nvPr/>
        </p:nvSpPr>
        <p:spPr>
          <a:xfrm>
            <a:off x="684212" y="1928812"/>
            <a:ext cx="7672387" cy="20193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dk2"/>
              </a:buClr>
              <a:buSzPts val="1960"/>
              <a:buFont typeface="Noto Sans Symbols"/>
              <a:buChar char="●"/>
            </a:pPr>
            <a:r>
              <a:rPr b="0" i="0" lang="en-US" sz="2800" u="none">
                <a:solidFill>
                  <a:schemeClr val="dk1"/>
                </a:solidFill>
                <a:latin typeface="Comic Sans MS"/>
                <a:ea typeface="Comic Sans MS"/>
                <a:cs typeface="Comic Sans MS"/>
                <a:sym typeface="Comic Sans MS"/>
              </a:rPr>
              <a:t>Suppose we know a Ceasar’s cipher is being used</a:t>
            </a:r>
            <a:endParaRPr/>
          </a:p>
          <a:p>
            <a:pPr indent="-342900" lvl="0" marL="342900" marR="0" rtl="0" algn="l">
              <a:lnSpc>
                <a:spcPct val="120000"/>
              </a:lnSpc>
              <a:spcBef>
                <a:spcPts val="560"/>
              </a:spcBef>
              <a:spcAft>
                <a:spcPts val="0"/>
              </a:spcAft>
              <a:buClr>
                <a:schemeClr val="dk2"/>
              </a:buClr>
              <a:buSzPts val="1960"/>
              <a:buFont typeface="Noto Sans Symbols"/>
              <a:buChar char="●"/>
            </a:pPr>
            <a:r>
              <a:rPr b="0" i="0" lang="en-US" sz="2800" u="none">
                <a:solidFill>
                  <a:srgbClr val="2B10F0"/>
                </a:solidFill>
                <a:latin typeface="Comic Sans MS"/>
                <a:ea typeface="Comic Sans MS"/>
                <a:cs typeface="Comic Sans MS"/>
                <a:sym typeface="Comic Sans MS"/>
              </a:rPr>
              <a:t>Ciphertext: VSRQJHEREVTXDUHSDQWU</a:t>
            </a:r>
            <a:endParaRPr/>
          </a:p>
        </p:txBody>
      </p:sp>
      <p:graphicFrame>
        <p:nvGraphicFramePr>
          <p:cNvPr id="324" name="Google Shape;324;p10"/>
          <p:cNvGraphicFramePr/>
          <p:nvPr/>
        </p:nvGraphicFramePr>
        <p:xfrm>
          <a:off x="1042987" y="4292600"/>
          <a:ext cx="3000000" cy="3000000"/>
        </p:xfrm>
        <a:graphic>
          <a:graphicData uri="http://schemas.openxmlformats.org/drawingml/2006/table">
            <a:tbl>
              <a:tblPr>
                <a:noFill/>
                <a:tableStyleId>{9C8D57EF-903D-4D1E-BFAB-AFA734AC7F87}</a:tableStyleId>
              </a:tblPr>
              <a:tblGrid>
                <a:gridCol w="280975"/>
                <a:gridCol w="280975"/>
                <a:gridCol w="280975"/>
                <a:gridCol w="280975"/>
                <a:gridCol w="280975"/>
                <a:gridCol w="280975"/>
                <a:gridCol w="280975"/>
                <a:gridCol w="280975"/>
                <a:gridCol w="280975"/>
                <a:gridCol w="280975"/>
                <a:gridCol w="280975"/>
                <a:gridCol w="280975"/>
                <a:gridCol w="280975"/>
                <a:gridCol w="280975"/>
                <a:gridCol w="280975"/>
                <a:gridCol w="280975"/>
                <a:gridCol w="280975"/>
                <a:gridCol w="280975"/>
                <a:gridCol w="280975"/>
                <a:gridCol w="280975"/>
                <a:gridCol w="280975"/>
                <a:gridCol w="280975"/>
                <a:gridCol w="280975"/>
                <a:gridCol w="280975"/>
                <a:gridCol w="280975"/>
                <a:gridCol w="280975"/>
              </a:tblGrid>
              <a:tr h="396875">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a</a:t>
                      </a:r>
                      <a:endParaRPr/>
                    </a:p>
                  </a:txBody>
                  <a:tcPr marT="45650" marB="45650" marR="91450" marL="91450" anchor="ctr" anchorCtr="1">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b</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c</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d</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e</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f</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g</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h</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i</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j</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k</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l</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m</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n</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o</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p</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q</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r</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s</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t</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u</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v</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w</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x</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y</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z</a:t>
                      </a:r>
                      <a:endParaRPr/>
                    </a:p>
                  </a:txBody>
                  <a:tcPr marT="45650" marB="45650" marR="91450" marL="91450" anchor="ctr" anchorCtr="1">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r>
              <a:tr h="395275">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D</a:t>
                      </a:r>
                      <a:endParaRPr/>
                    </a:p>
                  </a:txBody>
                  <a:tcPr marT="45650" marB="45650" marR="91450" marL="91450" anchor="ctr" anchorCtr="1">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E</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F</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G</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H</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I</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J</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K</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L</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M</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N</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O</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P</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Q</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R</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S</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T</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U</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V</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W</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X</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Y</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Z</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A</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B</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C</a:t>
                      </a:r>
                      <a:endParaRPr/>
                    </a:p>
                  </a:txBody>
                  <a:tcPr marT="45650" marB="45650" marR="91450" marL="91450" anchor="ctr" anchorCtr="1">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r>
            </a:tbl>
          </a:graphicData>
        </a:graphic>
      </p:graphicFrame>
      <p:sp>
        <p:nvSpPr>
          <p:cNvPr id="325" name="Google Shape;325;p10"/>
          <p:cNvSpPr txBox="1"/>
          <p:nvPr/>
        </p:nvSpPr>
        <p:spPr>
          <a:xfrm>
            <a:off x="2700337" y="3860800"/>
            <a:ext cx="1247775"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2000"/>
              <a:buFont typeface="Comic Sans MS"/>
              <a:buNone/>
            </a:pPr>
            <a:r>
              <a:rPr b="0" i="0" lang="en-US" sz="2000" u="none">
                <a:solidFill>
                  <a:srgbClr val="FF0000"/>
                </a:solidFill>
                <a:latin typeface="Comic Sans MS"/>
                <a:ea typeface="Comic Sans MS"/>
                <a:cs typeface="Comic Sans MS"/>
                <a:sym typeface="Comic Sans MS"/>
              </a:rPr>
              <a:t>Plaintext</a:t>
            </a:r>
            <a:endParaRPr/>
          </a:p>
        </p:txBody>
      </p:sp>
      <p:sp>
        <p:nvSpPr>
          <p:cNvPr id="326" name="Google Shape;326;p10"/>
          <p:cNvSpPr txBox="1"/>
          <p:nvPr/>
        </p:nvSpPr>
        <p:spPr>
          <a:xfrm>
            <a:off x="4067175" y="3860800"/>
            <a:ext cx="147955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B10F0"/>
              </a:buClr>
              <a:buSzPts val="2000"/>
              <a:buFont typeface="Comic Sans MS"/>
              <a:buNone/>
            </a:pPr>
            <a:r>
              <a:rPr b="0" i="0" lang="en-US" sz="2000" u="none">
                <a:solidFill>
                  <a:srgbClr val="2B10F0"/>
                </a:solidFill>
                <a:latin typeface="Comic Sans MS"/>
                <a:ea typeface="Comic Sans MS"/>
                <a:cs typeface="Comic Sans MS"/>
                <a:sym typeface="Comic Sans MS"/>
              </a:rPr>
              <a:t>Ciphertext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19">
                                            <p:txEl>
                                              <p:pRg end="0" st="0"/>
                                            </p:txEl>
                                          </p:spTgt>
                                        </p:tgtEl>
                                        <p:attrNameLst>
                                          <p:attrName>style.visibility</p:attrName>
                                        </p:attrNameLst>
                                      </p:cBhvr>
                                      <p:to>
                                        <p:strVal val="visible"/>
                                      </p:to>
                                    </p:set>
                                    <p:anim calcmode="lin" valueType="num">
                                      <p:cBhvr additive="base">
                                        <p:cTn dur="75"/>
                                        <p:tgtEl>
                                          <p:spTgt spid="319">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11"/>
          <p:cNvSpPr txBox="1"/>
          <p:nvPr>
            <p:ph type="title"/>
          </p:nvPr>
        </p:nvSpPr>
        <p:spPr>
          <a:xfrm>
            <a:off x="763587" y="384175"/>
            <a:ext cx="7143750" cy="747712"/>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300"/>
              <a:buFont typeface="Calibri"/>
              <a:buNone/>
            </a:pPr>
            <a:r>
              <a:rPr b="0" i="0" lang="en-US" sz="3300" u="none">
                <a:solidFill>
                  <a:schemeClr val="lt1"/>
                </a:solidFill>
                <a:latin typeface="Calibri"/>
                <a:ea typeface="Calibri"/>
                <a:cs typeface="Calibri"/>
                <a:sym typeface="Calibri"/>
              </a:rPr>
              <a:t>Not-so-Simple Substitution</a:t>
            </a:r>
            <a:endParaRPr/>
          </a:p>
        </p:txBody>
      </p:sp>
      <p:sp>
        <p:nvSpPr>
          <p:cNvPr id="332" name="Google Shape;332;p11"/>
          <p:cNvSpPr txBox="1"/>
          <p:nvPr>
            <p:ph idx="1" type="body"/>
          </p:nvPr>
        </p:nvSpPr>
        <p:spPr>
          <a:xfrm>
            <a:off x="785812" y="1714500"/>
            <a:ext cx="7797800" cy="2090737"/>
          </a:xfrm>
          <a:prstGeom prst="rect">
            <a:avLst/>
          </a:prstGeom>
          <a:noFill/>
          <a:ln>
            <a:noFill/>
          </a:ln>
        </p:spPr>
        <p:txBody>
          <a:bodyPr anchorCtr="0" anchor="t" bIns="45700" lIns="91425" spcFirstLastPara="1" rIns="91425" wrap="square" tIns="45700">
            <a:noAutofit/>
          </a:bodyPr>
          <a:lstStyle/>
          <a:p>
            <a:pPr indent="-171450" lvl="0" marL="171450" marR="0" rtl="0" algn="l">
              <a:lnSpc>
                <a:spcPct val="90000"/>
              </a:lnSpc>
              <a:spcBef>
                <a:spcPts val="0"/>
              </a:spcBef>
              <a:spcAft>
                <a:spcPts val="0"/>
              </a:spcAft>
              <a:buClr>
                <a:schemeClr val="dk1"/>
              </a:buClr>
              <a:buSzPts val="2100"/>
              <a:buFont typeface="Arial"/>
              <a:buChar char="•"/>
            </a:pPr>
            <a:r>
              <a:rPr b="0" i="0" lang="en-US" sz="2100" u="none">
                <a:solidFill>
                  <a:schemeClr val="dk1"/>
                </a:solidFill>
                <a:latin typeface="Calibri"/>
                <a:ea typeface="Calibri"/>
                <a:cs typeface="Calibri"/>
                <a:sym typeface="Calibri"/>
              </a:rPr>
              <a:t>Shift by </a:t>
            </a:r>
            <a:r>
              <a:rPr b="0" i="1" lang="en-US" sz="2100" u="none">
                <a:solidFill>
                  <a:schemeClr val="dk1"/>
                </a:solidFill>
                <a:latin typeface="Calibri"/>
                <a:ea typeface="Calibri"/>
                <a:cs typeface="Calibri"/>
                <a:sym typeface="Calibri"/>
              </a:rPr>
              <a:t>n</a:t>
            </a:r>
            <a:r>
              <a:rPr b="0" i="0" lang="en-US" sz="2100" u="none">
                <a:solidFill>
                  <a:schemeClr val="dk1"/>
                </a:solidFill>
                <a:latin typeface="Calibri"/>
                <a:ea typeface="Calibri"/>
                <a:cs typeface="Calibri"/>
                <a:sym typeface="Calibri"/>
              </a:rPr>
              <a:t> for some </a:t>
            </a:r>
            <a:r>
              <a:rPr b="0" i="1" lang="en-US" sz="2100" u="none">
                <a:solidFill>
                  <a:schemeClr val="dk1"/>
                </a:solidFill>
                <a:latin typeface="Calibri"/>
                <a:ea typeface="Calibri"/>
                <a:cs typeface="Calibri"/>
                <a:sym typeface="Calibri"/>
              </a:rPr>
              <a:t>n</a:t>
            </a:r>
            <a:r>
              <a:rPr b="0" i="0" lang="en-US" sz="2100" u="none">
                <a:solidFill>
                  <a:schemeClr val="dk1"/>
                </a:solidFill>
                <a:latin typeface="Calibri"/>
                <a:ea typeface="Calibri"/>
                <a:cs typeface="Calibri"/>
                <a:sym typeface="Calibri"/>
              </a:rPr>
              <a:t> ∈ {0,1,2,…,25}</a:t>
            </a:r>
            <a:endParaRPr/>
          </a:p>
          <a:p>
            <a:pPr indent="-171450" lvl="0" marL="171450" marR="0" rtl="0" algn="l">
              <a:lnSpc>
                <a:spcPct val="120000"/>
              </a:lnSpc>
              <a:spcBef>
                <a:spcPts val="700"/>
              </a:spcBef>
              <a:spcAft>
                <a:spcPts val="0"/>
              </a:spcAft>
              <a:buClr>
                <a:schemeClr val="dk1"/>
              </a:buClr>
              <a:buSzPts val="2100"/>
              <a:buFont typeface="Arial"/>
              <a:buChar char="•"/>
            </a:pPr>
            <a:r>
              <a:rPr b="0" i="0" lang="en-US" sz="2100" u="none">
                <a:solidFill>
                  <a:schemeClr val="dk1"/>
                </a:solidFill>
                <a:latin typeface="Calibri"/>
                <a:ea typeface="Calibri"/>
                <a:cs typeface="Calibri"/>
                <a:sym typeface="Calibri"/>
              </a:rPr>
              <a:t>Then key is </a:t>
            </a:r>
            <a:r>
              <a:rPr b="0" i="1" lang="en-US" sz="2100" u="none">
                <a:solidFill>
                  <a:schemeClr val="dk1"/>
                </a:solidFill>
                <a:latin typeface="Calibri"/>
                <a:ea typeface="Calibri"/>
                <a:cs typeface="Calibri"/>
                <a:sym typeface="Calibri"/>
              </a:rPr>
              <a:t>n</a:t>
            </a:r>
            <a:endParaRPr/>
          </a:p>
          <a:p>
            <a:pPr indent="-171450" lvl="0" marL="171450" marR="0" rtl="0" algn="l">
              <a:lnSpc>
                <a:spcPct val="130000"/>
              </a:lnSpc>
              <a:spcBef>
                <a:spcPts val="700"/>
              </a:spcBef>
              <a:spcAft>
                <a:spcPts val="0"/>
              </a:spcAft>
              <a:buClr>
                <a:schemeClr val="dk1"/>
              </a:buClr>
              <a:buSzPts val="2100"/>
              <a:buFont typeface="Arial"/>
              <a:buChar char="•"/>
            </a:pPr>
            <a:r>
              <a:rPr b="0" i="0" lang="en-US" sz="2100" u="none">
                <a:solidFill>
                  <a:schemeClr val="dk1"/>
                </a:solidFill>
                <a:latin typeface="Calibri"/>
                <a:ea typeface="Calibri"/>
                <a:cs typeface="Calibri"/>
                <a:sym typeface="Calibri"/>
              </a:rPr>
              <a:t>Example: key = 7</a:t>
            </a:r>
            <a:endParaRPr/>
          </a:p>
        </p:txBody>
      </p:sp>
      <p:sp>
        <p:nvSpPr>
          <p:cNvPr id="333" name="Google Shape;333;p11"/>
          <p:cNvSpPr txBox="1"/>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900"/>
              <a:buFont typeface="Gill Sans"/>
              <a:buNone/>
            </a:pPr>
            <a:r>
              <a:rPr b="0" i="0" lang="en-US" sz="900" u="none">
                <a:solidFill>
                  <a:schemeClr val="accent2"/>
                </a:solidFill>
                <a:latin typeface="Gill Sans"/>
                <a:ea typeface="Gill Sans"/>
                <a:cs typeface="Gill Sans"/>
                <a:sym typeface="Gill Sans"/>
              </a:rPr>
              <a:t>*</a:t>
            </a:r>
            <a:endParaRPr/>
          </a:p>
        </p:txBody>
      </p:sp>
      <p:sp>
        <p:nvSpPr>
          <p:cNvPr id="334" name="Google Shape;334;p11"/>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Gill Sans"/>
              <a:buNone/>
            </a:pPr>
            <a:r>
              <a:rPr b="0" i="0" lang="en-US" sz="900" u="none">
                <a:solidFill>
                  <a:srgbClr val="898989"/>
                </a:solidFill>
                <a:latin typeface="Gill Sans"/>
                <a:ea typeface="Gill Sans"/>
                <a:cs typeface="Gill Sans"/>
                <a:sym typeface="Gill Sans"/>
              </a:rPr>
              <a:t>Chapter 2 Crypto Basics.     Dr. Muhammad Iqbal Hossain</a:t>
            </a:r>
            <a:endParaRPr/>
          </a:p>
        </p:txBody>
      </p:sp>
      <p:sp>
        <p:nvSpPr>
          <p:cNvPr id="335" name="Google Shape;335;p11"/>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graphicFrame>
        <p:nvGraphicFramePr>
          <p:cNvPr id="336" name="Google Shape;336;p11"/>
          <p:cNvGraphicFramePr/>
          <p:nvPr/>
        </p:nvGraphicFramePr>
        <p:xfrm>
          <a:off x="1042987" y="4652962"/>
          <a:ext cx="3000000" cy="3000000"/>
        </p:xfrm>
        <a:graphic>
          <a:graphicData uri="http://schemas.openxmlformats.org/drawingml/2006/table">
            <a:tbl>
              <a:tblPr>
                <a:noFill/>
                <a:tableStyleId>{9C8D57EF-903D-4D1E-BFAB-AFA734AC7F87}</a:tableStyleId>
              </a:tblPr>
              <a:tblGrid>
                <a:gridCol w="280975"/>
                <a:gridCol w="280975"/>
                <a:gridCol w="280975"/>
                <a:gridCol w="280975"/>
                <a:gridCol w="280975"/>
                <a:gridCol w="280975"/>
                <a:gridCol w="280975"/>
                <a:gridCol w="280975"/>
                <a:gridCol w="280975"/>
                <a:gridCol w="280975"/>
                <a:gridCol w="280975"/>
                <a:gridCol w="280975"/>
                <a:gridCol w="280975"/>
                <a:gridCol w="280975"/>
                <a:gridCol w="280975"/>
                <a:gridCol w="280975"/>
                <a:gridCol w="280975"/>
                <a:gridCol w="280975"/>
                <a:gridCol w="280975"/>
                <a:gridCol w="280975"/>
                <a:gridCol w="280975"/>
                <a:gridCol w="280975"/>
                <a:gridCol w="280975"/>
                <a:gridCol w="280975"/>
                <a:gridCol w="280975"/>
                <a:gridCol w="280975"/>
              </a:tblGrid>
              <a:tr h="396875">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a</a:t>
                      </a:r>
                      <a:endParaRPr/>
                    </a:p>
                  </a:txBody>
                  <a:tcPr marT="45650" marB="45650" marR="91450" marL="91450" anchor="ctr" anchorCtr="1">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b</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c</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d</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e</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f</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g</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h</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i</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j</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k</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l</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m</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n</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o</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p</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q</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r</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s</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t</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u</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v</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w</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x</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y</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z</a:t>
                      </a:r>
                      <a:endParaRPr/>
                    </a:p>
                  </a:txBody>
                  <a:tcPr marT="45650" marB="45650" marR="91450" marL="91450" anchor="ctr" anchorCtr="1">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r>
              <a:tr h="395275">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H</a:t>
                      </a:r>
                      <a:endParaRPr/>
                    </a:p>
                  </a:txBody>
                  <a:tcPr marT="45650" marB="45650" marR="91450" marL="91450" anchor="ctr" anchorCtr="1">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I</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J</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K</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L</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M</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N</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O</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P</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Q</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R</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S</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T</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U</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V</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W</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X</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Y</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Z</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A</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B</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C</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D</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E</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F</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G</a:t>
                      </a:r>
                      <a:endParaRPr/>
                    </a:p>
                  </a:txBody>
                  <a:tcPr marT="45650" marB="45650" marR="91450" marL="91450" anchor="ctr" anchorCtr="1">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r>
            </a:tbl>
          </a:graphicData>
        </a:graphic>
      </p:graphicFrame>
      <p:sp>
        <p:nvSpPr>
          <p:cNvPr id="337" name="Google Shape;337;p11"/>
          <p:cNvSpPr txBox="1"/>
          <p:nvPr/>
        </p:nvSpPr>
        <p:spPr>
          <a:xfrm>
            <a:off x="2700337" y="4221162"/>
            <a:ext cx="1247775"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2000"/>
              <a:buFont typeface="Comic Sans MS"/>
              <a:buNone/>
            </a:pPr>
            <a:r>
              <a:rPr b="0" i="0" lang="en-US" sz="2000" u="none">
                <a:solidFill>
                  <a:srgbClr val="FF0000"/>
                </a:solidFill>
                <a:latin typeface="Comic Sans MS"/>
                <a:ea typeface="Comic Sans MS"/>
                <a:cs typeface="Comic Sans MS"/>
                <a:sym typeface="Comic Sans MS"/>
              </a:rPr>
              <a:t>Plaintext</a:t>
            </a:r>
            <a:endParaRPr/>
          </a:p>
        </p:txBody>
      </p:sp>
      <p:sp>
        <p:nvSpPr>
          <p:cNvPr id="338" name="Google Shape;338;p11"/>
          <p:cNvSpPr txBox="1"/>
          <p:nvPr/>
        </p:nvSpPr>
        <p:spPr>
          <a:xfrm>
            <a:off x="4067175" y="4221162"/>
            <a:ext cx="147955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B10F0"/>
              </a:buClr>
              <a:buSzPts val="2000"/>
              <a:buFont typeface="Comic Sans MS"/>
              <a:buNone/>
            </a:pPr>
            <a:r>
              <a:rPr b="0" i="0" lang="en-US" sz="2000" u="none">
                <a:solidFill>
                  <a:srgbClr val="2B10F0"/>
                </a:solidFill>
                <a:latin typeface="Comic Sans MS"/>
                <a:ea typeface="Comic Sans MS"/>
                <a:cs typeface="Comic Sans MS"/>
                <a:sym typeface="Comic Sans MS"/>
              </a:rPr>
              <a:t>Ciphertext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12"/>
          <p:cNvSpPr txBox="1"/>
          <p:nvPr>
            <p:ph type="title"/>
          </p:nvPr>
        </p:nvSpPr>
        <p:spPr>
          <a:xfrm>
            <a:off x="468312" y="303212"/>
            <a:ext cx="7886700" cy="1163637"/>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300"/>
              <a:buFont typeface="Calibri"/>
              <a:buNone/>
            </a:pPr>
            <a:r>
              <a:t/>
            </a:r>
            <a:endParaRPr>
              <a:solidFill>
                <a:schemeClr val="lt1"/>
              </a:solidFill>
            </a:endParaRPr>
          </a:p>
        </p:txBody>
      </p:sp>
      <p:sp>
        <p:nvSpPr>
          <p:cNvPr id="344" name="Google Shape;344;p12"/>
          <p:cNvSpPr txBox="1"/>
          <p:nvPr>
            <p:ph idx="1" type="body"/>
          </p:nvPr>
        </p:nvSpPr>
        <p:spPr>
          <a:xfrm>
            <a:off x="468312" y="1668462"/>
            <a:ext cx="7886700" cy="4511675"/>
          </a:xfrm>
          <a:prstGeom prst="rect">
            <a:avLst/>
          </a:prstGeom>
          <a:noFill/>
          <a:ln>
            <a:noFill/>
          </a:ln>
        </p:spPr>
        <p:txBody>
          <a:bodyPr anchorCtr="0" anchor="t" bIns="45700" lIns="91425" spcFirstLastPara="1" rIns="91425" wrap="square" tIns="45700">
            <a:noAutofit/>
          </a:bodyPr>
          <a:lstStyle/>
          <a:p>
            <a:pPr indent="-171450" lvl="0" marL="171450" marR="0" rtl="0" algn="l">
              <a:lnSpc>
                <a:spcPct val="90000"/>
              </a:lnSpc>
              <a:spcBef>
                <a:spcPts val="0"/>
              </a:spcBef>
              <a:spcAft>
                <a:spcPts val="0"/>
              </a:spcAft>
              <a:buClr>
                <a:schemeClr val="dk1"/>
              </a:buClr>
              <a:buSzPts val="2100"/>
              <a:buFont typeface="Arial"/>
              <a:buChar char="•"/>
            </a:pPr>
            <a:r>
              <a:rPr b="0" i="0" lang="en-US" sz="2100" u="none">
                <a:solidFill>
                  <a:schemeClr val="dk1"/>
                </a:solidFill>
                <a:latin typeface="Calibri"/>
                <a:ea typeface="Calibri"/>
                <a:cs typeface="Calibri"/>
                <a:sym typeface="Calibri"/>
              </a:rPr>
              <a:t>End of segment 1</a:t>
            </a:r>
            <a:endParaRPr/>
          </a:p>
          <a:p>
            <a:pPr indent="-38100" lvl="0" marL="171450" marR="0" rtl="0" algn="l">
              <a:lnSpc>
                <a:spcPct val="90000"/>
              </a:lnSpc>
              <a:spcBef>
                <a:spcPts val="750"/>
              </a:spcBef>
              <a:spcAft>
                <a:spcPts val="0"/>
              </a:spcAft>
              <a:buClr>
                <a:schemeClr val="dk1"/>
              </a:buClr>
              <a:buSzPts val="2100"/>
              <a:buFont typeface="Arial"/>
              <a:buNone/>
            </a:pPr>
            <a:r>
              <a:t/>
            </a:r>
            <a:endParaRPr b="0" i="0" sz="2100" u="none">
              <a:solidFill>
                <a:schemeClr val="dk1"/>
              </a:solidFill>
              <a:latin typeface="Calibri"/>
              <a:ea typeface="Calibri"/>
              <a:cs typeface="Calibri"/>
              <a:sym typeface="Calibri"/>
            </a:endParaRPr>
          </a:p>
        </p:txBody>
      </p:sp>
      <p:sp>
        <p:nvSpPr>
          <p:cNvPr id="345" name="Google Shape;345;p12"/>
          <p:cNvSpPr txBox="1"/>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98989"/>
              </a:buClr>
              <a:buSzPts val="900"/>
              <a:buFont typeface="Gill Sans"/>
              <a:buNone/>
            </a:pPr>
            <a:r>
              <a:rPr b="0" i="0" lang="en-US" sz="900" u="none">
                <a:solidFill>
                  <a:srgbClr val="898989"/>
                </a:solidFill>
                <a:latin typeface="Gill Sans"/>
                <a:ea typeface="Gill Sans"/>
                <a:cs typeface="Gill Sans"/>
                <a:sym typeface="Gill Sans"/>
              </a:rPr>
              <a:t>*</a:t>
            </a:r>
            <a:endParaRPr/>
          </a:p>
        </p:txBody>
      </p:sp>
      <p:sp>
        <p:nvSpPr>
          <p:cNvPr id="346" name="Google Shape;346;p12"/>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Gill Sans"/>
              <a:buNone/>
            </a:pPr>
            <a:r>
              <a:rPr b="0" i="0" lang="en-US" sz="900" u="none">
                <a:solidFill>
                  <a:srgbClr val="898989"/>
                </a:solidFill>
                <a:latin typeface="Gill Sans"/>
                <a:ea typeface="Gill Sans"/>
                <a:cs typeface="Gill Sans"/>
                <a:sym typeface="Gill Sans"/>
              </a:rPr>
              <a:t>Chapter 2 Crypto Basics.     Dr. Muhammad Iqbal Hossain</a:t>
            </a:r>
            <a:endParaRPr/>
          </a:p>
        </p:txBody>
      </p:sp>
      <p:sp>
        <p:nvSpPr>
          <p:cNvPr id="347" name="Google Shape;347;p12"/>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accent2"/>
              </a:buClr>
              <a:buSzPts val="900"/>
              <a:buFont typeface="Gill Sans"/>
              <a:buNone/>
            </a:pPr>
            <a:fld id="{00000000-1234-1234-1234-123412341234}" type="slidenum">
              <a:rPr b="0" i="0" lang="en-US" sz="900" u="none">
                <a:solidFill>
                  <a:schemeClr val="accent2"/>
                </a:solidFill>
                <a:latin typeface="Gill Sans"/>
                <a:ea typeface="Gill Sans"/>
                <a:cs typeface="Gill Sans"/>
                <a:sym typeface="Gill Sans"/>
              </a:rPr>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13"/>
          <p:cNvSpPr txBox="1"/>
          <p:nvPr>
            <p:ph type="title"/>
          </p:nvPr>
        </p:nvSpPr>
        <p:spPr>
          <a:xfrm>
            <a:off x="785812" y="214312"/>
            <a:ext cx="7500937" cy="1143000"/>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chemeClr val="lt1"/>
              </a:buClr>
              <a:buSzPts val="3300"/>
              <a:buFont typeface="Calibri"/>
              <a:buNone/>
            </a:pPr>
            <a:r>
              <a:rPr b="0" i="0" lang="en-US" sz="3300" u="none">
                <a:solidFill>
                  <a:schemeClr val="lt1"/>
                </a:solidFill>
                <a:latin typeface="Calibri"/>
                <a:ea typeface="Calibri"/>
                <a:cs typeface="Calibri"/>
                <a:sym typeface="Calibri"/>
              </a:rPr>
              <a:t>Cryptanalysis I: Try Them All</a:t>
            </a:r>
            <a:endParaRPr/>
          </a:p>
        </p:txBody>
      </p:sp>
      <p:sp>
        <p:nvSpPr>
          <p:cNvPr id="353" name="Google Shape;353;p13"/>
          <p:cNvSpPr txBox="1"/>
          <p:nvPr>
            <p:ph idx="1" type="body"/>
          </p:nvPr>
        </p:nvSpPr>
        <p:spPr>
          <a:xfrm>
            <a:off x="785812" y="1714500"/>
            <a:ext cx="7977187" cy="4572000"/>
          </a:xfrm>
          <a:prstGeom prst="rect">
            <a:avLst/>
          </a:prstGeom>
          <a:noFill/>
          <a:ln>
            <a:noFill/>
          </a:ln>
        </p:spPr>
        <p:txBody>
          <a:bodyPr anchorCtr="0" anchor="t" bIns="45700" lIns="91425" spcFirstLastPara="1" rIns="91425" wrap="square" tIns="45700">
            <a:noAutofit/>
          </a:bodyPr>
          <a:lstStyle/>
          <a:p>
            <a:pPr indent="-171450" lvl="0" marL="171450" marR="0" rtl="0" algn="l">
              <a:lnSpc>
                <a:spcPct val="90000"/>
              </a:lnSpc>
              <a:spcBef>
                <a:spcPts val="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Given</a:t>
            </a:r>
            <a:endParaRPr/>
          </a:p>
          <a:p>
            <a:pPr indent="-171450" lvl="1" marL="514350" marR="0" rtl="0" algn="l">
              <a:lnSpc>
                <a:spcPct val="90000"/>
              </a:lnSpc>
              <a:spcBef>
                <a:spcPts val="30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A simple substitution (shift by n) is used</a:t>
            </a:r>
            <a:endParaRPr/>
          </a:p>
          <a:p>
            <a:pPr indent="-171450" lvl="1" marL="514350" marR="0" rtl="0" algn="l">
              <a:lnSpc>
                <a:spcPct val="90000"/>
              </a:lnSpc>
              <a:spcBef>
                <a:spcPts val="30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But the key is unknown</a:t>
            </a:r>
            <a:endParaRPr/>
          </a:p>
          <a:p>
            <a:pPr indent="-171450" lvl="1" marL="514350" marR="0" rtl="0" algn="l">
              <a:lnSpc>
                <a:spcPct val="90000"/>
              </a:lnSpc>
              <a:spcBef>
                <a:spcPts val="30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Given ciphertext:  </a:t>
            </a:r>
            <a:r>
              <a:rPr b="0" i="0" lang="en-US" sz="2000" u="none" cap="none" strike="noStrike">
                <a:solidFill>
                  <a:srgbClr val="2B10F0"/>
                </a:solidFill>
                <a:latin typeface="Times"/>
                <a:ea typeface="Times"/>
                <a:cs typeface="Times"/>
                <a:sym typeface="Times"/>
              </a:rPr>
              <a:t>meqefscerhcsyeviekmvp</a:t>
            </a:r>
            <a:endParaRPr b="0" i="0" sz="2000" u="none" cap="none" strike="noStrike">
              <a:solidFill>
                <a:srgbClr val="2B10F0"/>
              </a:solidFill>
              <a:latin typeface="Calibri"/>
              <a:ea typeface="Calibri"/>
              <a:cs typeface="Calibri"/>
              <a:sym typeface="Calibri"/>
            </a:endParaRPr>
          </a:p>
          <a:p>
            <a:pPr indent="-171450" lvl="0" marL="171450" marR="0" rtl="0" algn="l">
              <a:lnSpc>
                <a:spcPct val="90000"/>
              </a:lnSpc>
              <a:spcBef>
                <a:spcPts val="70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How to find the key?</a:t>
            </a:r>
            <a:endParaRPr/>
          </a:p>
          <a:p>
            <a:pPr indent="-171450" lvl="0" marL="171450" marR="0" rtl="0" algn="l">
              <a:lnSpc>
                <a:spcPct val="90000"/>
              </a:lnSpc>
              <a:spcBef>
                <a:spcPts val="700"/>
              </a:spcBef>
              <a:spcAft>
                <a:spcPts val="0"/>
              </a:spcAft>
              <a:buClr>
                <a:srgbClr val="2B10F0"/>
              </a:buClr>
              <a:buSzPts val="2400"/>
              <a:buFont typeface="Arial"/>
              <a:buChar char="•"/>
            </a:pPr>
            <a:r>
              <a:rPr b="1" i="0" lang="en-US" sz="2400" u="sng">
                <a:solidFill>
                  <a:srgbClr val="2B10F0"/>
                </a:solidFill>
                <a:latin typeface="Calibri"/>
                <a:ea typeface="Calibri"/>
                <a:cs typeface="Calibri"/>
                <a:sym typeface="Calibri"/>
              </a:rPr>
              <a:t>Exhaustive key search</a:t>
            </a:r>
            <a:endParaRPr b="0" i="0" sz="2400" u="sng">
              <a:solidFill>
                <a:srgbClr val="2B10F0"/>
              </a:solidFill>
              <a:latin typeface="Calibri"/>
              <a:ea typeface="Calibri"/>
              <a:cs typeface="Calibri"/>
              <a:sym typeface="Calibri"/>
            </a:endParaRPr>
          </a:p>
          <a:p>
            <a:pPr indent="-171450" lvl="1" marL="514350" marR="0" rtl="0" algn="l">
              <a:lnSpc>
                <a:spcPct val="90000"/>
              </a:lnSpc>
              <a:spcBef>
                <a:spcPts val="30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Only 26 possible keys ⎯ try them all!</a:t>
            </a:r>
            <a:endParaRPr/>
          </a:p>
          <a:p>
            <a:pPr indent="-171450" lvl="1" marL="514350" marR="0" rtl="0" algn="l">
              <a:lnSpc>
                <a:spcPct val="90000"/>
              </a:lnSpc>
              <a:spcBef>
                <a:spcPts val="30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Solution: key = 4  </a:t>
            </a:r>
            <a:r>
              <a:rPr b="0" i="0" lang="en-US" sz="2000" u="none" cap="none" strike="noStrike">
                <a:solidFill>
                  <a:srgbClr val="FF0000"/>
                </a:solidFill>
                <a:latin typeface="Times"/>
                <a:ea typeface="Times"/>
                <a:cs typeface="Times"/>
                <a:sym typeface="Times"/>
              </a:rPr>
              <a:t>IAMABOYANDYOUAREAGIRL</a:t>
            </a:r>
            <a:endParaRPr/>
          </a:p>
        </p:txBody>
      </p:sp>
      <p:sp>
        <p:nvSpPr>
          <p:cNvPr id="354" name="Google Shape;354;p13"/>
          <p:cNvSpPr txBox="1"/>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900"/>
              <a:buFont typeface="Gill Sans"/>
              <a:buNone/>
            </a:pPr>
            <a:r>
              <a:rPr b="0" i="0" lang="en-US" sz="900" u="none">
                <a:solidFill>
                  <a:schemeClr val="accent2"/>
                </a:solidFill>
                <a:latin typeface="Gill Sans"/>
                <a:ea typeface="Gill Sans"/>
                <a:cs typeface="Gill Sans"/>
                <a:sym typeface="Gill Sans"/>
              </a:rPr>
              <a:t>*</a:t>
            </a:r>
            <a:endParaRPr/>
          </a:p>
        </p:txBody>
      </p:sp>
      <p:sp>
        <p:nvSpPr>
          <p:cNvPr id="355" name="Google Shape;355;p13"/>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Gill Sans"/>
              <a:buNone/>
            </a:pPr>
            <a:r>
              <a:rPr b="0" i="0" lang="en-US" sz="900" u="none">
                <a:solidFill>
                  <a:srgbClr val="898989"/>
                </a:solidFill>
                <a:latin typeface="Gill Sans"/>
                <a:ea typeface="Gill Sans"/>
                <a:cs typeface="Gill Sans"/>
                <a:sym typeface="Gill Sans"/>
              </a:rPr>
              <a:t>Chapter 2 Crypto Basics.     Dr. Muhammad Iqbal Hossain</a:t>
            </a:r>
            <a:endParaRPr/>
          </a:p>
        </p:txBody>
      </p:sp>
      <p:sp>
        <p:nvSpPr>
          <p:cNvPr id="356" name="Google Shape;356;p13"/>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3">
                                            <p:txEl>
                                              <p:pRg end="0" st="0"/>
                                            </p:txEl>
                                          </p:spTgt>
                                        </p:tgtEl>
                                        <p:attrNameLst>
                                          <p:attrName>style.visibility</p:attrName>
                                        </p:attrNameLst>
                                      </p:cBhvr>
                                      <p:to>
                                        <p:strVal val="visible"/>
                                      </p:to>
                                    </p:set>
                                    <p:animEffect filter="fade" transition="in">
                                      <p:cBhvr>
                                        <p:cTn dur="500"/>
                                        <p:tgtEl>
                                          <p:spTgt spid="35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3">
                                            <p:txEl>
                                              <p:pRg end="1" st="1"/>
                                            </p:txEl>
                                          </p:spTgt>
                                        </p:tgtEl>
                                        <p:attrNameLst>
                                          <p:attrName>style.visibility</p:attrName>
                                        </p:attrNameLst>
                                      </p:cBhvr>
                                      <p:to>
                                        <p:strVal val="visible"/>
                                      </p:to>
                                    </p:set>
                                    <p:animEffect filter="fade" transition="in">
                                      <p:cBhvr>
                                        <p:cTn dur="500"/>
                                        <p:tgtEl>
                                          <p:spTgt spid="35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3">
                                            <p:txEl>
                                              <p:pRg end="2" st="2"/>
                                            </p:txEl>
                                          </p:spTgt>
                                        </p:tgtEl>
                                        <p:attrNameLst>
                                          <p:attrName>style.visibility</p:attrName>
                                        </p:attrNameLst>
                                      </p:cBhvr>
                                      <p:to>
                                        <p:strVal val="visible"/>
                                      </p:to>
                                    </p:set>
                                    <p:animEffect filter="fade" transition="in">
                                      <p:cBhvr>
                                        <p:cTn dur="500"/>
                                        <p:tgtEl>
                                          <p:spTgt spid="35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3">
                                            <p:txEl>
                                              <p:pRg end="3" st="3"/>
                                            </p:txEl>
                                          </p:spTgt>
                                        </p:tgtEl>
                                        <p:attrNameLst>
                                          <p:attrName>style.visibility</p:attrName>
                                        </p:attrNameLst>
                                      </p:cBhvr>
                                      <p:to>
                                        <p:strVal val="visible"/>
                                      </p:to>
                                    </p:set>
                                    <p:animEffect filter="fade" transition="in">
                                      <p:cBhvr>
                                        <p:cTn dur="500"/>
                                        <p:tgtEl>
                                          <p:spTgt spid="35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3">
                                            <p:txEl>
                                              <p:pRg end="4" st="4"/>
                                            </p:txEl>
                                          </p:spTgt>
                                        </p:tgtEl>
                                        <p:attrNameLst>
                                          <p:attrName>style.visibility</p:attrName>
                                        </p:attrNameLst>
                                      </p:cBhvr>
                                      <p:to>
                                        <p:strVal val="visible"/>
                                      </p:to>
                                    </p:set>
                                    <p:animEffect filter="fade" transition="in">
                                      <p:cBhvr>
                                        <p:cTn dur="500"/>
                                        <p:tgtEl>
                                          <p:spTgt spid="35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3">
                                            <p:txEl>
                                              <p:pRg end="5" st="5"/>
                                            </p:txEl>
                                          </p:spTgt>
                                        </p:tgtEl>
                                        <p:attrNameLst>
                                          <p:attrName>style.visibility</p:attrName>
                                        </p:attrNameLst>
                                      </p:cBhvr>
                                      <p:to>
                                        <p:strVal val="visible"/>
                                      </p:to>
                                    </p:set>
                                    <p:animEffect filter="fade" transition="in">
                                      <p:cBhvr>
                                        <p:cTn dur="500"/>
                                        <p:tgtEl>
                                          <p:spTgt spid="35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3">
                                            <p:txEl>
                                              <p:pRg end="6" st="6"/>
                                            </p:txEl>
                                          </p:spTgt>
                                        </p:tgtEl>
                                        <p:attrNameLst>
                                          <p:attrName>style.visibility</p:attrName>
                                        </p:attrNameLst>
                                      </p:cBhvr>
                                      <p:to>
                                        <p:strVal val="visible"/>
                                      </p:to>
                                    </p:set>
                                    <p:animEffect filter="fade" transition="in">
                                      <p:cBhvr>
                                        <p:cTn dur="500"/>
                                        <p:tgtEl>
                                          <p:spTgt spid="35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3">
                                            <p:txEl>
                                              <p:pRg end="7" st="7"/>
                                            </p:txEl>
                                          </p:spTgt>
                                        </p:tgtEl>
                                        <p:attrNameLst>
                                          <p:attrName>style.visibility</p:attrName>
                                        </p:attrNameLst>
                                      </p:cBhvr>
                                      <p:to>
                                        <p:strVal val="visible"/>
                                      </p:to>
                                    </p:set>
                                    <p:animEffect filter="fade" transition="in">
                                      <p:cBhvr>
                                        <p:cTn dur="500"/>
                                        <p:tgtEl>
                                          <p:spTgt spid="353">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14"/>
          <p:cNvSpPr txBox="1"/>
          <p:nvPr>
            <p:ph type="title"/>
          </p:nvPr>
        </p:nvSpPr>
        <p:spPr>
          <a:xfrm>
            <a:off x="785812" y="285750"/>
            <a:ext cx="7786687" cy="1071562"/>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chemeClr val="lt1"/>
              </a:buClr>
              <a:buSzPts val="3300"/>
              <a:buFont typeface="Calibri"/>
              <a:buNone/>
            </a:pPr>
            <a:r>
              <a:rPr b="0" i="0" lang="en-US" sz="3300" u="none">
                <a:solidFill>
                  <a:schemeClr val="lt1"/>
                </a:solidFill>
                <a:latin typeface="Calibri"/>
                <a:ea typeface="Calibri"/>
                <a:cs typeface="Calibri"/>
                <a:sym typeface="Calibri"/>
              </a:rPr>
              <a:t>Even-less-Simple Substitution</a:t>
            </a:r>
            <a:endParaRPr/>
          </a:p>
        </p:txBody>
      </p:sp>
      <p:sp>
        <p:nvSpPr>
          <p:cNvPr id="362" name="Google Shape;362;p14"/>
          <p:cNvSpPr txBox="1"/>
          <p:nvPr>
            <p:ph idx="1" type="body"/>
          </p:nvPr>
        </p:nvSpPr>
        <p:spPr>
          <a:xfrm>
            <a:off x="785812" y="1714500"/>
            <a:ext cx="7823200" cy="1643062"/>
          </a:xfrm>
          <a:prstGeom prst="rect">
            <a:avLst/>
          </a:prstGeom>
          <a:noFill/>
          <a:ln>
            <a:noFill/>
          </a:ln>
        </p:spPr>
        <p:txBody>
          <a:bodyPr anchorCtr="0" anchor="t" bIns="45700" lIns="91425" spcFirstLastPara="1" rIns="91425" wrap="square" tIns="45700">
            <a:noAutofit/>
          </a:bodyPr>
          <a:lstStyle/>
          <a:p>
            <a:pPr indent="-171450" lvl="0" marL="171450" marR="0" rtl="0" algn="l">
              <a:lnSpc>
                <a:spcPct val="90000"/>
              </a:lnSpc>
              <a:spcBef>
                <a:spcPts val="0"/>
              </a:spcBef>
              <a:spcAft>
                <a:spcPts val="0"/>
              </a:spcAft>
              <a:buClr>
                <a:schemeClr val="dk1"/>
              </a:buClr>
              <a:buSzPts val="2100"/>
              <a:buFont typeface="Arial"/>
              <a:buChar char="•"/>
            </a:pPr>
            <a:r>
              <a:rPr b="0" i="0" lang="en-US" sz="2100" u="none">
                <a:solidFill>
                  <a:schemeClr val="dk1"/>
                </a:solidFill>
                <a:latin typeface="Calibri"/>
                <a:ea typeface="Calibri"/>
                <a:cs typeface="Calibri"/>
                <a:sym typeface="Calibri"/>
              </a:rPr>
              <a:t>Key is some permutation of letters</a:t>
            </a:r>
            <a:endParaRPr/>
          </a:p>
          <a:p>
            <a:pPr indent="-171450" lvl="0" marL="171450" marR="0" rtl="0" algn="l">
              <a:lnSpc>
                <a:spcPct val="90000"/>
              </a:lnSpc>
              <a:spcBef>
                <a:spcPts val="700"/>
              </a:spcBef>
              <a:spcAft>
                <a:spcPts val="0"/>
              </a:spcAft>
              <a:buClr>
                <a:schemeClr val="dk1"/>
              </a:buClr>
              <a:buSzPts val="2100"/>
              <a:buFont typeface="Arial"/>
              <a:buChar char="•"/>
            </a:pPr>
            <a:r>
              <a:rPr b="0" i="0" lang="en-US" sz="2100" u="none">
                <a:solidFill>
                  <a:schemeClr val="dk1"/>
                </a:solidFill>
                <a:latin typeface="Calibri"/>
                <a:ea typeface="Calibri"/>
                <a:cs typeface="Calibri"/>
                <a:sym typeface="Calibri"/>
              </a:rPr>
              <a:t>Need not be a shift</a:t>
            </a:r>
            <a:endParaRPr/>
          </a:p>
          <a:p>
            <a:pPr indent="-171450" lvl="0" marL="171450" marR="0" rtl="0" algn="l">
              <a:lnSpc>
                <a:spcPct val="90000"/>
              </a:lnSpc>
              <a:spcBef>
                <a:spcPts val="700"/>
              </a:spcBef>
              <a:spcAft>
                <a:spcPts val="0"/>
              </a:spcAft>
              <a:buClr>
                <a:schemeClr val="dk1"/>
              </a:buClr>
              <a:buSzPts val="2100"/>
              <a:buFont typeface="Arial"/>
              <a:buChar char="•"/>
            </a:pPr>
            <a:r>
              <a:rPr b="0" i="0" lang="en-US" sz="2100" u="none">
                <a:solidFill>
                  <a:schemeClr val="dk1"/>
                </a:solidFill>
                <a:latin typeface="Calibri"/>
                <a:ea typeface="Calibri"/>
                <a:cs typeface="Calibri"/>
                <a:sym typeface="Calibri"/>
              </a:rPr>
              <a:t>For example</a:t>
            </a:r>
            <a:endParaRPr/>
          </a:p>
        </p:txBody>
      </p:sp>
      <p:sp>
        <p:nvSpPr>
          <p:cNvPr id="363" name="Google Shape;363;p14"/>
          <p:cNvSpPr txBox="1"/>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900"/>
              <a:buFont typeface="Gill Sans"/>
              <a:buNone/>
            </a:pPr>
            <a:r>
              <a:rPr b="0" i="0" lang="en-US" sz="900" u="none">
                <a:solidFill>
                  <a:schemeClr val="accent2"/>
                </a:solidFill>
                <a:latin typeface="Gill Sans"/>
                <a:ea typeface="Gill Sans"/>
                <a:cs typeface="Gill Sans"/>
                <a:sym typeface="Gill Sans"/>
              </a:rPr>
              <a:t>*</a:t>
            </a:r>
            <a:endParaRPr/>
          </a:p>
        </p:txBody>
      </p:sp>
      <p:sp>
        <p:nvSpPr>
          <p:cNvPr id="364" name="Google Shape;364;p14"/>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Gill Sans"/>
              <a:buNone/>
            </a:pPr>
            <a:r>
              <a:rPr b="0" i="0" lang="en-US" sz="900" u="none">
                <a:solidFill>
                  <a:srgbClr val="898989"/>
                </a:solidFill>
                <a:latin typeface="Gill Sans"/>
                <a:ea typeface="Gill Sans"/>
                <a:cs typeface="Gill Sans"/>
                <a:sym typeface="Gill Sans"/>
              </a:rPr>
              <a:t>Chapter 2 Crypto Basics.     Dr. Muhammad Iqbal Hossain</a:t>
            </a:r>
            <a:endParaRPr/>
          </a:p>
        </p:txBody>
      </p:sp>
      <p:sp>
        <p:nvSpPr>
          <p:cNvPr id="365" name="Google Shape;365;p14"/>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sp>
        <p:nvSpPr>
          <p:cNvPr id="366" name="Google Shape;366;p14"/>
          <p:cNvSpPr txBox="1"/>
          <p:nvPr/>
        </p:nvSpPr>
        <p:spPr>
          <a:xfrm>
            <a:off x="785812" y="4857750"/>
            <a:ext cx="7602537" cy="1357312"/>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dk2"/>
              </a:buClr>
              <a:buSzPts val="2100"/>
              <a:buFont typeface="Noto Sans Symbols"/>
              <a:buChar char="●"/>
            </a:pPr>
            <a:r>
              <a:rPr b="0" i="0" lang="en-US" sz="3000" u="none">
                <a:solidFill>
                  <a:schemeClr val="dk1"/>
                </a:solidFill>
                <a:latin typeface="Comic Sans MS"/>
                <a:ea typeface="Comic Sans MS"/>
                <a:cs typeface="Comic Sans MS"/>
                <a:sym typeface="Comic Sans MS"/>
              </a:rPr>
              <a:t>Then 26! &gt; 2</a:t>
            </a:r>
            <a:r>
              <a:rPr b="0" baseline="30000" i="0" lang="en-US" sz="3000" u="none">
                <a:solidFill>
                  <a:schemeClr val="dk1"/>
                </a:solidFill>
                <a:latin typeface="Comic Sans MS"/>
                <a:ea typeface="Comic Sans MS"/>
                <a:cs typeface="Comic Sans MS"/>
                <a:sym typeface="Comic Sans MS"/>
              </a:rPr>
              <a:t>88</a:t>
            </a:r>
            <a:r>
              <a:rPr b="0" i="0" lang="en-US" sz="3000" u="none">
                <a:solidFill>
                  <a:schemeClr val="dk1"/>
                </a:solidFill>
                <a:latin typeface="Comic Sans MS"/>
                <a:ea typeface="Comic Sans MS"/>
                <a:cs typeface="Comic Sans MS"/>
                <a:sym typeface="Comic Sans MS"/>
              </a:rPr>
              <a:t> possible keys!</a:t>
            </a:r>
            <a:endParaRPr/>
          </a:p>
          <a:p>
            <a:pPr indent="-342900" lvl="0" marL="342900" marR="0" rtl="0" algn="l">
              <a:lnSpc>
                <a:spcPct val="90000"/>
              </a:lnSpc>
              <a:spcBef>
                <a:spcPts val="600"/>
              </a:spcBef>
              <a:spcAft>
                <a:spcPts val="0"/>
              </a:spcAft>
              <a:buClr>
                <a:schemeClr val="dk2"/>
              </a:buClr>
              <a:buSzPts val="2100"/>
              <a:buFont typeface="Noto Sans Symbols"/>
              <a:buChar char="●"/>
            </a:pPr>
            <a:r>
              <a:rPr b="0" i="0" lang="en-US" sz="3000" u="none">
                <a:solidFill>
                  <a:srgbClr val="FF0000"/>
                </a:solidFill>
                <a:latin typeface="Comic Sans MS"/>
                <a:ea typeface="Comic Sans MS"/>
                <a:cs typeface="Comic Sans MS"/>
                <a:sym typeface="Comic Sans MS"/>
              </a:rPr>
              <a:t>Dominates the art of secret writing throughout the first millennium</a:t>
            </a:r>
            <a:endParaRPr/>
          </a:p>
        </p:txBody>
      </p:sp>
      <p:graphicFrame>
        <p:nvGraphicFramePr>
          <p:cNvPr id="367" name="Google Shape;367;p14"/>
          <p:cNvGraphicFramePr/>
          <p:nvPr/>
        </p:nvGraphicFramePr>
        <p:xfrm>
          <a:off x="1000125" y="3786187"/>
          <a:ext cx="3000000" cy="3000000"/>
        </p:xfrm>
        <a:graphic>
          <a:graphicData uri="http://schemas.openxmlformats.org/drawingml/2006/table">
            <a:tbl>
              <a:tblPr>
                <a:noFill/>
                <a:tableStyleId>{9C8D57EF-903D-4D1E-BFAB-AFA734AC7F87}</a:tableStyleId>
              </a:tblPr>
              <a:tblGrid>
                <a:gridCol w="279400"/>
                <a:gridCol w="279400"/>
                <a:gridCol w="279400"/>
                <a:gridCol w="279400"/>
                <a:gridCol w="279400"/>
                <a:gridCol w="279400"/>
                <a:gridCol w="279400"/>
                <a:gridCol w="279400"/>
                <a:gridCol w="279400"/>
                <a:gridCol w="279400"/>
                <a:gridCol w="279400"/>
                <a:gridCol w="279400"/>
                <a:gridCol w="279400"/>
                <a:gridCol w="279400"/>
                <a:gridCol w="279400"/>
                <a:gridCol w="279400"/>
                <a:gridCol w="279400"/>
                <a:gridCol w="279400"/>
                <a:gridCol w="279400"/>
                <a:gridCol w="279400"/>
                <a:gridCol w="279400"/>
                <a:gridCol w="279400"/>
                <a:gridCol w="279400"/>
                <a:gridCol w="279400"/>
                <a:gridCol w="279400"/>
                <a:gridCol w="403225"/>
              </a:tblGrid>
              <a:tr h="396875">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a</a:t>
                      </a:r>
                      <a:endParaRPr/>
                    </a:p>
                  </a:txBody>
                  <a:tcPr marT="45650" marB="45650" marR="91450" marL="91450" anchor="ctr" anchorCtr="1">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b</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c</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d</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e</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f</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g</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h</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i</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j</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k</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l</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m</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n</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o</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p</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q</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r</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s</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t</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u</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v</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w</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x</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y</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FF0000"/>
                        </a:buClr>
                        <a:buSzPts val="2000"/>
                        <a:buFont typeface="Comic Sans MS"/>
                        <a:buNone/>
                      </a:pPr>
                      <a:r>
                        <a:rPr b="0" i="0" lang="en-US" sz="2000" u="none" cap="none" strike="noStrike">
                          <a:solidFill>
                            <a:srgbClr val="FF0000"/>
                          </a:solidFill>
                          <a:latin typeface="Comic Sans MS"/>
                          <a:ea typeface="Comic Sans MS"/>
                          <a:cs typeface="Comic Sans MS"/>
                          <a:sym typeface="Comic Sans MS"/>
                        </a:rPr>
                        <a:t>z</a:t>
                      </a:r>
                      <a:endParaRPr/>
                    </a:p>
                  </a:txBody>
                  <a:tcPr marT="45650" marB="45650" marR="91450" marL="91450" anchor="ctr" anchorCtr="1">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r>
              <a:tr h="395275">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J</a:t>
                      </a:r>
                      <a:endParaRPr/>
                    </a:p>
                  </a:txBody>
                  <a:tcPr marT="45650" marB="45650" marR="91450" marL="91450" anchor="ctr" anchorCtr="1">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I</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C</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A</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X</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S</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E</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Y</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V</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D</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K</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W</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B</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Q</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T</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Z</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R</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H</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F</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M</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P</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N</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U</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L</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G</a:t>
                      </a:r>
                      <a:endParaRPr/>
                    </a:p>
                  </a:txBody>
                  <a:tcPr marT="45650" marB="45650"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just">
                        <a:lnSpc>
                          <a:spcPct val="100000"/>
                        </a:lnSpc>
                        <a:spcBef>
                          <a:spcPts val="0"/>
                        </a:spcBef>
                        <a:spcAft>
                          <a:spcPts val="0"/>
                        </a:spcAft>
                        <a:buClr>
                          <a:srgbClr val="2B10F0"/>
                        </a:buClr>
                        <a:buSzPts val="2000"/>
                        <a:buFont typeface="Comic Sans MS"/>
                        <a:buNone/>
                      </a:pPr>
                      <a:r>
                        <a:rPr b="0" i="0" lang="en-US" sz="2000" u="none" cap="none" strike="noStrike">
                          <a:solidFill>
                            <a:srgbClr val="2B10F0"/>
                          </a:solidFill>
                          <a:latin typeface="Comic Sans MS"/>
                          <a:ea typeface="Comic Sans MS"/>
                          <a:cs typeface="Comic Sans MS"/>
                          <a:sym typeface="Comic Sans MS"/>
                        </a:rPr>
                        <a:t>O</a:t>
                      </a:r>
                      <a:endParaRPr/>
                    </a:p>
                  </a:txBody>
                  <a:tcPr marT="45650" marB="45650" marR="91450" marL="91450" anchor="ctr" anchorCtr="1">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r>
            </a:tbl>
          </a:graphicData>
        </a:graphic>
      </p:graphicFrame>
      <p:sp>
        <p:nvSpPr>
          <p:cNvPr id="368" name="Google Shape;368;p14"/>
          <p:cNvSpPr txBox="1"/>
          <p:nvPr/>
        </p:nvSpPr>
        <p:spPr>
          <a:xfrm>
            <a:off x="2657475" y="3354387"/>
            <a:ext cx="1247775"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2000"/>
              <a:buFont typeface="Comic Sans MS"/>
              <a:buNone/>
            </a:pPr>
            <a:r>
              <a:rPr b="0" i="0" lang="en-US" sz="2000" u="none">
                <a:solidFill>
                  <a:srgbClr val="FF0000"/>
                </a:solidFill>
                <a:latin typeface="Comic Sans MS"/>
                <a:ea typeface="Comic Sans MS"/>
                <a:cs typeface="Comic Sans MS"/>
                <a:sym typeface="Comic Sans MS"/>
              </a:rPr>
              <a:t>Plaintext</a:t>
            </a:r>
            <a:endParaRPr/>
          </a:p>
        </p:txBody>
      </p:sp>
      <p:sp>
        <p:nvSpPr>
          <p:cNvPr id="369" name="Google Shape;369;p14"/>
          <p:cNvSpPr txBox="1"/>
          <p:nvPr/>
        </p:nvSpPr>
        <p:spPr>
          <a:xfrm>
            <a:off x="4024312" y="3354387"/>
            <a:ext cx="147955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B10F0"/>
              </a:buClr>
              <a:buSzPts val="2000"/>
              <a:buFont typeface="Comic Sans MS"/>
              <a:buNone/>
            </a:pPr>
            <a:r>
              <a:rPr b="0" i="0" lang="en-US" sz="2000" u="none">
                <a:solidFill>
                  <a:srgbClr val="2B10F0"/>
                </a:solidFill>
                <a:latin typeface="Comic Sans MS"/>
                <a:ea typeface="Comic Sans MS"/>
                <a:cs typeface="Comic Sans MS"/>
                <a:sym typeface="Comic Sans MS"/>
              </a:rPr>
              <a:t>Ciphertext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15"/>
          <p:cNvSpPr txBox="1"/>
          <p:nvPr>
            <p:ph type="title"/>
          </p:nvPr>
        </p:nvSpPr>
        <p:spPr>
          <a:xfrm>
            <a:off x="468312" y="303212"/>
            <a:ext cx="7886700" cy="1163637"/>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300"/>
              <a:buFont typeface="Calibri"/>
              <a:buNone/>
            </a:pPr>
            <a:r>
              <a:rPr b="0" i="0" lang="en-US" sz="3300" u="none">
                <a:solidFill>
                  <a:schemeClr val="lt1"/>
                </a:solidFill>
                <a:latin typeface="Calibri"/>
                <a:ea typeface="Calibri"/>
                <a:cs typeface="Calibri"/>
                <a:sym typeface="Calibri"/>
              </a:rPr>
              <a:t>Cryptanalysis II: Be Clever</a:t>
            </a:r>
            <a:endParaRPr/>
          </a:p>
        </p:txBody>
      </p:sp>
      <p:sp>
        <p:nvSpPr>
          <p:cNvPr id="375" name="Google Shape;375;p15"/>
          <p:cNvSpPr txBox="1"/>
          <p:nvPr>
            <p:ph idx="1" type="body"/>
          </p:nvPr>
        </p:nvSpPr>
        <p:spPr>
          <a:xfrm>
            <a:off x="785812" y="1714500"/>
            <a:ext cx="7977187" cy="4457700"/>
          </a:xfrm>
          <a:prstGeom prst="rect">
            <a:avLst/>
          </a:prstGeom>
          <a:noFill/>
          <a:ln>
            <a:noFill/>
          </a:ln>
        </p:spPr>
        <p:txBody>
          <a:bodyPr anchorCtr="0" anchor="t" bIns="45700" lIns="91425" spcFirstLastPara="1" rIns="91425" wrap="square" tIns="45700">
            <a:noAutofit/>
          </a:bodyPr>
          <a:lstStyle/>
          <a:p>
            <a:pPr indent="-171450" lvl="0" marL="171450" marR="0" rtl="0" algn="l">
              <a:lnSpc>
                <a:spcPct val="90000"/>
              </a:lnSpc>
              <a:spcBef>
                <a:spcPts val="0"/>
              </a:spcBef>
              <a:spcAft>
                <a:spcPts val="0"/>
              </a:spcAft>
              <a:buClr>
                <a:schemeClr val="dk1"/>
              </a:buClr>
              <a:buSzPts val="2100"/>
              <a:buFont typeface="Arial"/>
              <a:buChar char="•"/>
            </a:pPr>
            <a:r>
              <a:rPr b="0" i="0" lang="en-US" sz="2100" u="none">
                <a:solidFill>
                  <a:schemeClr val="dk1"/>
                </a:solidFill>
                <a:latin typeface="Calibri"/>
                <a:ea typeface="Calibri"/>
                <a:cs typeface="Calibri"/>
                <a:sym typeface="Calibri"/>
              </a:rPr>
              <a:t>We know that a simple substitution is used</a:t>
            </a:r>
            <a:endParaRPr/>
          </a:p>
          <a:p>
            <a:pPr indent="-171450" lvl="0" marL="171450" marR="0" rtl="0" algn="l">
              <a:lnSpc>
                <a:spcPct val="90000"/>
              </a:lnSpc>
              <a:spcBef>
                <a:spcPts val="700"/>
              </a:spcBef>
              <a:spcAft>
                <a:spcPts val="0"/>
              </a:spcAft>
              <a:buClr>
                <a:schemeClr val="dk1"/>
              </a:buClr>
              <a:buSzPts val="2100"/>
              <a:buFont typeface="Arial"/>
              <a:buChar char="•"/>
            </a:pPr>
            <a:r>
              <a:rPr b="0" i="0" lang="en-US" sz="2100" u="none">
                <a:solidFill>
                  <a:schemeClr val="dk1"/>
                </a:solidFill>
                <a:latin typeface="Calibri"/>
                <a:ea typeface="Calibri"/>
                <a:cs typeface="Calibri"/>
                <a:sym typeface="Calibri"/>
              </a:rPr>
              <a:t>But not necessarily a shift by </a:t>
            </a:r>
            <a:r>
              <a:rPr b="0" i="1" lang="en-US" sz="2100" u="none">
                <a:solidFill>
                  <a:schemeClr val="dk1"/>
                </a:solidFill>
                <a:latin typeface="Calibri"/>
                <a:ea typeface="Calibri"/>
                <a:cs typeface="Calibri"/>
                <a:sym typeface="Calibri"/>
              </a:rPr>
              <a:t>n</a:t>
            </a:r>
            <a:endParaRPr/>
          </a:p>
          <a:p>
            <a:pPr indent="-171450" lvl="0" marL="171450" marR="0" rtl="0" algn="l">
              <a:lnSpc>
                <a:spcPct val="90000"/>
              </a:lnSpc>
              <a:spcBef>
                <a:spcPts val="700"/>
              </a:spcBef>
              <a:spcAft>
                <a:spcPts val="0"/>
              </a:spcAft>
              <a:buClr>
                <a:schemeClr val="dk1"/>
              </a:buClr>
              <a:buSzPts val="2100"/>
              <a:buFont typeface="Arial"/>
              <a:buChar char="•"/>
            </a:pPr>
            <a:r>
              <a:rPr b="0" i="0" lang="en-US" sz="2100" u="none">
                <a:solidFill>
                  <a:schemeClr val="dk1"/>
                </a:solidFill>
                <a:latin typeface="Calibri"/>
                <a:ea typeface="Calibri"/>
                <a:cs typeface="Calibri"/>
                <a:sym typeface="Calibri"/>
              </a:rPr>
              <a:t>Can we find the key given ciphertext: </a:t>
            </a:r>
            <a:endParaRPr/>
          </a:p>
          <a:p>
            <a:pPr indent="-171450" lvl="0" marL="171450" marR="0" rtl="0" algn="l">
              <a:lnSpc>
                <a:spcPct val="90000"/>
              </a:lnSpc>
              <a:spcBef>
                <a:spcPts val="700"/>
              </a:spcBef>
              <a:spcAft>
                <a:spcPts val="0"/>
              </a:spcAft>
              <a:buClr>
                <a:srgbClr val="FF0000"/>
              </a:buClr>
              <a:buSzPts val="1700"/>
              <a:buFont typeface="Arial"/>
              <a:buNone/>
            </a:pPr>
            <a:r>
              <a:rPr b="0" i="0" lang="en-US" sz="1700" u="none">
                <a:solidFill>
                  <a:srgbClr val="FF0000"/>
                </a:solidFill>
                <a:latin typeface="Calibri"/>
                <a:ea typeface="Calibri"/>
                <a:cs typeface="Calibri"/>
                <a:sym typeface="Calibri"/>
              </a:rPr>
              <a:t> </a:t>
            </a:r>
            <a:r>
              <a:rPr b="0" i="0" lang="en-US" sz="1700" u="none">
                <a:solidFill>
                  <a:srgbClr val="2B10F0"/>
                </a:solidFill>
                <a:latin typeface="Calibri"/>
                <a:ea typeface="Calibri"/>
                <a:cs typeface="Calibri"/>
                <a:sym typeface="Calibri"/>
              </a:rPr>
              <a:t>PBFPVYFBQXZTYFPBFEQJHDXXQVAPTPQJKTOYQWIPBVWLXTOXBTFXQWAXBVCXQWAXFQJVWLEQNTOZQGGQLFXQWAKVWLXQWAEBIPBFXFQVXGTVJVWLBTPQWAEBFPBFHCVLXBQUFEVWLXGDPEQVPQGVPPBFTIXPFHXZHVFAGFOTHFEFBQUFTDHZBQPOTHXTYFTODXQHFTDPTOGHFQPBQWAQJJTODXQHFOQPWTBDHHIXQVAPBFZQHCFWPFHPBFIPBQWKFABVYYDZBOTHPBQPQJTQOTOGHFQAPBFEQJHDXXQVAVXEBQPEFZBVFOJIWFFACFCCFHQWAUVWFLQHGFXVAFXQHFUFHILTTAVWAFFAWTEVOITDHFHFQAITIXPFHXAFQHEFZQWGFLVWPTOFFA</a:t>
            </a:r>
            <a:endParaRPr/>
          </a:p>
        </p:txBody>
      </p:sp>
      <p:sp>
        <p:nvSpPr>
          <p:cNvPr id="376" name="Google Shape;376;p15"/>
          <p:cNvSpPr txBox="1"/>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900"/>
              <a:buFont typeface="Gill Sans"/>
              <a:buNone/>
            </a:pPr>
            <a:r>
              <a:rPr b="0" i="0" lang="en-US" sz="900" u="none">
                <a:solidFill>
                  <a:schemeClr val="accent2"/>
                </a:solidFill>
                <a:latin typeface="Gill Sans"/>
                <a:ea typeface="Gill Sans"/>
                <a:cs typeface="Gill Sans"/>
                <a:sym typeface="Gill Sans"/>
              </a:rPr>
              <a:t>*</a:t>
            </a:r>
            <a:endParaRPr/>
          </a:p>
        </p:txBody>
      </p:sp>
      <p:sp>
        <p:nvSpPr>
          <p:cNvPr id="377" name="Google Shape;377;p15"/>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Gill Sans"/>
              <a:buNone/>
            </a:pPr>
            <a:r>
              <a:rPr b="0" i="0" lang="en-US" sz="900" u="none">
                <a:solidFill>
                  <a:srgbClr val="898989"/>
                </a:solidFill>
                <a:latin typeface="Gill Sans"/>
                <a:ea typeface="Gill Sans"/>
                <a:cs typeface="Gill Sans"/>
                <a:sym typeface="Gill Sans"/>
              </a:rPr>
              <a:t>Chapter 2 Crypto Basics.     Dr. Muhammad Iqbal Hossain</a:t>
            </a:r>
            <a:endParaRPr/>
          </a:p>
        </p:txBody>
      </p:sp>
      <p:sp>
        <p:nvSpPr>
          <p:cNvPr id="378" name="Google Shape;378;p15"/>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16"/>
          <p:cNvSpPr txBox="1"/>
          <p:nvPr>
            <p:ph type="title"/>
          </p:nvPr>
        </p:nvSpPr>
        <p:spPr>
          <a:xfrm>
            <a:off x="785812" y="404812"/>
            <a:ext cx="7143750" cy="952500"/>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300"/>
              <a:buFont typeface="Calibri"/>
              <a:buNone/>
            </a:pPr>
            <a:r>
              <a:rPr b="0" i="0" lang="en-US" sz="3300" u="none">
                <a:solidFill>
                  <a:schemeClr val="lt1"/>
                </a:solidFill>
                <a:latin typeface="Calibri"/>
                <a:ea typeface="Calibri"/>
                <a:cs typeface="Calibri"/>
                <a:sym typeface="Calibri"/>
              </a:rPr>
              <a:t>Cryptanalysis II</a:t>
            </a:r>
            <a:endParaRPr/>
          </a:p>
        </p:txBody>
      </p:sp>
      <p:sp>
        <p:nvSpPr>
          <p:cNvPr id="384" name="Google Shape;384;p16"/>
          <p:cNvSpPr txBox="1"/>
          <p:nvPr>
            <p:ph idx="1" type="body"/>
          </p:nvPr>
        </p:nvSpPr>
        <p:spPr>
          <a:xfrm>
            <a:off x="785812" y="1928812"/>
            <a:ext cx="7748587" cy="1000125"/>
          </a:xfrm>
          <a:prstGeom prst="rect">
            <a:avLst/>
          </a:prstGeom>
          <a:noFill/>
          <a:ln>
            <a:noFill/>
          </a:ln>
        </p:spPr>
        <p:txBody>
          <a:bodyPr anchorCtr="0" anchor="t" bIns="45700" lIns="91425" spcFirstLastPara="1" rIns="91425" wrap="square" tIns="45700">
            <a:noAutofit/>
          </a:bodyPr>
          <a:lstStyle/>
          <a:p>
            <a:pPr indent="-304800" lvl="0" marL="304800" marR="0" rtl="0" algn="l">
              <a:lnSpc>
                <a:spcPct val="90000"/>
              </a:lnSpc>
              <a:spcBef>
                <a:spcPts val="0"/>
              </a:spcBef>
              <a:spcAft>
                <a:spcPts val="0"/>
              </a:spcAft>
              <a:buClr>
                <a:schemeClr val="dk1"/>
              </a:buClr>
              <a:buSzPts val="2600"/>
              <a:buFont typeface="Arial"/>
              <a:buChar char="•"/>
            </a:pPr>
            <a:r>
              <a:rPr b="0" i="0" lang="en-US" sz="2600" u="none">
                <a:solidFill>
                  <a:schemeClr val="dk1"/>
                </a:solidFill>
                <a:latin typeface="Calibri"/>
                <a:ea typeface="Calibri"/>
                <a:cs typeface="Calibri"/>
                <a:sym typeface="Calibri"/>
              </a:rPr>
              <a:t>Can’t try all 2</a:t>
            </a:r>
            <a:r>
              <a:rPr b="0" baseline="30000" i="0" lang="en-US" sz="2600" u="none">
                <a:solidFill>
                  <a:schemeClr val="dk1"/>
                </a:solidFill>
                <a:latin typeface="Calibri"/>
                <a:ea typeface="Calibri"/>
                <a:cs typeface="Calibri"/>
                <a:sym typeface="Calibri"/>
              </a:rPr>
              <a:t>88</a:t>
            </a:r>
            <a:r>
              <a:rPr b="0" i="0" lang="en-US" sz="2600" u="none">
                <a:solidFill>
                  <a:schemeClr val="dk1"/>
                </a:solidFill>
                <a:latin typeface="Calibri"/>
                <a:ea typeface="Calibri"/>
                <a:cs typeface="Calibri"/>
                <a:sym typeface="Calibri"/>
              </a:rPr>
              <a:t> simple substitution keys</a:t>
            </a:r>
            <a:endParaRPr/>
          </a:p>
          <a:p>
            <a:pPr indent="-304800" lvl="0" marL="304800" marR="0" rtl="0" algn="l">
              <a:lnSpc>
                <a:spcPct val="90000"/>
              </a:lnSpc>
              <a:spcBef>
                <a:spcPts val="700"/>
              </a:spcBef>
              <a:spcAft>
                <a:spcPts val="0"/>
              </a:spcAft>
              <a:buClr>
                <a:schemeClr val="dk1"/>
              </a:buClr>
              <a:buSzPts val="2600"/>
              <a:buFont typeface="Arial"/>
              <a:buChar char="•"/>
            </a:pPr>
            <a:r>
              <a:rPr b="0" i="0" lang="en-US" sz="2600" u="none">
                <a:solidFill>
                  <a:schemeClr val="dk1"/>
                </a:solidFill>
                <a:latin typeface="Calibri"/>
                <a:ea typeface="Calibri"/>
                <a:cs typeface="Calibri"/>
                <a:sym typeface="Calibri"/>
              </a:rPr>
              <a:t>Can we be more clever?</a:t>
            </a:r>
            <a:endParaRPr/>
          </a:p>
        </p:txBody>
      </p:sp>
      <p:sp>
        <p:nvSpPr>
          <p:cNvPr id="385" name="Google Shape;385;p16"/>
          <p:cNvSpPr txBox="1"/>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900"/>
              <a:buFont typeface="Gill Sans"/>
              <a:buNone/>
            </a:pPr>
            <a:r>
              <a:rPr b="0" i="0" lang="en-US" sz="900" u="none">
                <a:solidFill>
                  <a:schemeClr val="accent2"/>
                </a:solidFill>
                <a:latin typeface="Gill Sans"/>
                <a:ea typeface="Gill Sans"/>
                <a:cs typeface="Gill Sans"/>
                <a:sym typeface="Gill Sans"/>
              </a:rPr>
              <a:t>*</a:t>
            </a:r>
            <a:endParaRPr/>
          </a:p>
        </p:txBody>
      </p:sp>
      <p:sp>
        <p:nvSpPr>
          <p:cNvPr id="386" name="Google Shape;386;p16"/>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Gill Sans"/>
              <a:buNone/>
            </a:pPr>
            <a:r>
              <a:rPr b="0" i="0" lang="en-US" sz="900" u="none">
                <a:solidFill>
                  <a:srgbClr val="898989"/>
                </a:solidFill>
                <a:latin typeface="Gill Sans"/>
                <a:ea typeface="Gill Sans"/>
                <a:cs typeface="Gill Sans"/>
                <a:sym typeface="Gill Sans"/>
              </a:rPr>
              <a:t>Chapter 2 Crypto Basics.     Dr. Muhammad Iqbal Hossain</a:t>
            </a:r>
            <a:endParaRPr/>
          </a:p>
        </p:txBody>
      </p:sp>
      <p:sp>
        <p:nvSpPr>
          <p:cNvPr id="387" name="Google Shape;387;p16"/>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graphicFrame>
        <p:nvGraphicFramePr>
          <p:cNvPr id="388" name="Google Shape;388;p16"/>
          <p:cNvGraphicFramePr/>
          <p:nvPr/>
        </p:nvGraphicFramePr>
        <p:xfrm>
          <a:off x="152400" y="3567112"/>
          <a:ext cx="8686800" cy="2771775"/>
        </p:xfrm>
        <a:graphic>
          <a:graphicData uri="http://schemas.openxmlformats.org/presentationml/2006/ole">
            <mc:AlternateContent>
              <mc:Choice Requires="v">
                <p:oleObj r:id="rId4" imgH="2771775" imgW="8686800" progId="MSGraph.Chart.8" spid="_x0000_s1">
                  <p:embed/>
                </p:oleObj>
              </mc:Choice>
              <mc:Fallback>
                <p:oleObj r:id="rId5" imgH="2771775" imgW="8686800" progId="MSGraph.Chart.8">
                  <p:embed/>
                  <p:pic>
                    <p:nvPicPr>
                      <p:cNvPr id="388" name="Google Shape;388;p16"/>
                      <p:cNvPicPr preferRelativeResize="0"/>
                      <p:nvPr/>
                    </p:nvPicPr>
                    <p:blipFill rotWithShape="1">
                      <a:blip r:embed="rId6">
                        <a:alphaModFix/>
                      </a:blip>
                      <a:srcRect b="0" l="0" r="0" t="0"/>
                      <a:stretch/>
                    </p:blipFill>
                    <p:spPr>
                      <a:xfrm>
                        <a:off x="152400" y="3567112"/>
                        <a:ext cx="8686800" cy="2771775"/>
                      </a:xfrm>
                      <a:prstGeom prst="rect">
                        <a:avLst/>
                      </a:prstGeom>
                      <a:noFill/>
                      <a:ln>
                        <a:noFill/>
                      </a:ln>
                    </p:spPr>
                  </p:pic>
                </p:oleObj>
              </mc:Fallback>
            </mc:AlternateContent>
          </a:graphicData>
        </a:graphic>
      </p:graphicFrame>
      <p:sp>
        <p:nvSpPr>
          <p:cNvPr id="389" name="Google Shape;389;p16"/>
          <p:cNvSpPr txBox="1"/>
          <p:nvPr/>
        </p:nvSpPr>
        <p:spPr>
          <a:xfrm>
            <a:off x="785812" y="2857500"/>
            <a:ext cx="7748587" cy="71437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820"/>
              <a:buFont typeface="Noto Sans Symbols"/>
              <a:buChar char="●"/>
            </a:pPr>
            <a:r>
              <a:rPr b="0" i="0" lang="en-US" sz="2600" u="none">
                <a:solidFill>
                  <a:schemeClr val="dk1"/>
                </a:solidFill>
                <a:latin typeface="Calibri"/>
                <a:ea typeface="Calibri"/>
                <a:cs typeface="Calibri"/>
                <a:sym typeface="Calibri"/>
              </a:rPr>
              <a:t>English letter frequency counts…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4">
                                            <p:txEl>
                                              <p:pRg end="0" st="0"/>
                                            </p:txEl>
                                          </p:spTgt>
                                        </p:tgtEl>
                                        <p:attrNameLst>
                                          <p:attrName>style.visibility</p:attrName>
                                        </p:attrNameLst>
                                      </p:cBhvr>
                                      <p:to>
                                        <p:strVal val="visible"/>
                                      </p:to>
                                    </p:set>
                                    <p:animEffect filter="fade" transition="in">
                                      <p:cBhvr>
                                        <p:cTn dur="500"/>
                                        <p:tgtEl>
                                          <p:spTgt spid="38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4">
                                            <p:txEl>
                                              <p:pRg end="1" st="1"/>
                                            </p:txEl>
                                          </p:spTgt>
                                        </p:tgtEl>
                                        <p:attrNameLst>
                                          <p:attrName>style.visibility</p:attrName>
                                        </p:attrNameLst>
                                      </p:cBhvr>
                                      <p:to>
                                        <p:strVal val="visible"/>
                                      </p:to>
                                    </p:set>
                                    <p:animEffect filter="fade" transition="in">
                                      <p:cBhvr>
                                        <p:cTn dur="500"/>
                                        <p:tgtEl>
                                          <p:spTgt spid="38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89"/>
                                        </p:tgtEl>
                                        <p:attrNameLst>
                                          <p:attrName>style.visibility</p:attrName>
                                        </p:attrNameLst>
                                      </p:cBhvr>
                                      <p:to>
                                        <p:strVal val="visible"/>
                                      </p:to>
                                    </p:set>
                                    <p:anim calcmode="lin" valueType="num">
                                      <p:cBhvr additive="base">
                                        <p:cTn dur="500"/>
                                        <p:tgtEl>
                                          <p:spTgt spid="389"/>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17"/>
          <p:cNvSpPr txBox="1"/>
          <p:nvPr>
            <p:ph type="title"/>
          </p:nvPr>
        </p:nvSpPr>
        <p:spPr>
          <a:xfrm>
            <a:off x="785812" y="381000"/>
            <a:ext cx="7143750" cy="976312"/>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300"/>
              <a:buFont typeface="Calibri"/>
              <a:buNone/>
            </a:pPr>
            <a:r>
              <a:rPr b="0" i="0" lang="en-US" sz="3300" u="none">
                <a:solidFill>
                  <a:schemeClr val="lt1"/>
                </a:solidFill>
                <a:latin typeface="Calibri"/>
                <a:ea typeface="Calibri"/>
                <a:cs typeface="Calibri"/>
                <a:sym typeface="Calibri"/>
              </a:rPr>
              <a:t>Cryptanalysis II</a:t>
            </a:r>
            <a:endParaRPr/>
          </a:p>
        </p:txBody>
      </p:sp>
      <p:sp>
        <p:nvSpPr>
          <p:cNvPr id="395" name="Google Shape;395;p17"/>
          <p:cNvSpPr txBox="1"/>
          <p:nvPr>
            <p:ph idx="1" type="body"/>
          </p:nvPr>
        </p:nvSpPr>
        <p:spPr>
          <a:xfrm>
            <a:off x="785812" y="1714500"/>
            <a:ext cx="7975600" cy="2357437"/>
          </a:xfrm>
          <a:prstGeom prst="rect">
            <a:avLst/>
          </a:prstGeom>
          <a:noFill/>
          <a:ln>
            <a:noFill/>
          </a:ln>
        </p:spPr>
        <p:txBody>
          <a:bodyPr anchorCtr="0" anchor="t" bIns="45700" lIns="91425" spcFirstLastPara="1" rIns="91425" wrap="square" tIns="45700">
            <a:noAutofit/>
          </a:bodyPr>
          <a:lstStyle/>
          <a:p>
            <a:pPr indent="-171450" lvl="0" marL="171450" marR="0" rtl="0" algn="l">
              <a:lnSpc>
                <a:spcPct val="90000"/>
              </a:lnSpc>
              <a:spcBef>
                <a:spcPts val="0"/>
              </a:spcBef>
              <a:spcAft>
                <a:spcPts val="0"/>
              </a:spcAft>
              <a:buClr>
                <a:schemeClr val="dk1"/>
              </a:buClr>
              <a:buSzPts val="2600"/>
              <a:buFont typeface="Arial"/>
              <a:buChar char="•"/>
            </a:pPr>
            <a:r>
              <a:rPr b="0" i="0" lang="en-US" sz="2600" u="none">
                <a:solidFill>
                  <a:schemeClr val="dk1"/>
                </a:solidFill>
                <a:latin typeface="Calibri"/>
                <a:ea typeface="Calibri"/>
                <a:cs typeface="Calibri"/>
                <a:sym typeface="Calibri"/>
              </a:rPr>
              <a:t>Ciphertext: </a:t>
            </a:r>
            <a:endParaRPr/>
          </a:p>
          <a:p>
            <a:pPr indent="-171450" lvl="0" marL="171450" marR="0" rtl="0" algn="l">
              <a:lnSpc>
                <a:spcPct val="90000"/>
              </a:lnSpc>
              <a:spcBef>
                <a:spcPts val="700"/>
              </a:spcBef>
              <a:spcAft>
                <a:spcPts val="0"/>
              </a:spcAft>
              <a:buClr>
                <a:srgbClr val="FF0000"/>
              </a:buClr>
              <a:buSzPts val="1500"/>
              <a:buFont typeface="Arial"/>
              <a:buNone/>
            </a:pPr>
            <a:r>
              <a:rPr b="0" i="0" lang="en-US" sz="1500" u="none">
                <a:solidFill>
                  <a:srgbClr val="FF0000"/>
                </a:solidFill>
                <a:latin typeface="Calibri"/>
                <a:ea typeface="Calibri"/>
                <a:cs typeface="Calibri"/>
                <a:sym typeface="Calibri"/>
              </a:rPr>
              <a:t> </a:t>
            </a:r>
            <a:r>
              <a:rPr b="0" i="0" lang="en-US" sz="1500" u="none">
                <a:solidFill>
                  <a:srgbClr val="2B10F0"/>
                </a:solidFill>
                <a:latin typeface="Calibri"/>
                <a:ea typeface="Calibri"/>
                <a:cs typeface="Calibri"/>
                <a:sym typeface="Calibri"/>
              </a:rPr>
              <a:t>PBFPVYFBQXZTYFPBFEQJHDXXQVAPTPQJKTOYQWIPBVWLXTOXBTFXQWAXBVCXQWAXFQJVWLEQNTOZQGGQLFXQWAKVWLXQWAEBIPBFXFQVXGTVJVWLBTPQWAEBFPBFHCVLXBQUFEVWLXGDPEQVPQGVPPBFTIXPFHXZHVFAGFOTHFEFBQUFTDHZBQPOTHXTYFTODXQHFTDPTOGHFQPBQWAQJJTODXQHFOQPWTBDHHIXQVAPBFZQHCFWPFHPBFIPBQWKFABVYYDZBOTHPBQPQJTQOTOGHFQAPBFEQJHDXXQVAVXEBQPEFZBVFOJIWFFACFCCFHQWAUVWFLQHGFXVAFXQHFUFHILTTAVWAFFAWTEVOITDHFHFQAITIXPFHXAFQHEFZQWGFLVWPTOFFA</a:t>
            </a:r>
            <a:endParaRPr/>
          </a:p>
        </p:txBody>
      </p:sp>
      <p:sp>
        <p:nvSpPr>
          <p:cNvPr id="396" name="Google Shape;396;p17"/>
          <p:cNvSpPr txBox="1"/>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900"/>
              <a:buFont typeface="Gill Sans"/>
              <a:buNone/>
            </a:pPr>
            <a:r>
              <a:rPr b="0" i="0" lang="en-US" sz="900" u="none">
                <a:solidFill>
                  <a:schemeClr val="accent2"/>
                </a:solidFill>
                <a:latin typeface="Gill Sans"/>
                <a:ea typeface="Gill Sans"/>
                <a:cs typeface="Gill Sans"/>
                <a:sym typeface="Gill Sans"/>
              </a:rPr>
              <a:t>*</a:t>
            </a:r>
            <a:endParaRPr/>
          </a:p>
        </p:txBody>
      </p:sp>
      <p:sp>
        <p:nvSpPr>
          <p:cNvPr id="397" name="Google Shape;397;p17"/>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Gill Sans"/>
              <a:buNone/>
            </a:pPr>
            <a:r>
              <a:rPr b="0" i="0" lang="en-US" sz="900" u="none">
                <a:solidFill>
                  <a:srgbClr val="898989"/>
                </a:solidFill>
                <a:latin typeface="Gill Sans"/>
                <a:ea typeface="Gill Sans"/>
                <a:cs typeface="Gill Sans"/>
                <a:sym typeface="Gill Sans"/>
              </a:rPr>
              <a:t>Chapter 2 Crypto Basics.     Dr. Muhammad Iqbal Hossain</a:t>
            </a:r>
            <a:endParaRPr/>
          </a:p>
        </p:txBody>
      </p:sp>
      <p:sp>
        <p:nvSpPr>
          <p:cNvPr id="398" name="Google Shape;398;p17"/>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graphicFrame>
        <p:nvGraphicFramePr>
          <p:cNvPr id="399" name="Google Shape;399;p17"/>
          <p:cNvGraphicFramePr/>
          <p:nvPr/>
        </p:nvGraphicFramePr>
        <p:xfrm>
          <a:off x="792162" y="5229225"/>
          <a:ext cx="3000000" cy="3000000"/>
        </p:xfrm>
        <a:graphic>
          <a:graphicData uri="http://schemas.openxmlformats.org/drawingml/2006/table">
            <a:tbl>
              <a:tblPr>
                <a:noFill/>
                <a:tableStyleId>{9C8D57EF-903D-4D1E-BFAB-AFA734AC7F87}</a:tableStyleId>
              </a:tblPr>
              <a:tblGrid>
                <a:gridCol w="300025"/>
                <a:gridCol w="300025"/>
                <a:gridCol w="300025"/>
                <a:gridCol w="300025"/>
                <a:gridCol w="300025"/>
                <a:gridCol w="300025"/>
                <a:gridCol w="300025"/>
                <a:gridCol w="300025"/>
                <a:gridCol w="300025"/>
                <a:gridCol w="300025"/>
                <a:gridCol w="300025"/>
                <a:gridCol w="300025"/>
                <a:gridCol w="300025"/>
                <a:gridCol w="300025"/>
                <a:gridCol w="300025"/>
                <a:gridCol w="300025"/>
                <a:gridCol w="300025"/>
                <a:gridCol w="300025"/>
                <a:gridCol w="300025"/>
                <a:gridCol w="300025"/>
                <a:gridCol w="300025"/>
                <a:gridCol w="300025"/>
                <a:gridCol w="300025"/>
                <a:gridCol w="300025"/>
                <a:gridCol w="300025"/>
                <a:gridCol w="300025"/>
              </a:tblGrid>
              <a:tr h="330200">
                <a:tc>
                  <a:txBody>
                    <a:bodyPr/>
                    <a:lstStyle/>
                    <a:p>
                      <a:pPr indent="0" lvl="0" marL="0" marR="0" rtl="0" algn="l">
                        <a:lnSpc>
                          <a:spcPct val="100000"/>
                        </a:lnSpc>
                        <a:spcBef>
                          <a:spcPts val="0"/>
                        </a:spcBef>
                        <a:spcAft>
                          <a:spcPts val="0"/>
                        </a:spcAft>
                        <a:buClr>
                          <a:srgbClr val="FF0000"/>
                        </a:buClr>
                        <a:buSzPts val="1300"/>
                        <a:buFont typeface="Comic Sans MS"/>
                        <a:buNone/>
                      </a:pPr>
                      <a:r>
                        <a:rPr b="1" i="0" lang="en-US" sz="1300" u="none" cap="none" strike="noStrike">
                          <a:solidFill>
                            <a:srgbClr val="FF0000"/>
                          </a:solidFill>
                          <a:latin typeface="Comic Sans MS"/>
                          <a:ea typeface="Comic Sans MS"/>
                          <a:cs typeface="Comic Sans MS"/>
                          <a:sym typeface="Comic Sans MS"/>
                        </a:rPr>
                        <a:t>A</a:t>
                      </a:r>
                      <a:endParaRPr/>
                    </a:p>
                  </a:txBody>
                  <a:tcPr marT="45725" marB="45725" marR="91450" marL="91450" anchor="ctr" anchorCtr="1">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FF0000"/>
                        </a:buClr>
                        <a:buSzPts val="1300"/>
                        <a:buFont typeface="Comic Sans MS"/>
                        <a:buNone/>
                      </a:pPr>
                      <a:r>
                        <a:rPr b="1" i="0" lang="en-US" sz="1300" u="none" cap="none" strike="noStrike">
                          <a:solidFill>
                            <a:srgbClr val="FF0000"/>
                          </a:solidFill>
                          <a:latin typeface="Comic Sans MS"/>
                          <a:ea typeface="Comic Sans MS"/>
                          <a:cs typeface="Comic Sans MS"/>
                          <a:sym typeface="Comic Sans MS"/>
                        </a:rPr>
                        <a:t>B</a:t>
                      </a:r>
                      <a:endParaRPr/>
                    </a:p>
                  </a:txBody>
                  <a:tcPr marT="45725" marB="45725"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FF0000"/>
                        </a:buClr>
                        <a:buSzPts val="1300"/>
                        <a:buFont typeface="Comic Sans MS"/>
                        <a:buNone/>
                      </a:pPr>
                      <a:r>
                        <a:rPr b="1" i="0" lang="en-US" sz="1300" u="none" cap="none" strike="noStrike">
                          <a:solidFill>
                            <a:srgbClr val="FF0000"/>
                          </a:solidFill>
                          <a:latin typeface="Comic Sans MS"/>
                          <a:ea typeface="Comic Sans MS"/>
                          <a:cs typeface="Comic Sans MS"/>
                          <a:sym typeface="Comic Sans MS"/>
                        </a:rPr>
                        <a:t>C</a:t>
                      </a:r>
                      <a:endParaRPr/>
                    </a:p>
                  </a:txBody>
                  <a:tcPr marT="45725" marB="45725"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FF0000"/>
                        </a:buClr>
                        <a:buSzPts val="1300"/>
                        <a:buFont typeface="Comic Sans MS"/>
                        <a:buNone/>
                      </a:pPr>
                      <a:r>
                        <a:rPr b="1" i="0" lang="en-US" sz="1300" u="none" cap="none" strike="noStrike">
                          <a:solidFill>
                            <a:srgbClr val="FF0000"/>
                          </a:solidFill>
                          <a:latin typeface="Comic Sans MS"/>
                          <a:ea typeface="Comic Sans MS"/>
                          <a:cs typeface="Comic Sans MS"/>
                          <a:sym typeface="Comic Sans MS"/>
                        </a:rPr>
                        <a:t>D</a:t>
                      </a:r>
                      <a:endParaRPr/>
                    </a:p>
                  </a:txBody>
                  <a:tcPr marT="45725" marB="45725"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FF0000"/>
                        </a:buClr>
                        <a:buSzPts val="1300"/>
                        <a:buFont typeface="Comic Sans MS"/>
                        <a:buNone/>
                      </a:pPr>
                      <a:r>
                        <a:rPr b="1" i="0" lang="en-US" sz="1300" u="none" cap="none" strike="noStrike">
                          <a:solidFill>
                            <a:srgbClr val="FF0000"/>
                          </a:solidFill>
                          <a:latin typeface="Comic Sans MS"/>
                          <a:ea typeface="Comic Sans MS"/>
                          <a:cs typeface="Comic Sans MS"/>
                          <a:sym typeface="Comic Sans MS"/>
                        </a:rPr>
                        <a:t>E</a:t>
                      </a:r>
                      <a:endParaRPr/>
                    </a:p>
                  </a:txBody>
                  <a:tcPr marT="45725" marB="45725"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FF0000"/>
                        </a:buClr>
                        <a:buSzPts val="1300"/>
                        <a:buFont typeface="Comic Sans MS"/>
                        <a:buNone/>
                      </a:pPr>
                      <a:r>
                        <a:rPr b="1" i="0" lang="en-US" sz="1300" u="none" cap="none" strike="noStrike">
                          <a:solidFill>
                            <a:srgbClr val="FF0000"/>
                          </a:solidFill>
                          <a:latin typeface="Comic Sans MS"/>
                          <a:ea typeface="Comic Sans MS"/>
                          <a:cs typeface="Comic Sans MS"/>
                          <a:sym typeface="Comic Sans MS"/>
                        </a:rPr>
                        <a:t>F</a:t>
                      </a:r>
                      <a:endParaRPr/>
                    </a:p>
                  </a:txBody>
                  <a:tcPr marT="45725" marB="45725"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FF0000"/>
                        </a:buClr>
                        <a:buSzPts val="1300"/>
                        <a:buFont typeface="Comic Sans MS"/>
                        <a:buNone/>
                      </a:pPr>
                      <a:r>
                        <a:rPr b="1" i="0" lang="en-US" sz="1300" u="none" cap="none" strike="noStrike">
                          <a:solidFill>
                            <a:srgbClr val="FF0000"/>
                          </a:solidFill>
                          <a:latin typeface="Comic Sans MS"/>
                          <a:ea typeface="Comic Sans MS"/>
                          <a:cs typeface="Comic Sans MS"/>
                          <a:sym typeface="Comic Sans MS"/>
                        </a:rPr>
                        <a:t>G</a:t>
                      </a:r>
                      <a:endParaRPr/>
                    </a:p>
                  </a:txBody>
                  <a:tcPr marT="45725" marB="45725"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FF0000"/>
                        </a:buClr>
                        <a:buSzPts val="1300"/>
                        <a:buFont typeface="Comic Sans MS"/>
                        <a:buNone/>
                      </a:pPr>
                      <a:r>
                        <a:rPr b="1" i="0" lang="en-US" sz="1300" u="none" cap="none" strike="noStrike">
                          <a:solidFill>
                            <a:srgbClr val="FF0000"/>
                          </a:solidFill>
                          <a:latin typeface="Comic Sans MS"/>
                          <a:ea typeface="Comic Sans MS"/>
                          <a:cs typeface="Comic Sans MS"/>
                          <a:sym typeface="Comic Sans MS"/>
                        </a:rPr>
                        <a:t>H</a:t>
                      </a:r>
                      <a:endParaRPr/>
                    </a:p>
                  </a:txBody>
                  <a:tcPr marT="45725" marB="45725"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FF0000"/>
                        </a:buClr>
                        <a:buSzPts val="1300"/>
                        <a:buFont typeface="Comic Sans MS"/>
                        <a:buNone/>
                      </a:pPr>
                      <a:r>
                        <a:rPr b="1" i="0" lang="en-US" sz="1300" u="none" cap="none" strike="noStrike">
                          <a:solidFill>
                            <a:srgbClr val="FF0000"/>
                          </a:solidFill>
                          <a:latin typeface="Comic Sans MS"/>
                          <a:ea typeface="Comic Sans MS"/>
                          <a:cs typeface="Comic Sans MS"/>
                          <a:sym typeface="Comic Sans MS"/>
                        </a:rPr>
                        <a:t>I</a:t>
                      </a:r>
                      <a:endParaRPr/>
                    </a:p>
                  </a:txBody>
                  <a:tcPr marT="45725" marB="45725"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FF0000"/>
                        </a:buClr>
                        <a:buSzPts val="1300"/>
                        <a:buFont typeface="Comic Sans MS"/>
                        <a:buNone/>
                      </a:pPr>
                      <a:r>
                        <a:rPr b="1" i="0" lang="en-US" sz="1300" u="none" cap="none" strike="noStrike">
                          <a:solidFill>
                            <a:srgbClr val="FF0000"/>
                          </a:solidFill>
                          <a:latin typeface="Comic Sans MS"/>
                          <a:ea typeface="Comic Sans MS"/>
                          <a:cs typeface="Comic Sans MS"/>
                          <a:sym typeface="Comic Sans MS"/>
                        </a:rPr>
                        <a:t>J</a:t>
                      </a:r>
                      <a:endParaRPr/>
                    </a:p>
                  </a:txBody>
                  <a:tcPr marT="45725" marB="45725"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FF0000"/>
                        </a:buClr>
                        <a:buSzPts val="1300"/>
                        <a:buFont typeface="Comic Sans MS"/>
                        <a:buNone/>
                      </a:pPr>
                      <a:r>
                        <a:rPr b="1" i="0" lang="en-US" sz="1300" u="none" cap="none" strike="noStrike">
                          <a:solidFill>
                            <a:srgbClr val="FF0000"/>
                          </a:solidFill>
                          <a:latin typeface="Comic Sans MS"/>
                          <a:ea typeface="Comic Sans MS"/>
                          <a:cs typeface="Comic Sans MS"/>
                          <a:sym typeface="Comic Sans MS"/>
                        </a:rPr>
                        <a:t>K</a:t>
                      </a:r>
                      <a:endParaRPr/>
                    </a:p>
                  </a:txBody>
                  <a:tcPr marT="45725" marB="45725"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FF0000"/>
                        </a:buClr>
                        <a:buSzPts val="1300"/>
                        <a:buFont typeface="Comic Sans MS"/>
                        <a:buNone/>
                      </a:pPr>
                      <a:r>
                        <a:rPr b="1" i="0" lang="en-US" sz="1300" u="none" cap="none" strike="noStrike">
                          <a:solidFill>
                            <a:srgbClr val="FF0000"/>
                          </a:solidFill>
                          <a:latin typeface="Comic Sans MS"/>
                          <a:ea typeface="Comic Sans MS"/>
                          <a:cs typeface="Comic Sans MS"/>
                          <a:sym typeface="Comic Sans MS"/>
                        </a:rPr>
                        <a:t>L</a:t>
                      </a:r>
                      <a:endParaRPr/>
                    </a:p>
                  </a:txBody>
                  <a:tcPr marT="45725" marB="45725"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FF0000"/>
                        </a:buClr>
                        <a:buSzPts val="1300"/>
                        <a:buFont typeface="Comic Sans MS"/>
                        <a:buNone/>
                      </a:pPr>
                      <a:r>
                        <a:rPr b="1" i="0" lang="en-US" sz="1300" u="none" cap="none" strike="noStrike">
                          <a:solidFill>
                            <a:srgbClr val="FF0000"/>
                          </a:solidFill>
                          <a:latin typeface="Comic Sans MS"/>
                          <a:ea typeface="Comic Sans MS"/>
                          <a:cs typeface="Comic Sans MS"/>
                          <a:sym typeface="Comic Sans MS"/>
                        </a:rPr>
                        <a:t>M</a:t>
                      </a:r>
                      <a:endParaRPr/>
                    </a:p>
                  </a:txBody>
                  <a:tcPr marT="45725" marB="45725"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FF0000"/>
                        </a:buClr>
                        <a:buSzPts val="1300"/>
                        <a:buFont typeface="Comic Sans MS"/>
                        <a:buNone/>
                      </a:pPr>
                      <a:r>
                        <a:rPr b="1" i="0" lang="en-US" sz="1300" u="none" cap="none" strike="noStrike">
                          <a:solidFill>
                            <a:srgbClr val="FF0000"/>
                          </a:solidFill>
                          <a:latin typeface="Comic Sans MS"/>
                          <a:ea typeface="Comic Sans MS"/>
                          <a:cs typeface="Comic Sans MS"/>
                          <a:sym typeface="Comic Sans MS"/>
                        </a:rPr>
                        <a:t>N</a:t>
                      </a:r>
                      <a:endParaRPr/>
                    </a:p>
                  </a:txBody>
                  <a:tcPr marT="45725" marB="45725"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FF0000"/>
                        </a:buClr>
                        <a:buSzPts val="1300"/>
                        <a:buFont typeface="Comic Sans MS"/>
                        <a:buNone/>
                      </a:pPr>
                      <a:r>
                        <a:rPr b="1" i="0" lang="en-US" sz="1300" u="none" cap="none" strike="noStrike">
                          <a:solidFill>
                            <a:srgbClr val="FF0000"/>
                          </a:solidFill>
                          <a:latin typeface="Comic Sans MS"/>
                          <a:ea typeface="Comic Sans MS"/>
                          <a:cs typeface="Comic Sans MS"/>
                          <a:sym typeface="Comic Sans MS"/>
                        </a:rPr>
                        <a:t>O</a:t>
                      </a:r>
                      <a:endParaRPr/>
                    </a:p>
                  </a:txBody>
                  <a:tcPr marT="45725" marB="45725"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FF0000"/>
                        </a:buClr>
                        <a:buSzPts val="1300"/>
                        <a:buFont typeface="Comic Sans MS"/>
                        <a:buNone/>
                      </a:pPr>
                      <a:r>
                        <a:rPr b="1" i="0" lang="en-US" sz="1300" u="none" cap="none" strike="noStrike">
                          <a:solidFill>
                            <a:srgbClr val="FF0000"/>
                          </a:solidFill>
                          <a:latin typeface="Comic Sans MS"/>
                          <a:ea typeface="Comic Sans MS"/>
                          <a:cs typeface="Comic Sans MS"/>
                          <a:sym typeface="Comic Sans MS"/>
                        </a:rPr>
                        <a:t>P</a:t>
                      </a:r>
                      <a:endParaRPr/>
                    </a:p>
                  </a:txBody>
                  <a:tcPr marT="45725" marB="45725"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FF0000"/>
                        </a:buClr>
                        <a:buSzPts val="1300"/>
                        <a:buFont typeface="Comic Sans MS"/>
                        <a:buNone/>
                      </a:pPr>
                      <a:r>
                        <a:rPr b="1" i="0" lang="en-US" sz="1300" u="none" cap="none" strike="noStrike">
                          <a:solidFill>
                            <a:srgbClr val="FF0000"/>
                          </a:solidFill>
                          <a:latin typeface="Comic Sans MS"/>
                          <a:ea typeface="Comic Sans MS"/>
                          <a:cs typeface="Comic Sans MS"/>
                          <a:sym typeface="Comic Sans MS"/>
                        </a:rPr>
                        <a:t>Q</a:t>
                      </a:r>
                      <a:endParaRPr/>
                    </a:p>
                  </a:txBody>
                  <a:tcPr marT="45725" marB="45725"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FF0000"/>
                        </a:buClr>
                        <a:buSzPts val="1300"/>
                        <a:buFont typeface="Comic Sans MS"/>
                        <a:buNone/>
                      </a:pPr>
                      <a:r>
                        <a:rPr b="1" i="0" lang="en-US" sz="1300" u="none" cap="none" strike="noStrike">
                          <a:solidFill>
                            <a:srgbClr val="FF0000"/>
                          </a:solidFill>
                          <a:latin typeface="Comic Sans MS"/>
                          <a:ea typeface="Comic Sans MS"/>
                          <a:cs typeface="Comic Sans MS"/>
                          <a:sym typeface="Comic Sans MS"/>
                        </a:rPr>
                        <a:t>R</a:t>
                      </a:r>
                      <a:endParaRPr/>
                    </a:p>
                  </a:txBody>
                  <a:tcPr marT="45725" marB="45725"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FF0000"/>
                        </a:buClr>
                        <a:buSzPts val="1300"/>
                        <a:buFont typeface="Comic Sans MS"/>
                        <a:buNone/>
                      </a:pPr>
                      <a:r>
                        <a:rPr b="1" i="0" lang="en-US" sz="1300" u="none" cap="none" strike="noStrike">
                          <a:solidFill>
                            <a:srgbClr val="FF0000"/>
                          </a:solidFill>
                          <a:latin typeface="Comic Sans MS"/>
                          <a:ea typeface="Comic Sans MS"/>
                          <a:cs typeface="Comic Sans MS"/>
                          <a:sym typeface="Comic Sans MS"/>
                        </a:rPr>
                        <a:t>S</a:t>
                      </a:r>
                      <a:endParaRPr/>
                    </a:p>
                  </a:txBody>
                  <a:tcPr marT="45725" marB="45725"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FF0000"/>
                        </a:buClr>
                        <a:buSzPts val="1300"/>
                        <a:buFont typeface="Comic Sans MS"/>
                        <a:buNone/>
                      </a:pPr>
                      <a:r>
                        <a:rPr b="1" i="0" lang="en-US" sz="1300" u="none" cap="none" strike="noStrike">
                          <a:solidFill>
                            <a:srgbClr val="FF0000"/>
                          </a:solidFill>
                          <a:latin typeface="Comic Sans MS"/>
                          <a:ea typeface="Comic Sans MS"/>
                          <a:cs typeface="Comic Sans MS"/>
                          <a:sym typeface="Comic Sans MS"/>
                        </a:rPr>
                        <a:t>T</a:t>
                      </a:r>
                      <a:endParaRPr/>
                    </a:p>
                  </a:txBody>
                  <a:tcPr marT="45725" marB="45725"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FF0000"/>
                        </a:buClr>
                        <a:buSzPts val="1300"/>
                        <a:buFont typeface="Comic Sans MS"/>
                        <a:buNone/>
                      </a:pPr>
                      <a:r>
                        <a:rPr b="1" i="0" lang="en-US" sz="1300" u="none" cap="none" strike="noStrike">
                          <a:solidFill>
                            <a:srgbClr val="FF0000"/>
                          </a:solidFill>
                          <a:latin typeface="Comic Sans MS"/>
                          <a:ea typeface="Comic Sans MS"/>
                          <a:cs typeface="Comic Sans MS"/>
                          <a:sym typeface="Comic Sans MS"/>
                        </a:rPr>
                        <a:t>U</a:t>
                      </a:r>
                      <a:endParaRPr/>
                    </a:p>
                  </a:txBody>
                  <a:tcPr marT="45725" marB="45725"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FF0000"/>
                        </a:buClr>
                        <a:buSzPts val="1300"/>
                        <a:buFont typeface="Comic Sans MS"/>
                        <a:buNone/>
                      </a:pPr>
                      <a:r>
                        <a:rPr b="1" i="0" lang="en-US" sz="1300" u="none" cap="none" strike="noStrike">
                          <a:solidFill>
                            <a:srgbClr val="FF0000"/>
                          </a:solidFill>
                          <a:latin typeface="Comic Sans MS"/>
                          <a:ea typeface="Comic Sans MS"/>
                          <a:cs typeface="Comic Sans MS"/>
                          <a:sym typeface="Comic Sans MS"/>
                        </a:rPr>
                        <a:t>V</a:t>
                      </a:r>
                      <a:endParaRPr/>
                    </a:p>
                  </a:txBody>
                  <a:tcPr marT="45725" marB="45725"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FF0000"/>
                        </a:buClr>
                        <a:buSzPts val="1300"/>
                        <a:buFont typeface="Comic Sans MS"/>
                        <a:buNone/>
                      </a:pPr>
                      <a:r>
                        <a:rPr b="1" i="0" lang="en-US" sz="1300" u="none" cap="none" strike="noStrike">
                          <a:solidFill>
                            <a:srgbClr val="FF0000"/>
                          </a:solidFill>
                          <a:latin typeface="Comic Sans MS"/>
                          <a:ea typeface="Comic Sans MS"/>
                          <a:cs typeface="Comic Sans MS"/>
                          <a:sym typeface="Comic Sans MS"/>
                        </a:rPr>
                        <a:t>W</a:t>
                      </a:r>
                      <a:endParaRPr/>
                    </a:p>
                  </a:txBody>
                  <a:tcPr marT="45725" marB="45725"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FF0000"/>
                        </a:buClr>
                        <a:buSzPts val="1300"/>
                        <a:buFont typeface="Comic Sans MS"/>
                        <a:buNone/>
                      </a:pPr>
                      <a:r>
                        <a:rPr b="1" i="0" lang="en-US" sz="1300" u="none" cap="none" strike="noStrike">
                          <a:solidFill>
                            <a:srgbClr val="FF0000"/>
                          </a:solidFill>
                          <a:latin typeface="Comic Sans MS"/>
                          <a:ea typeface="Comic Sans MS"/>
                          <a:cs typeface="Comic Sans MS"/>
                          <a:sym typeface="Comic Sans MS"/>
                        </a:rPr>
                        <a:t>X</a:t>
                      </a:r>
                      <a:endParaRPr/>
                    </a:p>
                  </a:txBody>
                  <a:tcPr marT="45725" marB="45725"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FF0000"/>
                        </a:buClr>
                        <a:buSzPts val="1300"/>
                        <a:buFont typeface="Comic Sans MS"/>
                        <a:buNone/>
                      </a:pPr>
                      <a:r>
                        <a:rPr b="1" i="0" lang="en-US" sz="1300" u="none" cap="none" strike="noStrike">
                          <a:solidFill>
                            <a:srgbClr val="FF0000"/>
                          </a:solidFill>
                          <a:latin typeface="Comic Sans MS"/>
                          <a:ea typeface="Comic Sans MS"/>
                          <a:cs typeface="Comic Sans MS"/>
                          <a:sym typeface="Comic Sans MS"/>
                        </a:rPr>
                        <a:t>Y</a:t>
                      </a:r>
                      <a:endParaRPr/>
                    </a:p>
                  </a:txBody>
                  <a:tcPr marT="45725" marB="45725"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FF0000"/>
                        </a:buClr>
                        <a:buSzPts val="1300"/>
                        <a:buFont typeface="Comic Sans MS"/>
                        <a:buNone/>
                      </a:pPr>
                      <a:r>
                        <a:rPr b="1" i="0" lang="en-US" sz="1300" u="none" cap="none" strike="noStrike">
                          <a:solidFill>
                            <a:srgbClr val="FF0000"/>
                          </a:solidFill>
                          <a:latin typeface="Comic Sans MS"/>
                          <a:ea typeface="Comic Sans MS"/>
                          <a:cs typeface="Comic Sans MS"/>
                          <a:sym typeface="Comic Sans MS"/>
                        </a:rPr>
                        <a:t>Z</a:t>
                      </a:r>
                      <a:endParaRPr/>
                    </a:p>
                  </a:txBody>
                  <a:tcPr marT="45725" marB="45725" marR="91450" marL="91450" anchor="ctr" anchorCtr="1">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r>
              <a:tr h="330200">
                <a:tc>
                  <a:txBody>
                    <a:bodyPr/>
                    <a:lstStyle/>
                    <a:p>
                      <a:pPr indent="0" lvl="0" marL="0" marR="0" rtl="0" algn="l">
                        <a:lnSpc>
                          <a:spcPct val="100000"/>
                        </a:lnSpc>
                        <a:spcBef>
                          <a:spcPts val="0"/>
                        </a:spcBef>
                        <a:spcAft>
                          <a:spcPts val="0"/>
                        </a:spcAft>
                        <a:buClr>
                          <a:srgbClr val="FF0000"/>
                        </a:buClr>
                        <a:buSzPts val="1100"/>
                        <a:buFont typeface="Comic Sans MS"/>
                        <a:buNone/>
                      </a:pPr>
                      <a:r>
                        <a:rPr b="1" i="0" lang="en-US" sz="1100" u="none" cap="none" strike="noStrike">
                          <a:solidFill>
                            <a:srgbClr val="FF0000"/>
                          </a:solidFill>
                          <a:latin typeface="Comic Sans MS"/>
                          <a:ea typeface="Comic Sans MS"/>
                          <a:cs typeface="Comic Sans MS"/>
                          <a:sym typeface="Comic Sans MS"/>
                        </a:rPr>
                        <a:t>21</a:t>
                      </a:r>
                      <a:endParaRPr/>
                    </a:p>
                  </a:txBody>
                  <a:tcPr marT="45725" marB="45725" marR="45725" marL="45725" anchor="ctr" anchorCtr="1">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FF0000"/>
                        </a:buClr>
                        <a:buSzPts val="1100"/>
                        <a:buFont typeface="Comic Sans MS"/>
                        <a:buNone/>
                      </a:pPr>
                      <a:r>
                        <a:rPr b="1" i="0" lang="en-US" sz="1100" u="none" cap="none" strike="noStrike">
                          <a:solidFill>
                            <a:srgbClr val="FF0000"/>
                          </a:solidFill>
                          <a:latin typeface="Comic Sans MS"/>
                          <a:ea typeface="Comic Sans MS"/>
                          <a:cs typeface="Comic Sans MS"/>
                          <a:sym typeface="Comic Sans MS"/>
                        </a:rPr>
                        <a:t>26</a:t>
                      </a:r>
                      <a:endParaRPr/>
                    </a:p>
                  </a:txBody>
                  <a:tcPr marT="45725" marB="45725" marR="45725" marL="45725"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FF0000"/>
                        </a:buClr>
                        <a:buSzPts val="1100"/>
                        <a:buFont typeface="Comic Sans MS"/>
                        <a:buNone/>
                      </a:pPr>
                      <a:r>
                        <a:rPr b="1" i="0" lang="en-US" sz="1100" u="none" cap="none" strike="noStrike">
                          <a:solidFill>
                            <a:srgbClr val="FF0000"/>
                          </a:solidFill>
                          <a:latin typeface="Comic Sans MS"/>
                          <a:ea typeface="Comic Sans MS"/>
                          <a:cs typeface="Comic Sans MS"/>
                          <a:sym typeface="Comic Sans MS"/>
                        </a:rPr>
                        <a:t>6</a:t>
                      </a:r>
                      <a:endParaRPr/>
                    </a:p>
                  </a:txBody>
                  <a:tcPr marT="45725" marB="45725" marR="45725" marL="45725"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FF0000"/>
                        </a:buClr>
                        <a:buSzPts val="1100"/>
                        <a:buFont typeface="Comic Sans MS"/>
                        <a:buNone/>
                      </a:pPr>
                      <a:r>
                        <a:rPr b="1" i="0" lang="en-US" sz="1100" u="none" cap="none" strike="noStrike">
                          <a:solidFill>
                            <a:srgbClr val="FF0000"/>
                          </a:solidFill>
                          <a:latin typeface="Comic Sans MS"/>
                          <a:ea typeface="Comic Sans MS"/>
                          <a:cs typeface="Comic Sans MS"/>
                          <a:sym typeface="Comic Sans MS"/>
                        </a:rPr>
                        <a:t>10</a:t>
                      </a:r>
                      <a:endParaRPr/>
                    </a:p>
                  </a:txBody>
                  <a:tcPr marT="45725" marB="45725" marR="45725" marL="45725"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FF0000"/>
                        </a:buClr>
                        <a:buSzPts val="1100"/>
                        <a:buFont typeface="Comic Sans MS"/>
                        <a:buNone/>
                      </a:pPr>
                      <a:r>
                        <a:rPr b="1" i="0" lang="en-US" sz="1100" u="none" cap="none" strike="noStrike">
                          <a:solidFill>
                            <a:srgbClr val="FF0000"/>
                          </a:solidFill>
                          <a:latin typeface="Comic Sans MS"/>
                          <a:ea typeface="Comic Sans MS"/>
                          <a:cs typeface="Comic Sans MS"/>
                          <a:sym typeface="Comic Sans MS"/>
                        </a:rPr>
                        <a:t>12</a:t>
                      </a:r>
                      <a:endParaRPr/>
                    </a:p>
                  </a:txBody>
                  <a:tcPr marT="45725" marB="45725" marR="45725" marL="45725"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FF0000"/>
                        </a:buClr>
                        <a:buSzPts val="1100"/>
                        <a:buFont typeface="Comic Sans MS"/>
                        <a:buNone/>
                      </a:pPr>
                      <a:r>
                        <a:rPr b="1" i="0" lang="en-US" sz="1100" u="none" cap="none" strike="noStrike">
                          <a:solidFill>
                            <a:srgbClr val="FF0000"/>
                          </a:solidFill>
                          <a:latin typeface="Comic Sans MS"/>
                          <a:ea typeface="Comic Sans MS"/>
                          <a:cs typeface="Comic Sans MS"/>
                          <a:sym typeface="Comic Sans MS"/>
                        </a:rPr>
                        <a:t>51</a:t>
                      </a:r>
                      <a:endParaRPr/>
                    </a:p>
                  </a:txBody>
                  <a:tcPr marT="45725" marB="45725" marR="45725" marL="45725"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FF0000"/>
                        </a:buClr>
                        <a:buSzPts val="1100"/>
                        <a:buFont typeface="Comic Sans MS"/>
                        <a:buNone/>
                      </a:pPr>
                      <a:r>
                        <a:rPr b="1" i="0" lang="en-US" sz="1100" u="none" cap="none" strike="noStrike">
                          <a:solidFill>
                            <a:srgbClr val="FF0000"/>
                          </a:solidFill>
                          <a:latin typeface="Comic Sans MS"/>
                          <a:ea typeface="Comic Sans MS"/>
                          <a:cs typeface="Comic Sans MS"/>
                          <a:sym typeface="Comic Sans MS"/>
                        </a:rPr>
                        <a:t>10</a:t>
                      </a:r>
                      <a:endParaRPr/>
                    </a:p>
                  </a:txBody>
                  <a:tcPr marT="45725" marB="45725" marR="45725" marL="45725"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FF0000"/>
                        </a:buClr>
                        <a:buSzPts val="1100"/>
                        <a:buFont typeface="Comic Sans MS"/>
                        <a:buNone/>
                      </a:pPr>
                      <a:r>
                        <a:rPr b="1" i="0" lang="en-US" sz="1100" u="none" cap="none" strike="noStrike">
                          <a:solidFill>
                            <a:srgbClr val="FF0000"/>
                          </a:solidFill>
                          <a:latin typeface="Comic Sans MS"/>
                          <a:ea typeface="Comic Sans MS"/>
                          <a:cs typeface="Comic Sans MS"/>
                          <a:sym typeface="Comic Sans MS"/>
                        </a:rPr>
                        <a:t>25</a:t>
                      </a:r>
                      <a:endParaRPr/>
                    </a:p>
                  </a:txBody>
                  <a:tcPr marT="45725" marB="45725" marR="45725" marL="45725"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FF0000"/>
                        </a:buClr>
                        <a:buSzPts val="1100"/>
                        <a:buFont typeface="Comic Sans MS"/>
                        <a:buNone/>
                      </a:pPr>
                      <a:r>
                        <a:rPr b="1" i="0" lang="en-US" sz="1100" u="none" cap="none" strike="noStrike">
                          <a:solidFill>
                            <a:srgbClr val="FF0000"/>
                          </a:solidFill>
                          <a:latin typeface="Comic Sans MS"/>
                          <a:ea typeface="Comic Sans MS"/>
                          <a:cs typeface="Comic Sans MS"/>
                          <a:sym typeface="Comic Sans MS"/>
                        </a:rPr>
                        <a:t>10</a:t>
                      </a:r>
                      <a:endParaRPr/>
                    </a:p>
                  </a:txBody>
                  <a:tcPr marT="45725" marB="45725" marR="45725" marL="45725"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FF0000"/>
                        </a:buClr>
                        <a:buSzPts val="1100"/>
                        <a:buFont typeface="Comic Sans MS"/>
                        <a:buNone/>
                      </a:pPr>
                      <a:r>
                        <a:rPr b="1" i="0" lang="en-US" sz="1100" u="none" cap="none" strike="noStrike">
                          <a:solidFill>
                            <a:srgbClr val="FF0000"/>
                          </a:solidFill>
                          <a:latin typeface="Comic Sans MS"/>
                          <a:ea typeface="Comic Sans MS"/>
                          <a:cs typeface="Comic Sans MS"/>
                          <a:sym typeface="Comic Sans MS"/>
                        </a:rPr>
                        <a:t>9</a:t>
                      </a:r>
                      <a:endParaRPr/>
                    </a:p>
                  </a:txBody>
                  <a:tcPr marT="45725" marB="45725" marR="45725" marL="45725"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FF0000"/>
                        </a:buClr>
                        <a:buSzPts val="1100"/>
                        <a:buFont typeface="Comic Sans MS"/>
                        <a:buNone/>
                      </a:pPr>
                      <a:r>
                        <a:rPr b="1" i="0" lang="en-US" sz="1100" u="none" cap="none" strike="noStrike">
                          <a:solidFill>
                            <a:srgbClr val="FF0000"/>
                          </a:solidFill>
                          <a:latin typeface="Comic Sans MS"/>
                          <a:ea typeface="Comic Sans MS"/>
                          <a:cs typeface="Comic Sans MS"/>
                          <a:sym typeface="Comic Sans MS"/>
                        </a:rPr>
                        <a:t>3</a:t>
                      </a:r>
                      <a:endParaRPr/>
                    </a:p>
                  </a:txBody>
                  <a:tcPr marT="45725" marB="45725" marR="45725" marL="45725"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FF0000"/>
                        </a:buClr>
                        <a:buSzPts val="1100"/>
                        <a:buFont typeface="Comic Sans MS"/>
                        <a:buNone/>
                      </a:pPr>
                      <a:r>
                        <a:rPr b="1" i="0" lang="en-US" sz="1100" u="none" cap="none" strike="noStrike">
                          <a:solidFill>
                            <a:srgbClr val="FF0000"/>
                          </a:solidFill>
                          <a:latin typeface="Comic Sans MS"/>
                          <a:ea typeface="Comic Sans MS"/>
                          <a:cs typeface="Comic Sans MS"/>
                          <a:sym typeface="Comic Sans MS"/>
                        </a:rPr>
                        <a:t>10</a:t>
                      </a:r>
                      <a:endParaRPr/>
                    </a:p>
                  </a:txBody>
                  <a:tcPr marT="45725" marB="45725" marR="45725" marL="45725"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FF0000"/>
                        </a:buClr>
                        <a:buSzPts val="1100"/>
                        <a:buFont typeface="Comic Sans MS"/>
                        <a:buNone/>
                      </a:pPr>
                      <a:r>
                        <a:rPr b="1" i="0" lang="en-US" sz="1100" u="none" cap="none" strike="noStrike">
                          <a:solidFill>
                            <a:srgbClr val="FF0000"/>
                          </a:solidFill>
                          <a:latin typeface="Comic Sans MS"/>
                          <a:ea typeface="Comic Sans MS"/>
                          <a:cs typeface="Comic Sans MS"/>
                          <a:sym typeface="Comic Sans MS"/>
                        </a:rPr>
                        <a:t>0</a:t>
                      </a:r>
                      <a:endParaRPr/>
                    </a:p>
                  </a:txBody>
                  <a:tcPr marT="45725" marB="45725" marR="45725" marL="45725"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FF0000"/>
                        </a:buClr>
                        <a:buSzPts val="1100"/>
                        <a:buFont typeface="Comic Sans MS"/>
                        <a:buNone/>
                      </a:pPr>
                      <a:r>
                        <a:rPr b="1" i="0" lang="en-US" sz="1100" u="none" cap="none" strike="noStrike">
                          <a:solidFill>
                            <a:srgbClr val="FF0000"/>
                          </a:solidFill>
                          <a:latin typeface="Comic Sans MS"/>
                          <a:ea typeface="Comic Sans MS"/>
                          <a:cs typeface="Comic Sans MS"/>
                          <a:sym typeface="Comic Sans MS"/>
                        </a:rPr>
                        <a:t>1</a:t>
                      </a:r>
                      <a:endParaRPr/>
                    </a:p>
                  </a:txBody>
                  <a:tcPr marT="45725" marB="45725" marR="45725" marL="45725"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FF0000"/>
                        </a:buClr>
                        <a:buSzPts val="1100"/>
                        <a:buFont typeface="Comic Sans MS"/>
                        <a:buNone/>
                      </a:pPr>
                      <a:r>
                        <a:rPr b="1" i="0" lang="en-US" sz="1100" u="none" cap="none" strike="noStrike">
                          <a:solidFill>
                            <a:srgbClr val="FF0000"/>
                          </a:solidFill>
                          <a:latin typeface="Comic Sans MS"/>
                          <a:ea typeface="Comic Sans MS"/>
                          <a:cs typeface="Comic Sans MS"/>
                          <a:sym typeface="Comic Sans MS"/>
                        </a:rPr>
                        <a:t>15</a:t>
                      </a:r>
                      <a:endParaRPr/>
                    </a:p>
                  </a:txBody>
                  <a:tcPr marT="45725" marB="45725" marR="45725" marL="45725"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FF0000"/>
                        </a:buClr>
                        <a:buSzPts val="1100"/>
                        <a:buFont typeface="Comic Sans MS"/>
                        <a:buNone/>
                      </a:pPr>
                      <a:r>
                        <a:rPr b="1" i="0" lang="en-US" sz="1100" u="none" cap="none" strike="noStrike">
                          <a:solidFill>
                            <a:srgbClr val="FF0000"/>
                          </a:solidFill>
                          <a:latin typeface="Comic Sans MS"/>
                          <a:ea typeface="Comic Sans MS"/>
                          <a:cs typeface="Comic Sans MS"/>
                          <a:sym typeface="Comic Sans MS"/>
                        </a:rPr>
                        <a:t>28</a:t>
                      </a:r>
                      <a:endParaRPr/>
                    </a:p>
                  </a:txBody>
                  <a:tcPr marT="45725" marB="45725" marR="45725" marL="45725"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FF0000"/>
                        </a:buClr>
                        <a:buSzPts val="1100"/>
                        <a:buFont typeface="Comic Sans MS"/>
                        <a:buNone/>
                      </a:pPr>
                      <a:r>
                        <a:rPr b="1" i="0" lang="en-US" sz="1100" u="none" cap="none" strike="noStrike">
                          <a:solidFill>
                            <a:srgbClr val="FF0000"/>
                          </a:solidFill>
                          <a:latin typeface="Comic Sans MS"/>
                          <a:ea typeface="Comic Sans MS"/>
                          <a:cs typeface="Comic Sans MS"/>
                          <a:sym typeface="Comic Sans MS"/>
                        </a:rPr>
                        <a:t>42</a:t>
                      </a:r>
                      <a:endParaRPr/>
                    </a:p>
                  </a:txBody>
                  <a:tcPr marT="45725" marB="45725" marR="45725" marL="45725"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FF0000"/>
                        </a:buClr>
                        <a:buSzPts val="1100"/>
                        <a:buFont typeface="Comic Sans MS"/>
                        <a:buNone/>
                      </a:pPr>
                      <a:r>
                        <a:rPr b="1" i="0" lang="en-US" sz="1100" u="none" cap="none" strike="noStrike">
                          <a:solidFill>
                            <a:srgbClr val="FF0000"/>
                          </a:solidFill>
                          <a:latin typeface="Comic Sans MS"/>
                          <a:ea typeface="Comic Sans MS"/>
                          <a:cs typeface="Comic Sans MS"/>
                          <a:sym typeface="Comic Sans MS"/>
                        </a:rPr>
                        <a:t>0</a:t>
                      </a:r>
                      <a:endParaRPr/>
                    </a:p>
                  </a:txBody>
                  <a:tcPr marT="45725" marB="45725" marR="45725" marL="45725"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FF0000"/>
                        </a:buClr>
                        <a:buSzPts val="1100"/>
                        <a:buFont typeface="Comic Sans MS"/>
                        <a:buNone/>
                      </a:pPr>
                      <a:r>
                        <a:rPr b="1" i="0" lang="en-US" sz="1100" u="none" cap="none" strike="noStrike">
                          <a:solidFill>
                            <a:srgbClr val="FF0000"/>
                          </a:solidFill>
                          <a:latin typeface="Comic Sans MS"/>
                          <a:ea typeface="Comic Sans MS"/>
                          <a:cs typeface="Comic Sans MS"/>
                          <a:sym typeface="Comic Sans MS"/>
                        </a:rPr>
                        <a:t>0</a:t>
                      </a:r>
                      <a:endParaRPr/>
                    </a:p>
                  </a:txBody>
                  <a:tcPr marT="45725" marB="45725" marR="45725" marL="45725"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FF0000"/>
                        </a:buClr>
                        <a:buSzPts val="1100"/>
                        <a:buFont typeface="Comic Sans MS"/>
                        <a:buNone/>
                      </a:pPr>
                      <a:r>
                        <a:rPr b="1" i="0" lang="en-US" sz="1100" u="none" cap="none" strike="noStrike">
                          <a:solidFill>
                            <a:srgbClr val="FF0000"/>
                          </a:solidFill>
                          <a:latin typeface="Comic Sans MS"/>
                          <a:ea typeface="Comic Sans MS"/>
                          <a:cs typeface="Comic Sans MS"/>
                          <a:sym typeface="Comic Sans MS"/>
                        </a:rPr>
                        <a:t>27</a:t>
                      </a:r>
                      <a:endParaRPr/>
                    </a:p>
                  </a:txBody>
                  <a:tcPr marT="45725" marB="45725" marR="45725" marL="45725"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FF0000"/>
                        </a:buClr>
                        <a:buSzPts val="1100"/>
                        <a:buFont typeface="Comic Sans MS"/>
                        <a:buNone/>
                      </a:pPr>
                      <a:r>
                        <a:rPr b="1" i="0" lang="en-US" sz="1100" u="none" cap="none" strike="noStrike">
                          <a:solidFill>
                            <a:srgbClr val="FF0000"/>
                          </a:solidFill>
                          <a:latin typeface="Comic Sans MS"/>
                          <a:ea typeface="Comic Sans MS"/>
                          <a:cs typeface="Comic Sans MS"/>
                          <a:sym typeface="Comic Sans MS"/>
                        </a:rPr>
                        <a:t>4</a:t>
                      </a:r>
                      <a:endParaRPr/>
                    </a:p>
                  </a:txBody>
                  <a:tcPr marT="45725" marB="45725" marR="45725" marL="45725"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FF0000"/>
                        </a:buClr>
                        <a:buSzPts val="1100"/>
                        <a:buFont typeface="Comic Sans MS"/>
                        <a:buNone/>
                      </a:pPr>
                      <a:r>
                        <a:rPr b="1" i="0" lang="en-US" sz="1100" u="none" cap="none" strike="noStrike">
                          <a:solidFill>
                            <a:srgbClr val="FF0000"/>
                          </a:solidFill>
                          <a:latin typeface="Comic Sans MS"/>
                          <a:ea typeface="Comic Sans MS"/>
                          <a:cs typeface="Comic Sans MS"/>
                          <a:sym typeface="Comic Sans MS"/>
                        </a:rPr>
                        <a:t>24</a:t>
                      </a:r>
                      <a:endParaRPr/>
                    </a:p>
                  </a:txBody>
                  <a:tcPr marT="45725" marB="45725" marR="45725" marL="45725"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FF0000"/>
                        </a:buClr>
                        <a:buSzPts val="1100"/>
                        <a:buFont typeface="Comic Sans MS"/>
                        <a:buNone/>
                      </a:pPr>
                      <a:r>
                        <a:rPr b="1" i="0" lang="en-US" sz="1100" u="none" cap="none" strike="noStrike">
                          <a:solidFill>
                            <a:srgbClr val="FF0000"/>
                          </a:solidFill>
                          <a:latin typeface="Comic Sans MS"/>
                          <a:ea typeface="Comic Sans MS"/>
                          <a:cs typeface="Comic Sans MS"/>
                          <a:sym typeface="Comic Sans MS"/>
                        </a:rPr>
                        <a:t>22</a:t>
                      </a:r>
                      <a:endParaRPr/>
                    </a:p>
                  </a:txBody>
                  <a:tcPr marT="45725" marB="45725" marR="45725" marL="45725"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FF0000"/>
                        </a:buClr>
                        <a:buSzPts val="1100"/>
                        <a:buFont typeface="Comic Sans MS"/>
                        <a:buNone/>
                      </a:pPr>
                      <a:r>
                        <a:rPr b="1" i="0" lang="en-US" sz="1100" u="none" cap="none" strike="noStrike">
                          <a:solidFill>
                            <a:srgbClr val="FF0000"/>
                          </a:solidFill>
                          <a:latin typeface="Comic Sans MS"/>
                          <a:ea typeface="Comic Sans MS"/>
                          <a:cs typeface="Comic Sans MS"/>
                          <a:sym typeface="Comic Sans MS"/>
                        </a:rPr>
                        <a:t>28</a:t>
                      </a:r>
                      <a:endParaRPr/>
                    </a:p>
                  </a:txBody>
                  <a:tcPr marT="45725" marB="45725" marR="45725" marL="45725"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FF0000"/>
                        </a:buClr>
                        <a:buSzPts val="1100"/>
                        <a:buFont typeface="Comic Sans MS"/>
                        <a:buNone/>
                      </a:pPr>
                      <a:r>
                        <a:rPr b="1" i="0" lang="en-US" sz="1100" u="none" cap="none" strike="noStrike">
                          <a:solidFill>
                            <a:srgbClr val="FF0000"/>
                          </a:solidFill>
                          <a:latin typeface="Comic Sans MS"/>
                          <a:ea typeface="Comic Sans MS"/>
                          <a:cs typeface="Comic Sans MS"/>
                          <a:sym typeface="Comic Sans MS"/>
                        </a:rPr>
                        <a:t>6</a:t>
                      </a:r>
                      <a:endParaRPr/>
                    </a:p>
                  </a:txBody>
                  <a:tcPr marT="45725" marB="45725" marR="45725" marL="45725"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FF0000"/>
                        </a:buClr>
                        <a:buSzPts val="1100"/>
                        <a:buFont typeface="Comic Sans MS"/>
                        <a:buNone/>
                      </a:pPr>
                      <a:r>
                        <a:rPr b="1" i="0" lang="en-US" sz="1100" u="none" cap="none" strike="noStrike">
                          <a:solidFill>
                            <a:srgbClr val="FF0000"/>
                          </a:solidFill>
                          <a:latin typeface="Comic Sans MS"/>
                          <a:ea typeface="Comic Sans MS"/>
                          <a:cs typeface="Comic Sans MS"/>
                          <a:sym typeface="Comic Sans MS"/>
                        </a:rPr>
                        <a:t>8</a:t>
                      </a:r>
                      <a:endParaRPr/>
                    </a:p>
                  </a:txBody>
                  <a:tcPr marT="45725" marB="45725" marR="45725" marL="45725" anchor="ctr" anchorCtr="1">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r>
            </a:tbl>
          </a:graphicData>
        </a:graphic>
      </p:graphicFrame>
      <p:sp>
        <p:nvSpPr>
          <p:cNvPr id="400" name="Google Shape;400;p17"/>
          <p:cNvSpPr txBox="1"/>
          <p:nvPr/>
        </p:nvSpPr>
        <p:spPr>
          <a:xfrm>
            <a:off x="2484423" y="4652950"/>
            <a:ext cx="50565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Ciphertext frequency counts:</a:t>
            </a:r>
            <a:endParaRPr/>
          </a:p>
        </p:txBody>
      </p:sp>
      <p:sp>
        <p:nvSpPr>
          <p:cNvPr id="401" name="Google Shape;401;p17"/>
          <p:cNvSpPr txBox="1"/>
          <p:nvPr/>
        </p:nvSpPr>
        <p:spPr>
          <a:xfrm>
            <a:off x="785812" y="4143375"/>
            <a:ext cx="7900987" cy="581025"/>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dk2"/>
              </a:buClr>
              <a:buSzPts val="1820"/>
              <a:buFont typeface="Noto Sans Symbols"/>
              <a:buChar char="●"/>
            </a:pPr>
            <a:r>
              <a:rPr b="0" i="0" lang="en-US" sz="2600" u="none">
                <a:solidFill>
                  <a:schemeClr val="dk1"/>
                </a:solidFill>
                <a:latin typeface="Comic Sans MS"/>
                <a:ea typeface="Comic Sans MS"/>
                <a:cs typeface="Comic Sans MS"/>
                <a:sym typeface="Comic Sans MS"/>
              </a:rPr>
              <a:t>Decrypt this message using info below</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18"/>
          <p:cNvSpPr txBox="1"/>
          <p:nvPr>
            <p:ph type="title"/>
          </p:nvPr>
        </p:nvSpPr>
        <p:spPr>
          <a:xfrm>
            <a:off x="468312" y="303212"/>
            <a:ext cx="7886700" cy="1163637"/>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300"/>
              <a:buFont typeface="Calibri"/>
              <a:buNone/>
            </a:pPr>
            <a:r>
              <a:rPr b="0" i="0" lang="en-US" sz="3300" u="none">
                <a:solidFill>
                  <a:schemeClr val="lt1"/>
                </a:solidFill>
                <a:latin typeface="Calibri"/>
                <a:ea typeface="Calibri"/>
                <a:cs typeface="Calibri"/>
                <a:sym typeface="Calibri"/>
              </a:rPr>
              <a:t>Frequency analysis </a:t>
            </a:r>
            <a:r>
              <a:rPr lang="en-US"/>
              <a:t>history</a:t>
            </a:r>
            <a:endParaRPr/>
          </a:p>
        </p:txBody>
      </p:sp>
      <p:sp>
        <p:nvSpPr>
          <p:cNvPr id="407" name="Google Shape;407;p18"/>
          <p:cNvSpPr txBox="1"/>
          <p:nvPr>
            <p:ph idx="1" type="body"/>
          </p:nvPr>
        </p:nvSpPr>
        <p:spPr>
          <a:xfrm>
            <a:off x="468312" y="1668462"/>
            <a:ext cx="7886700" cy="4511675"/>
          </a:xfrm>
          <a:prstGeom prst="rect">
            <a:avLst/>
          </a:prstGeom>
          <a:noFill/>
          <a:ln>
            <a:noFill/>
          </a:ln>
        </p:spPr>
        <p:txBody>
          <a:bodyPr anchorCtr="0" anchor="t" bIns="45700" lIns="91425" spcFirstLastPara="1" rIns="91425" wrap="square" tIns="45700">
            <a:noAutofit/>
          </a:bodyPr>
          <a:lstStyle/>
          <a:p>
            <a:pPr indent="-171450" lvl="0" marL="171450" marR="0" rtl="0" algn="l">
              <a:lnSpc>
                <a:spcPct val="90000"/>
              </a:lnSpc>
              <a:spcBef>
                <a:spcPts val="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Discovered by the Arabs</a:t>
            </a:r>
            <a:endParaRPr/>
          </a:p>
          <a:p>
            <a:pPr indent="-171450" lvl="1" marL="514350" marR="0" rtl="0" algn="l">
              <a:lnSpc>
                <a:spcPct val="90000"/>
              </a:lnSpc>
              <a:spcBef>
                <a:spcPts val="30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Earliest known description of frequency analysis is in a book by the 9-century scientist al-Kindi</a:t>
            </a:r>
            <a:endParaRPr/>
          </a:p>
          <a:p>
            <a:pPr indent="-171450" lvl="0" marL="171450" marR="0" rtl="0" algn="l">
              <a:lnSpc>
                <a:spcPct val="90000"/>
              </a:lnSpc>
              <a:spcBef>
                <a:spcPts val="70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Rediscovered or introduced from the Arabs in Europe during the Renaissance</a:t>
            </a:r>
            <a:endParaRPr/>
          </a:p>
          <a:p>
            <a:pPr indent="-171450" lvl="0" marL="171450" marR="0" rtl="0" algn="l">
              <a:lnSpc>
                <a:spcPct val="90000"/>
              </a:lnSpc>
              <a:spcBef>
                <a:spcPts val="70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Frequency analysis made substitution cipher </a:t>
            </a:r>
            <a:r>
              <a:rPr lang="en-US" sz="2400">
                <a:solidFill>
                  <a:srgbClr val="FF0000"/>
                </a:solidFill>
              </a:rPr>
              <a:t>insecure</a:t>
            </a:r>
            <a:r>
              <a:rPr b="0" i="0" lang="en-US" sz="2400" u="none">
                <a:solidFill>
                  <a:schemeClr val="dk1"/>
                </a:solidFill>
                <a:latin typeface="Calibri"/>
                <a:ea typeface="Calibri"/>
                <a:cs typeface="Calibri"/>
                <a:sym typeface="Calibri"/>
              </a:rPr>
              <a:t>.</a:t>
            </a:r>
            <a:endParaRPr/>
          </a:p>
          <a:p>
            <a:pPr indent="-19050" lvl="0" marL="171450" marR="0" rtl="0" algn="l">
              <a:lnSpc>
                <a:spcPct val="90000"/>
              </a:lnSpc>
              <a:spcBef>
                <a:spcPts val="750"/>
              </a:spcBef>
              <a:spcAft>
                <a:spcPts val="0"/>
              </a:spcAft>
              <a:buClr>
                <a:schemeClr val="dk1"/>
              </a:buClr>
              <a:buSzPts val="2400"/>
              <a:buFont typeface="Arial"/>
              <a:buNone/>
            </a:pPr>
            <a:r>
              <a:t/>
            </a:r>
            <a:endParaRPr b="0" i="0" sz="2400" u="none">
              <a:solidFill>
                <a:schemeClr val="dk1"/>
              </a:solidFill>
              <a:latin typeface="Calibri"/>
              <a:ea typeface="Calibri"/>
              <a:cs typeface="Calibri"/>
              <a:sym typeface="Calibri"/>
            </a:endParaRPr>
          </a:p>
        </p:txBody>
      </p:sp>
      <p:sp>
        <p:nvSpPr>
          <p:cNvPr id="408" name="Google Shape;408;p18"/>
          <p:cNvSpPr txBox="1"/>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900"/>
              <a:buFont typeface="Gill Sans"/>
              <a:buNone/>
            </a:pPr>
            <a:r>
              <a:rPr b="0" i="0" lang="en-US" sz="900" u="none">
                <a:solidFill>
                  <a:schemeClr val="accent2"/>
                </a:solidFill>
                <a:latin typeface="Gill Sans"/>
                <a:ea typeface="Gill Sans"/>
                <a:cs typeface="Gill Sans"/>
                <a:sym typeface="Gill Sans"/>
              </a:rPr>
              <a:t>*</a:t>
            </a:r>
            <a:endParaRPr/>
          </a:p>
        </p:txBody>
      </p:sp>
      <p:sp>
        <p:nvSpPr>
          <p:cNvPr id="409" name="Google Shape;409;p18"/>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Gill Sans"/>
              <a:buNone/>
            </a:pPr>
            <a:r>
              <a:rPr b="0" i="0" lang="en-US" sz="900" u="none">
                <a:solidFill>
                  <a:srgbClr val="898989"/>
                </a:solidFill>
                <a:latin typeface="Gill Sans"/>
                <a:ea typeface="Gill Sans"/>
                <a:cs typeface="Gill Sans"/>
                <a:sym typeface="Gill Sans"/>
              </a:rPr>
              <a:t>Chapter 2 Crypto Basics.     Dr. Muhammad Iqbal Hossain</a:t>
            </a:r>
            <a:endParaRPr/>
          </a:p>
        </p:txBody>
      </p:sp>
      <p:sp>
        <p:nvSpPr>
          <p:cNvPr id="410" name="Google Shape;410;p18"/>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19"/>
          <p:cNvSpPr txBox="1"/>
          <p:nvPr>
            <p:ph type="title"/>
          </p:nvPr>
        </p:nvSpPr>
        <p:spPr>
          <a:xfrm>
            <a:off x="468312" y="303212"/>
            <a:ext cx="7886700" cy="1163637"/>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300"/>
              <a:buFont typeface="Calibri"/>
              <a:buNone/>
            </a:pPr>
            <a:r>
              <a:rPr b="0" i="0" lang="en-US" sz="3300" u="none">
                <a:solidFill>
                  <a:schemeClr val="lt1"/>
                </a:solidFill>
                <a:latin typeface="Calibri"/>
                <a:ea typeface="Calibri"/>
                <a:cs typeface="Calibri"/>
                <a:sym typeface="Calibri"/>
              </a:rPr>
              <a:t>Cryptanalysis: Terminology</a:t>
            </a:r>
            <a:endParaRPr/>
          </a:p>
        </p:txBody>
      </p:sp>
      <p:sp>
        <p:nvSpPr>
          <p:cNvPr id="416" name="Google Shape;416;p19"/>
          <p:cNvSpPr txBox="1"/>
          <p:nvPr>
            <p:ph idx="1" type="body"/>
          </p:nvPr>
        </p:nvSpPr>
        <p:spPr>
          <a:xfrm>
            <a:off x="785812" y="1714500"/>
            <a:ext cx="7672387" cy="4313237"/>
          </a:xfrm>
          <a:prstGeom prst="rect">
            <a:avLst/>
          </a:prstGeom>
          <a:noFill/>
          <a:ln>
            <a:noFill/>
          </a:ln>
        </p:spPr>
        <p:txBody>
          <a:bodyPr anchorCtr="0" anchor="t" bIns="45700" lIns="91425" spcFirstLastPara="1" rIns="91425" wrap="square" tIns="45700">
            <a:noAutofit/>
          </a:bodyPr>
          <a:lstStyle/>
          <a:p>
            <a:pPr indent="-177800" lvl="0" marL="171450" marR="0" rtl="0" algn="l">
              <a:lnSpc>
                <a:spcPct val="9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Cryptosystem is </a:t>
            </a:r>
            <a:r>
              <a:rPr b="1" i="0" lang="en-US" sz="2800" u="sng">
                <a:solidFill>
                  <a:srgbClr val="FF0000"/>
                </a:solidFill>
                <a:latin typeface="Calibri"/>
                <a:ea typeface="Calibri"/>
                <a:cs typeface="Calibri"/>
                <a:sym typeface="Calibri"/>
              </a:rPr>
              <a:t>secure</a:t>
            </a:r>
            <a:r>
              <a:rPr b="0" i="0" lang="en-US" sz="2800" u="none">
                <a:solidFill>
                  <a:schemeClr val="dk1"/>
                </a:solidFill>
                <a:latin typeface="Calibri"/>
                <a:ea typeface="Calibri"/>
                <a:cs typeface="Calibri"/>
                <a:sym typeface="Calibri"/>
              </a:rPr>
              <a:t> if best know attack is to try all keys</a:t>
            </a:r>
            <a:endParaRPr/>
          </a:p>
          <a:p>
            <a:pPr indent="-177800" lvl="0" marL="171450" marR="0" rtl="0" algn="l">
              <a:lnSpc>
                <a:spcPct val="90000"/>
              </a:lnSpc>
              <a:spcBef>
                <a:spcPts val="7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Cryptosystem is </a:t>
            </a:r>
            <a:r>
              <a:rPr b="1" i="0" lang="en-US" sz="2800" u="sng">
                <a:solidFill>
                  <a:srgbClr val="FF0000"/>
                </a:solidFill>
                <a:latin typeface="Calibri"/>
                <a:ea typeface="Calibri"/>
                <a:cs typeface="Calibri"/>
                <a:sym typeface="Calibri"/>
              </a:rPr>
              <a:t>insecure</a:t>
            </a:r>
            <a:r>
              <a:rPr b="0" i="0" lang="en-US" sz="2800" u="none">
                <a:solidFill>
                  <a:schemeClr val="dk1"/>
                </a:solidFill>
                <a:latin typeface="Calibri"/>
                <a:ea typeface="Calibri"/>
                <a:cs typeface="Calibri"/>
                <a:sym typeface="Calibri"/>
              </a:rPr>
              <a:t> if any shortcut attack is known</a:t>
            </a:r>
            <a:endParaRPr/>
          </a:p>
          <a:p>
            <a:pPr indent="-177800" lvl="0" marL="171450" marR="0" rtl="0" algn="l">
              <a:lnSpc>
                <a:spcPct val="90000"/>
              </a:lnSpc>
              <a:spcBef>
                <a:spcPts val="700"/>
              </a:spcBef>
              <a:spcAft>
                <a:spcPts val="0"/>
              </a:spcAft>
              <a:buClr>
                <a:srgbClr val="2B10F0"/>
              </a:buClr>
              <a:buSzPts val="2800"/>
              <a:buFont typeface="Arial"/>
              <a:buChar char="•"/>
            </a:pPr>
            <a:r>
              <a:rPr b="0" i="0" lang="en-US" sz="2800" u="none">
                <a:solidFill>
                  <a:srgbClr val="2B10F0"/>
                </a:solidFill>
                <a:latin typeface="Calibri"/>
                <a:ea typeface="Calibri"/>
                <a:cs typeface="Calibri"/>
                <a:sym typeface="Calibri"/>
              </a:rPr>
              <a:t>By this definition, an insecure system might be harder to break than a secure system!</a:t>
            </a:r>
            <a:endParaRPr/>
          </a:p>
        </p:txBody>
      </p:sp>
      <p:sp>
        <p:nvSpPr>
          <p:cNvPr id="417" name="Google Shape;417;p19"/>
          <p:cNvSpPr txBox="1"/>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900"/>
              <a:buFont typeface="Gill Sans"/>
              <a:buNone/>
            </a:pPr>
            <a:r>
              <a:rPr b="0" i="0" lang="en-US" sz="900" u="none">
                <a:solidFill>
                  <a:schemeClr val="accent2"/>
                </a:solidFill>
                <a:latin typeface="Gill Sans"/>
                <a:ea typeface="Gill Sans"/>
                <a:cs typeface="Gill Sans"/>
                <a:sym typeface="Gill Sans"/>
              </a:rPr>
              <a:t>*</a:t>
            </a:r>
            <a:endParaRPr/>
          </a:p>
        </p:txBody>
      </p:sp>
      <p:sp>
        <p:nvSpPr>
          <p:cNvPr id="418" name="Google Shape;418;p19"/>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Gill Sans"/>
              <a:buNone/>
            </a:pPr>
            <a:r>
              <a:rPr b="0" i="0" lang="en-US" sz="900" u="none">
                <a:solidFill>
                  <a:srgbClr val="898989"/>
                </a:solidFill>
                <a:latin typeface="Gill Sans"/>
                <a:ea typeface="Gill Sans"/>
                <a:cs typeface="Gill Sans"/>
                <a:sym typeface="Gill Sans"/>
              </a:rPr>
              <a:t>Chapter 2 Crypto Basics.     Dr. Muhammad Iqbal Hossain</a:t>
            </a:r>
            <a:endParaRPr/>
          </a:p>
        </p:txBody>
      </p:sp>
      <p:sp>
        <p:nvSpPr>
          <p:cNvPr id="419" name="Google Shape;419;p19"/>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20"/>
          <p:cNvSpPr txBox="1"/>
          <p:nvPr>
            <p:ph type="title"/>
          </p:nvPr>
        </p:nvSpPr>
        <p:spPr>
          <a:xfrm>
            <a:off x="785812" y="333375"/>
            <a:ext cx="7143750" cy="1008062"/>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300"/>
              <a:buFont typeface="Calibri"/>
              <a:buNone/>
            </a:pPr>
            <a:r>
              <a:rPr b="0" i="0" lang="en-US" sz="3300" u="none">
                <a:solidFill>
                  <a:schemeClr val="lt1"/>
                </a:solidFill>
                <a:latin typeface="Calibri"/>
                <a:ea typeface="Calibri"/>
                <a:cs typeface="Calibri"/>
                <a:sym typeface="Calibri"/>
              </a:rPr>
              <a:t>Double Transposition</a:t>
            </a:r>
            <a:endParaRPr/>
          </a:p>
        </p:txBody>
      </p:sp>
      <p:sp>
        <p:nvSpPr>
          <p:cNvPr id="425" name="Google Shape;425;p20"/>
          <p:cNvSpPr txBox="1"/>
          <p:nvPr>
            <p:ph idx="1" type="body"/>
          </p:nvPr>
        </p:nvSpPr>
        <p:spPr>
          <a:xfrm>
            <a:off x="785812" y="1700212"/>
            <a:ext cx="7239000" cy="657225"/>
          </a:xfrm>
          <a:prstGeom prst="rect">
            <a:avLst/>
          </a:prstGeom>
          <a:noFill/>
          <a:ln>
            <a:noFill/>
          </a:ln>
        </p:spPr>
        <p:txBody>
          <a:bodyPr anchorCtr="0" anchor="t" bIns="45700" lIns="91425" spcFirstLastPara="1" rIns="91425" wrap="square" tIns="45700">
            <a:noAutofit/>
          </a:bodyPr>
          <a:lstStyle/>
          <a:p>
            <a:pPr indent="-171450" lvl="0" marL="171450" marR="0" rtl="0" algn="l">
              <a:lnSpc>
                <a:spcPct val="90000"/>
              </a:lnSpc>
              <a:spcBef>
                <a:spcPts val="0"/>
              </a:spcBef>
              <a:spcAft>
                <a:spcPts val="0"/>
              </a:spcAft>
              <a:buClr>
                <a:schemeClr val="dk1"/>
              </a:buClr>
              <a:buSzPts val="2100"/>
              <a:buFont typeface="Arial"/>
              <a:buChar char="•"/>
            </a:pPr>
            <a:r>
              <a:rPr b="0" i="0" lang="en-US" sz="2100" u="none">
                <a:solidFill>
                  <a:schemeClr val="dk1"/>
                </a:solidFill>
                <a:latin typeface="Calibri"/>
                <a:ea typeface="Calibri"/>
                <a:cs typeface="Calibri"/>
                <a:sym typeface="Calibri"/>
              </a:rPr>
              <a:t>Plaintext: </a:t>
            </a:r>
            <a:r>
              <a:rPr b="0" i="0" lang="en-US" sz="2100" u="none">
                <a:solidFill>
                  <a:srgbClr val="FF0000"/>
                </a:solidFill>
                <a:latin typeface="Times"/>
                <a:ea typeface="Times"/>
                <a:cs typeface="Times"/>
                <a:sym typeface="Times"/>
              </a:rPr>
              <a:t>attackxatxdawn</a:t>
            </a:r>
            <a:endParaRPr/>
          </a:p>
        </p:txBody>
      </p:sp>
      <p:sp>
        <p:nvSpPr>
          <p:cNvPr id="426" name="Google Shape;426;p20"/>
          <p:cNvSpPr txBox="1"/>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900"/>
              <a:buFont typeface="Gill Sans"/>
              <a:buNone/>
            </a:pPr>
            <a:r>
              <a:rPr b="0" i="0" lang="en-US" sz="900" u="none">
                <a:solidFill>
                  <a:schemeClr val="accent2"/>
                </a:solidFill>
                <a:latin typeface="Gill Sans"/>
                <a:ea typeface="Gill Sans"/>
                <a:cs typeface="Gill Sans"/>
                <a:sym typeface="Gill Sans"/>
              </a:rPr>
              <a:t>*</a:t>
            </a:r>
            <a:endParaRPr/>
          </a:p>
        </p:txBody>
      </p:sp>
      <p:sp>
        <p:nvSpPr>
          <p:cNvPr id="427" name="Google Shape;427;p20"/>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Gill Sans"/>
              <a:buNone/>
            </a:pPr>
            <a:r>
              <a:rPr b="0" i="0" lang="en-US" sz="900" u="none">
                <a:solidFill>
                  <a:srgbClr val="898989"/>
                </a:solidFill>
                <a:latin typeface="Gill Sans"/>
                <a:ea typeface="Gill Sans"/>
                <a:cs typeface="Gill Sans"/>
                <a:sym typeface="Gill Sans"/>
              </a:rPr>
              <a:t>Chapter 2 Crypto Basics.     Dr. Muhammad Iqbal Hossain</a:t>
            </a:r>
            <a:endParaRPr/>
          </a:p>
        </p:txBody>
      </p:sp>
      <p:sp>
        <p:nvSpPr>
          <p:cNvPr id="428" name="Google Shape;428;p20"/>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pic>
        <p:nvPicPr>
          <p:cNvPr id="429" name="Google Shape;429;p20"/>
          <p:cNvPicPr preferRelativeResize="0"/>
          <p:nvPr/>
        </p:nvPicPr>
        <p:blipFill rotWithShape="1">
          <a:blip r:embed="rId3">
            <a:alphaModFix/>
          </a:blip>
          <a:srcRect b="0" l="0" r="0" t="0"/>
          <a:stretch/>
        </p:blipFill>
        <p:spPr>
          <a:xfrm>
            <a:off x="1187450" y="2349500"/>
            <a:ext cx="2209800" cy="2117725"/>
          </a:xfrm>
          <a:prstGeom prst="rect">
            <a:avLst/>
          </a:prstGeom>
          <a:noFill/>
          <a:ln>
            <a:noFill/>
          </a:ln>
        </p:spPr>
      </p:pic>
      <p:pic>
        <p:nvPicPr>
          <p:cNvPr id="430" name="Google Shape;430;p20"/>
          <p:cNvPicPr preferRelativeResize="0"/>
          <p:nvPr/>
        </p:nvPicPr>
        <p:blipFill rotWithShape="1">
          <a:blip r:embed="rId4">
            <a:alphaModFix/>
          </a:blip>
          <a:srcRect b="0" l="0" r="0" t="0"/>
          <a:stretch/>
        </p:blipFill>
        <p:spPr>
          <a:xfrm>
            <a:off x="5435600" y="2420937"/>
            <a:ext cx="2209800" cy="2117725"/>
          </a:xfrm>
          <a:prstGeom prst="rect">
            <a:avLst/>
          </a:prstGeom>
          <a:noFill/>
          <a:ln>
            <a:noFill/>
          </a:ln>
        </p:spPr>
      </p:pic>
      <p:sp>
        <p:nvSpPr>
          <p:cNvPr id="431" name="Google Shape;431;p20"/>
          <p:cNvSpPr txBox="1"/>
          <p:nvPr/>
        </p:nvSpPr>
        <p:spPr>
          <a:xfrm>
            <a:off x="3463925" y="2590800"/>
            <a:ext cx="1795462" cy="800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Permute rows</a:t>
            </a:r>
            <a:endParaRPr/>
          </a:p>
          <a:p>
            <a:pPr indent="0" lvl="0" marL="0" marR="0" rtl="0" algn="l">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and columns</a:t>
            </a:r>
            <a:endParaRPr/>
          </a:p>
        </p:txBody>
      </p:sp>
      <p:sp>
        <p:nvSpPr>
          <p:cNvPr id="432" name="Google Shape;432;p20"/>
          <p:cNvSpPr txBox="1"/>
          <p:nvPr/>
        </p:nvSpPr>
        <p:spPr>
          <a:xfrm>
            <a:off x="3995737" y="3141662"/>
            <a:ext cx="936625" cy="10064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6000"/>
              <a:buFont typeface="Comic Sans MS"/>
              <a:buNone/>
            </a:pPr>
            <a:r>
              <a:rPr b="0" i="0" lang="en-US" sz="6000" u="none">
                <a:solidFill>
                  <a:schemeClr val="dk1"/>
                </a:solidFill>
                <a:latin typeface="Comic Sans MS"/>
                <a:ea typeface="Comic Sans MS"/>
                <a:cs typeface="Comic Sans MS"/>
                <a:sym typeface="Comic Sans MS"/>
              </a:rPr>
              <a:t>⇒</a:t>
            </a:r>
            <a:endParaRPr/>
          </a:p>
        </p:txBody>
      </p:sp>
      <p:sp>
        <p:nvSpPr>
          <p:cNvPr id="433" name="Google Shape;433;p20"/>
          <p:cNvSpPr txBox="1"/>
          <p:nvPr/>
        </p:nvSpPr>
        <p:spPr>
          <a:xfrm>
            <a:off x="785812" y="4581525"/>
            <a:ext cx="7670800" cy="16764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dk2"/>
              </a:buClr>
              <a:buSzPts val="2100"/>
              <a:buFont typeface="Noto Sans Symbols"/>
              <a:buChar char="●"/>
            </a:pPr>
            <a:r>
              <a:rPr b="0" i="0" lang="en-US" sz="3000" u="none">
                <a:solidFill>
                  <a:schemeClr val="dk1"/>
                </a:solidFill>
                <a:latin typeface="Comic Sans MS"/>
                <a:ea typeface="Comic Sans MS"/>
                <a:cs typeface="Comic Sans MS"/>
                <a:sym typeface="Comic Sans MS"/>
              </a:rPr>
              <a:t>Ciphertext: </a:t>
            </a:r>
            <a:r>
              <a:rPr b="0" i="0" lang="en-US" sz="3000" u="none">
                <a:solidFill>
                  <a:srgbClr val="2B10F0"/>
                </a:solidFill>
                <a:latin typeface="Times"/>
                <a:ea typeface="Times"/>
                <a:cs typeface="Times"/>
                <a:sym typeface="Times"/>
              </a:rPr>
              <a:t>xtawxnattxadakc</a:t>
            </a:r>
            <a:r>
              <a:rPr b="0" i="0" lang="en-US" sz="3000" u="none">
                <a:solidFill>
                  <a:srgbClr val="FF0000"/>
                </a:solidFill>
                <a:latin typeface="Times"/>
                <a:ea typeface="Times"/>
                <a:cs typeface="Times"/>
                <a:sym typeface="Times"/>
              </a:rPr>
              <a:t> </a:t>
            </a:r>
            <a:endParaRPr/>
          </a:p>
          <a:p>
            <a:pPr indent="-342900" lvl="0" marL="342900" marR="0" rtl="0" algn="l">
              <a:lnSpc>
                <a:spcPct val="90000"/>
              </a:lnSpc>
              <a:spcBef>
                <a:spcPts val="600"/>
              </a:spcBef>
              <a:spcAft>
                <a:spcPts val="0"/>
              </a:spcAft>
              <a:buClr>
                <a:schemeClr val="dk2"/>
              </a:buClr>
              <a:buSzPts val="2100"/>
              <a:buFont typeface="Noto Sans Symbols"/>
              <a:buChar char="●"/>
            </a:pPr>
            <a:r>
              <a:rPr b="0" i="0" lang="en-US" sz="3000" u="sng">
                <a:solidFill>
                  <a:schemeClr val="dk1"/>
                </a:solidFill>
                <a:latin typeface="Comic Sans MS"/>
                <a:ea typeface="Comic Sans MS"/>
                <a:cs typeface="Comic Sans MS"/>
                <a:sym typeface="Comic Sans MS"/>
              </a:rPr>
              <a:t>Key: </a:t>
            </a:r>
            <a:r>
              <a:rPr b="0" i="0" lang="en-US" sz="3000" u="sng">
                <a:solidFill>
                  <a:srgbClr val="FF0000"/>
                </a:solidFill>
                <a:latin typeface="Comic Sans MS"/>
                <a:ea typeface="Comic Sans MS"/>
                <a:cs typeface="Comic Sans MS"/>
                <a:sym typeface="Comic Sans MS"/>
              </a:rPr>
              <a:t>matrix size</a:t>
            </a:r>
            <a:r>
              <a:rPr b="0" i="0" lang="en-US" sz="3000" u="sng">
                <a:solidFill>
                  <a:schemeClr val="dk1"/>
                </a:solidFill>
                <a:latin typeface="Comic Sans MS"/>
                <a:ea typeface="Comic Sans MS"/>
                <a:cs typeface="Comic Sans MS"/>
                <a:sym typeface="Comic Sans MS"/>
              </a:rPr>
              <a:t> and </a:t>
            </a:r>
            <a:r>
              <a:rPr b="0" i="0" lang="en-US" sz="3000" u="sng">
                <a:solidFill>
                  <a:srgbClr val="FF0000"/>
                </a:solidFill>
                <a:latin typeface="Comic Sans MS"/>
                <a:ea typeface="Comic Sans MS"/>
                <a:cs typeface="Comic Sans MS"/>
                <a:sym typeface="Comic Sans MS"/>
              </a:rPr>
              <a:t>permutations</a:t>
            </a:r>
            <a:r>
              <a:rPr b="0" i="0" lang="en-US" sz="3000" u="none">
                <a:solidFill>
                  <a:schemeClr val="dk1"/>
                </a:solidFill>
                <a:latin typeface="Comic Sans MS"/>
                <a:ea typeface="Comic Sans MS"/>
                <a:cs typeface="Comic Sans MS"/>
                <a:sym typeface="Comic Sans MS"/>
              </a:rPr>
              <a:t> (3,5,1,4,2) and (1,3,2)</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5">
                                            <p:txEl>
                                              <p:pRg end="0" st="0"/>
                                            </p:txEl>
                                          </p:spTgt>
                                        </p:tgtEl>
                                        <p:attrNameLst>
                                          <p:attrName>style.visibility</p:attrName>
                                        </p:attrNameLst>
                                      </p:cBhvr>
                                      <p:to>
                                        <p:strVal val="visible"/>
                                      </p:to>
                                    </p:set>
                                    <p:animEffect filter="fade" transition="in">
                                      <p:cBhvr>
                                        <p:cTn dur="500"/>
                                        <p:tgtEl>
                                          <p:spTgt spid="42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2"/>
                                        </p:tgtEl>
                                        <p:attrNameLst>
                                          <p:attrName>style.visibility</p:attrName>
                                        </p:attrNameLst>
                                      </p:cBhvr>
                                      <p:to>
                                        <p:strVal val="visible"/>
                                      </p:to>
                                    </p:set>
                                    <p:animEffect filter="fade" transition="in">
                                      <p:cBhvr>
                                        <p:cTn dur="500"/>
                                        <p:tgtEl>
                                          <p:spTgt spid="432"/>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4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3">
                                            <p:txEl>
                                              <p:pRg end="0" st="0"/>
                                            </p:txEl>
                                          </p:spTgt>
                                        </p:tgtEl>
                                        <p:attrNameLst>
                                          <p:attrName>style.visibility</p:attrName>
                                        </p:attrNameLst>
                                      </p:cBhvr>
                                      <p:to>
                                        <p:strVal val="visible"/>
                                      </p:to>
                                    </p:set>
                                    <p:animEffect filter="fade" transition="in">
                                      <p:cBhvr>
                                        <p:cTn dur="500"/>
                                        <p:tgtEl>
                                          <p:spTgt spid="43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3">
                                            <p:txEl>
                                              <p:pRg end="1" st="1"/>
                                            </p:txEl>
                                          </p:spTgt>
                                        </p:tgtEl>
                                        <p:attrNameLst>
                                          <p:attrName>style.visibility</p:attrName>
                                        </p:attrNameLst>
                                      </p:cBhvr>
                                      <p:to>
                                        <p:strVal val="visible"/>
                                      </p:to>
                                    </p:set>
                                    <p:animEffect filter="fade" transition="in">
                                      <p:cBhvr>
                                        <p:cTn dur="500"/>
                                        <p:tgtEl>
                                          <p:spTgt spid="433">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21"/>
          <p:cNvSpPr txBox="1"/>
          <p:nvPr>
            <p:ph type="title"/>
          </p:nvPr>
        </p:nvSpPr>
        <p:spPr>
          <a:xfrm>
            <a:off x="785812" y="333375"/>
            <a:ext cx="7143750" cy="1023937"/>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300"/>
              <a:buFont typeface="Calibri"/>
              <a:buNone/>
            </a:pPr>
            <a:r>
              <a:rPr b="0" i="0" lang="en-US" sz="3300" u="none">
                <a:solidFill>
                  <a:schemeClr val="lt1"/>
                </a:solidFill>
                <a:latin typeface="Calibri"/>
                <a:ea typeface="Calibri"/>
                <a:cs typeface="Calibri"/>
                <a:sym typeface="Calibri"/>
              </a:rPr>
              <a:t>One-time Pad Encryption</a:t>
            </a:r>
            <a:endParaRPr/>
          </a:p>
        </p:txBody>
      </p:sp>
      <p:graphicFrame>
        <p:nvGraphicFramePr>
          <p:cNvPr id="439" name="Google Shape;439;p21"/>
          <p:cNvGraphicFramePr/>
          <p:nvPr/>
        </p:nvGraphicFramePr>
        <p:xfrm>
          <a:off x="1187450" y="3141662"/>
          <a:ext cx="3000000" cy="3000000"/>
        </p:xfrm>
        <a:graphic>
          <a:graphicData uri="http://schemas.openxmlformats.org/drawingml/2006/table">
            <a:tbl>
              <a:tblPr>
                <a:noFill/>
                <a:tableStyleId>{9C8D57EF-903D-4D1E-BFAB-AFA734AC7F87}</a:tableStyleId>
              </a:tblPr>
              <a:tblGrid>
                <a:gridCol w="668325"/>
                <a:gridCol w="666750"/>
                <a:gridCol w="668325"/>
                <a:gridCol w="668325"/>
                <a:gridCol w="666750"/>
                <a:gridCol w="668325"/>
                <a:gridCol w="666750"/>
                <a:gridCol w="668325"/>
                <a:gridCol w="668325"/>
                <a:gridCol w="666750"/>
                <a:gridCol w="668325"/>
              </a:tblGrid>
              <a:tr h="488950">
                <a:tc rowSpan="2">
                  <a:txBody>
                    <a:bodyPr/>
                    <a:lstStyle/>
                    <a:p>
                      <a:pPr indent="0" lvl="0" marL="0" marR="0" rtl="0" algn="l">
                        <a:lnSpc>
                          <a:spcPct val="100000"/>
                        </a:lnSpc>
                        <a:spcBef>
                          <a:spcPts val="0"/>
                        </a:spcBef>
                        <a:spcAft>
                          <a:spcPts val="0"/>
                        </a:spcAft>
                        <a:buClr>
                          <a:srgbClr val="FF0000"/>
                        </a:buClr>
                        <a:buSzPts val="2600"/>
                        <a:buFont typeface="Comic Sans MS"/>
                        <a:buNone/>
                      </a:pPr>
                      <a:r>
                        <a:rPr b="0" i="0" lang="en-US" sz="2600" u="none" cap="none" strike="noStrike">
                          <a:solidFill>
                            <a:srgbClr val="FF0000"/>
                          </a:solidFill>
                          <a:latin typeface="Comic Sans MS"/>
                          <a:ea typeface="Comic Sans MS"/>
                          <a:cs typeface="Comic Sans MS"/>
                          <a:sym typeface="Comic Sans MS"/>
                        </a:rPr>
                        <a:t>P</a:t>
                      </a:r>
                      <a:endParaRPr/>
                    </a:p>
                  </a:txBody>
                  <a:tcPr marT="46800" marB="46800" marR="90000" marL="90000" anchor="ctr">
                    <a:lnB cap="flat" cmpd="sng" w="28575">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FF0000"/>
                        </a:buClr>
                        <a:buSzPts val="2200"/>
                        <a:buFont typeface="Comic Sans MS"/>
                        <a:buNone/>
                      </a:pPr>
                      <a:r>
                        <a:rPr b="0" i="0" lang="en-US" sz="2200" u="none" cap="none" strike="noStrike">
                          <a:solidFill>
                            <a:srgbClr val="FF0000"/>
                          </a:solidFill>
                          <a:latin typeface="Comic Sans MS"/>
                          <a:ea typeface="Comic Sans MS"/>
                          <a:cs typeface="Comic Sans MS"/>
                          <a:sym typeface="Comic Sans MS"/>
                        </a:rPr>
                        <a:t>h</a:t>
                      </a:r>
                      <a:endParaRPr/>
                    </a:p>
                  </a:txBody>
                  <a:tcPr marT="46800" marB="46800" marR="90000" marL="90000" anchor="ctr">
                    <a:lnB cap="flat" cmpd="sng" w="12700">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FF0000"/>
                        </a:buClr>
                        <a:buSzPts val="2200"/>
                        <a:buFont typeface="Comic Sans MS"/>
                        <a:buNone/>
                      </a:pPr>
                      <a:r>
                        <a:rPr b="0" i="0" lang="en-US" sz="2200" u="none" cap="none" strike="noStrike">
                          <a:solidFill>
                            <a:srgbClr val="FF0000"/>
                          </a:solidFill>
                          <a:latin typeface="Comic Sans MS"/>
                          <a:ea typeface="Comic Sans MS"/>
                          <a:cs typeface="Comic Sans MS"/>
                          <a:sym typeface="Comic Sans MS"/>
                        </a:rPr>
                        <a:t>e</a:t>
                      </a:r>
                      <a:endParaRPr/>
                    </a:p>
                  </a:txBody>
                  <a:tcPr marT="46800" marB="46800" marR="90000" marL="90000" anchor="ctr">
                    <a:lnB cap="flat" cmpd="sng" w="12700">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FF0000"/>
                        </a:buClr>
                        <a:buSzPts val="2200"/>
                        <a:buFont typeface="Comic Sans MS"/>
                        <a:buNone/>
                      </a:pPr>
                      <a:r>
                        <a:rPr b="0" i="0" lang="en-US" sz="2200" u="none" cap="none" strike="noStrike">
                          <a:solidFill>
                            <a:srgbClr val="FF0000"/>
                          </a:solidFill>
                          <a:latin typeface="Comic Sans MS"/>
                          <a:ea typeface="Comic Sans MS"/>
                          <a:cs typeface="Comic Sans MS"/>
                          <a:sym typeface="Comic Sans MS"/>
                        </a:rPr>
                        <a:t>i</a:t>
                      </a:r>
                      <a:endParaRPr/>
                    </a:p>
                  </a:txBody>
                  <a:tcPr marT="46800" marB="46800" marR="90000" marL="90000" anchor="ctr">
                    <a:lnB cap="flat" cmpd="sng" w="12700">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FF0000"/>
                        </a:buClr>
                        <a:buSzPts val="2200"/>
                        <a:buFont typeface="Comic Sans MS"/>
                        <a:buNone/>
                      </a:pPr>
                      <a:r>
                        <a:rPr b="0" i="0" lang="en-US" sz="2200" u="none" cap="none" strike="noStrike">
                          <a:solidFill>
                            <a:srgbClr val="FF0000"/>
                          </a:solidFill>
                          <a:latin typeface="Comic Sans MS"/>
                          <a:ea typeface="Comic Sans MS"/>
                          <a:cs typeface="Comic Sans MS"/>
                          <a:sym typeface="Comic Sans MS"/>
                        </a:rPr>
                        <a:t>l</a:t>
                      </a:r>
                      <a:endParaRPr/>
                    </a:p>
                  </a:txBody>
                  <a:tcPr marT="46800" marB="46800" marR="90000" marL="90000" anchor="ctr">
                    <a:lnB cap="flat" cmpd="sng" w="12700">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FF0000"/>
                        </a:buClr>
                        <a:buSzPts val="2200"/>
                        <a:buFont typeface="Comic Sans MS"/>
                        <a:buNone/>
                      </a:pPr>
                      <a:r>
                        <a:rPr b="0" i="0" lang="en-US" sz="2200" u="none" cap="none" strike="noStrike">
                          <a:solidFill>
                            <a:srgbClr val="FF0000"/>
                          </a:solidFill>
                          <a:latin typeface="Comic Sans MS"/>
                          <a:ea typeface="Comic Sans MS"/>
                          <a:cs typeface="Comic Sans MS"/>
                          <a:sym typeface="Comic Sans MS"/>
                        </a:rPr>
                        <a:t>h</a:t>
                      </a:r>
                      <a:endParaRPr/>
                    </a:p>
                  </a:txBody>
                  <a:tcPr marT="46800" marB="46800" marR="90000" marL="90000" anchor="ctr">
                    <a:lnB cap="flat" cmpd="sng" w="12700">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FF0000"/>
                        </a:buClr>
                        <a:buSzPts val="2200"/>
                        <a:buFont typeface="Comic Sans MS"/>
                        <a:buNone/>
                      </a:pPr>
                      <a:r>
                        <a:rPr b="0" i="0" lang="en-US" sz="2200" u="none" cap="none" strike="noStrike">
                          <a:solidFill>
                            <a:srgbClr val="FF0000"/>
                          </a:solidFill>
                          <a:latin typeface="Comic Sans MS"/>
                          <a:ea typeface="Comic Sans MS"/>
                          <a:cs typeface="Comic Sans MS"/>
                          <a:sym typeface="Comic Sans MS"/>
                        </a:rPr>
                        <a:t>i</a:t>
                      </a:r>
                      <a:endParaRPr/>
                    </a:p>
                  </a:txBody>
                  <a:tcPr marT="46800" marB="46800" marR="90000" marL="90000" anchor="ctr">
                    <a:lnB cap="flat" cmpd="sng" w="12700">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FF0000"/>
                        </a:buClr>
                        <a:buSzPts val="2200"/>
                        <a:buFont typeface="Comic Sans MS"/>
                        <a:buNone/>
                      </a:pPr>
                      <a:r>
                        <a:rPr b="0" i="0" lang="en-US" sz="2200" u="none" cap="none" strike="noStrike">
                          <a:solidFill>
                            <a:srgbClr val="FF0000"/>
                          </a:solidFill>
                          <a:latin typeface="Comic Sans MS"/>
                          <a:ea typeface="Comic Sans MS"/>
                          <a:cs typeface="Comic Sans MS"/>
                          <a:sym typeface="Comic Sans MS"/>
                        </a:rPr>
                        <a:t>t</a:t>
                      </a:r>
                      <a:endParaRPr/>
                    </a:p>
                  </a:txBody>
                  <a:tcPr marT="46800" marB="46800" marR="90000" marL="90000" anchor="ctr">
                    <a:lnB cap="flat" cmpd="sng" w="12700">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FF0000"/>
                        </a:buClr>
                        <a:buSzPts val="2200"/>
                        <a:buFont typeface="Comic Sans MS"/>
                        <a:buNone/>
                      </a:pPr>
                      <a:r>
                        <a:rPr b="0" i="0" lang="en-US" sz="2200" u="none" cap="none" strike="noStrike">
                          <a:solidFill>
                            <a:srgbClr val="FF0000"/>
                          </a:solidFill>
                          <a:latin typeface="Comic Sans MS"/>
                          <a:ea typeface="Comic Sans MS"/>
                          <a:cs typeface="Comic Sans MS"/>
                          <a:sym typeface="Comic Sans MS"/>
                        </a:rPr>
                        <a:t>l</a:t>
                      </a:r>
                      <a:endParaRPr/>
                    </a:p>
                  </a:txBody>
                  <a:tcPr marT="46800" marB="46800" marR="90000" marL="90000" anchor="ctr">
                    <a:lnB cap="flat" cmpd="sng" w="12700">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FF0000"/>
                        </a:buClr>
                        <a:buSzPts val="2200"/>
                        <a:buFont typeface="Comic Sans MS"/>
                        <a:buNone/>
                      </a:pPr>
                      <a:r>
                        <a:rPr b="0" i="0" lang="en-US" sz="2200" u="none" cap="none" strike="noStrike">
                          <a:solidFill>
                            <a:srgbClr val="FF0000"/>
                          </a:solidFill>
                          <a:latin typeface="Comic Sans MS"/>
                          <a:ea typeface="Comic Sans MS"/>
                          <a:cs typeface="Comic Sans MS"/>
                          <a:sym typeface="Comic Sans MS"/>
                        </a:rPr>
                        <a:t>e</a:t>
                      </a:r>
                      <a:endParaRPr/>
                    </a:p>
                  </a:txBody>
                  <a:tcPr marT="46800" marB="46800" marR="90000" marL="90000" anchor="ctr">
                    <a:lnB cap="flat" cmpd="sng" w="12700">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FF0000"/>
                        </a:buClr>
                        <a:buSzPts val="2200"/>
                        <a:buFont typeface="Comic Sans MS"/>
                        <a:buNone/>
                      </a:pPr>
                      <a:r>
                        <a:rPr b="0" i="0" lang="en-US" sz="2200" u="none" cap="none" strike="noStrike">
                          <a:solidFill>
                            <a:srgbClr val="FF0000"/>
                          </a:solidFill>
                          <a:latin typeface="Comic Sans MS"/>
                          <a:ea typeface="Comic Sans MS"/>
                          <a:cs typeface="Comic Sans MS"/>
                          <a:sym typeface="Comic Sans MS"/>
                        </a:rPr>
                        <a:t>r</a:t>
                      </a:r>
                      <a:endParaRPr/>
                    </a:p>
                  </a:txBody>
                  <a:tcPr marT="46800" marB="46800" marR="90000" marL="90000" anchor="ctr">
                    <a:lnB cap="flat" cmpd="sng" w="12700">
                      <a:solidFill>
                        <a:schemeClr val="dk1"/>
                      </a:solidFill>
                      <a:prstDash val="solid"/>
                      <a:round/>
                      <a:headEnd len="sm" w="sm" type="none"/>
                      <a:tailEnd len="sm" w="sm" type="none"/>
                    </a:lnB>
                    <a:noFill/>
                  </a:tcPr>
                </a:tc>
              </a:tr>
              <a:tr h="519100">
                <a:tc vMerge="1"/>
                <a:tc>
                  <a:txBody>
                    <a:bodyPr/>
                    <a:lstStyle/>
                    <a:p>
                      <a:pPr indent="0" lvl="0" marL="0" marR="0" rtl="0" algn="l">
                        <a:lnSpc>
                          <a:spcPct val="100000"/>
                        </a:lnSpc>
                        <a:spcBef>
                          <a:spcPts val="0"/>
                        </a:spcBef>
                        <a:spcAft>
                          <a:spcPts val="0"/>
                        </a:spcAft>
                        <a:buClr>
                          <a:srgbClr val="FF0000"/>
                        </a:buClr>
                        <a:buSzPts val="1700"/>
                        <a:buFont typeface="Comic Sans MS"/>
                        <a:buNone/>
                      </a:pPr>
                      <a:r>
                        <a:rPr b="0" i="0" lang="en-US" sz="1700" u="none" cap="none" strike="noStrike">
                          <a:solidFill>
                            <a:srgbClr val="FF0000"/>
                          </a:solidFill>
                          <a:latin typeface="Comic Sans MS"/>
                          <a:ea typeface="Comic Sans MS"/>
                          <a:cs typeface="Comic Sans MS"/>
                          <a:sym typeface="Comic Sans MS"/>
                        </a:rPr>
                        <a:t>001</a:t>
                      </a:r>
                      <a:endParaRPr/>
                    </a:p>
                  </a:txBody>
                  <a:tcPr marT="46800" marB="46800" marR="90000" marL="90000" anchor="ct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FF0000"/>
                        </a:buClr>
                        <a:buSzPts val="1700"/>
                        <a:buFont typeface="Comic Sans MS"/>
                        <a:buNone/>
                      </a:pPr>
                      <a:r>
                        <a:rPr b="0" i="0" lang="en-US" sz="1700" u="none" cap="none" strike="noStrike">
                          <a:solidFill>
                            <a:srgbClr val="FF0000"/>
                          </a:solidFill>
                          <a:latin typeface="Comic Sans MS"/>
                          <a:ea typeface="Comic Sans MS"/>
                          <a:cs typeface="Comic Sans MS"/>
                          <a:sym typeface="Comic Sans MS"/>
                        </a:rPr>
                        <a:t>000</a:t>
                      </a:r>
                      <a:endParaRPr/>
                    </a:p>
                  </a:txBody>
                  <a:tcPr marT="46800" marB="46800" marR="90000" marL="90000" anchor="ct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FF0000"/>
                        </a:buClr>
                        <a:buSzPts val="1700"/>
                        <a:buFont typeface="Comic Sans MS"/>
                        <a:buNone/>
                      </a:pPr>
                      <a:r>
                        <a:rPr b="0" i="0" lang="en-US" sz="1700" u="none" cap="none" strike="noStrike">
                          <a:solidFill>
                            <a:srgbClr val="FF0000"/>
                          </a:solidFill>
                          <a:latin typeface="Comic Sans MS"/>
                          <a:ea typeface="Comic Sans MS"/>
                          <a:cs typeface="Comic Sans MS"/>
                          <a:sym typeface="Comic Sans MS"/>
                        </a:rPr>
                        <a:t>010</a:t>
                      </a:r>
                      <a:endParaRPr/>
                    </a:p>
                  </a:txBody>
                  <a:tcPr marT="46800" marB="46800" marR="90000" marL="90000" anchor="ct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FF0000"/>
                        </a:buClr>
                        <a:buSzPts val="1700"/>
                        <a:buFont typeface="Comic Sans MS"/>
                        <a:buNone/>
                      </a:pPr>
                      <a:r>
                        <a:rPr b="0" i="0" lang="en-US" sz="1700" u="none" cap="none" strike="noStrike">
                          <a:solidFill>
                            <a:srgbClr val="FF0000"/>
                          </a:solidFill>
                          <a:latin typeface="Comic Sans MS"/>
                          <a:ea typeface="Comic Sans MS"/>
                          <a:cs typeface="Comic Sans MS"/>
                          <a:sym typeface="Comic Sans MS"/>
                        </a:rPr>
                        <a:t>100</a:t>
                      </a:r>
                      <a:endParaRPr/>
                    </a:p>
                  </a:txBody>
                  <a:tcPr marT="46800" marB="46800" marR="90000" marL="90000" anchor="ct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FF0000"/>
                        </a:buClr>
                        <a:buSzPts val="1700"/>
                        <a:buFont typeface="Comic Sans MS"/>
                        <a:buNone/>
                      </a:pPr>
                      <a:r>
                        <a:rPr b="0" i="0" lang="en-US" sz="1700" u="none" cap="none" strike="noStrike">
                          <a:solidFill>
                            <a:srgbClr val="FF0000"/>
                          </a:solidFill>
                          <a:latin typeface="Comic Sans MS"/>
                          <a:ea typeface="Comic Sans MS"/>
                          <a:cs typeface="Comic Sans MS"/>
                          <a:sym typeface="Comic Sans MS"/>
                        </a:rPr>
                        <a:t>001</a:t>
                      </a:r>
                      <a:endParaRPr/>
                    </a:p>
                  </a:txBody>
                  <a:tcPr marT="46800" marB="46800" marR="90000" marL="90000" anchor="ct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FF0000"/>
                        </a:buClr>
                        <a:buSzPts val="1700"/>
                        <a:buFont typeface="Comic Sans MS"/>
                        <a:buNone/>
                      </a:pPr>
                      <a:r>
                        <a:rPr b="0" i="0" lang="en-US" sz="1700" u="none" cap="none" strike="noStrike">
                          <a:solidFill>
                            <a:srgbClr val="FF0000"/>
                          </a:solidFill>
                          <a:latin typeface="Comic Sans MS"/>
                          <a:ea typeface="Comic Sans MS"/>
                          <a:cs typeface="Comic Sans MS"/>
                          <a:sym typeface="Comic Sans MS"/>
                        </a:rPr>
                        <a:t>010</a:t>
                      </a:r>
                      <a:endParaRPr/>
                    </a:p>
                  </a:txBody>
                  <a:tcPr marT="46800" marB="46800" marR="90000" marL="90000" anchor="ct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FF0000"/>
                        </a:buClr>
                        <a:buSzPts val="1700"/>
                        <a:buFont typeface="Comic Sans MS"/>
                        <a:buNone/>
                      </a:pPr>
                      <a:r>
                        <a:rPr b="0" i="0" lang="en-US" sz="1700" u="none" cap="none" strike="noStrike">
                          <a:solidFill>
                            <a:srgbClr val="FF0000"/>
                          </a:solidFill>
                          <a:latin typeface="Comic Sans MS"/>
                          <a:ea typeface="Comic Sans MS"/>
                          <a:cs typeface="Comic Sans MS"/>
                          <a:sym typeface="Comic Sans MS"/>
                        </a:rPr>
                        <a:t>111</a:t>
                      </a:r>
                      <a:endParaRPr/>
                    </a:p>
                  </a:txBody>
                  <a:tcPr marT="46800" marB="46800" marR="90000" marL="90000" anchor="ct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FF0000"/>
                        </a:buClr>
                        <a:buSzPts val="1700"/>
                        <a:buFont typeface="Comic Sans MS"/>
                        <a:buNone/>
                      </a:pPr>
                      <a:r>
                        <a:rPr b="0" i="0" lang="en-US" sz="1700" u="none" cap="none" strike="noStrike">
                          <a:solidFill>
                            <a:srgbClr val="FF0000"/>
                          </a:solidFill>
                          <a:latin typeface="Comic Sans MS"/>
                          <a:ea typeface="Comic Sans MS"/>
                          <a:cs typeface="Comic Sans MS"/>
                          <a:sym typeface="Comic Sans MS"/>
                        </a:rPr>
                        <a:t>100</a:t>
                      </a:r>
                      <a:endParaRPr/>
                    </a:p>
                  </a:txBody>
                  <a:tcPr marT="46800" marB="46800" marR="90000" marL="90000" anchor="ct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FF0000"/>
                        </a:buClr>
                        <a:buSzPts val="1700"/>
                        <a:buFont typeface="Comic Sans MS"/>
                        <a:buNone/>
                      </a:pPr>
                      <a:r>
                        <a:rPr b="0" i="0" lang="en-US" sz="1700" u="none" cap="none" strike="noStrike">
                          <a:solidFill>
                            <a:srgbClr val="FF0000"/>
                          </a:solidFill>
                          <a:latin typeface="Comic Sans MS"/>
                          <a:ea typeface="Comic Sans MS"/>
                          <a:cs typeface="Comic Sans MS"/>
                          <a:sym typeface="Comic Sans MS"/>
                        </a:rPr>
                        <a:t>000</a:t>
                      </a:r>
                      <a:endParaRPr/>
                    </a:p>
                  </a:txBody>
                  <a:tcPr marT="46800" marB="46800" marR="90000" marL="90000" anchor="ct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FF0000"/>
                        </a:buClr>
                        <a:buSzPts val="1700"/>
                        <a:buFont typeface="Comic Sans MS"/>
                        <a:buNone/>
                      </a:pPr>
                      <a:r>
                        <a:rPr b="0" i="0" lang="en-US" sz="1700" u="none" cap="none" strike="noStrike">
                          <a:solidFill>
                            <a:srgbClr val="FF0000"/>
                          </a:solidFill>
                          <a:latin typeface="Comic Sans MS"/>
                          <a:ea typeface="Comic Sans MS"/>
                          <a:cs typeface="Comic Sans MS"/>
                          <a:sym typeface="Comic Sans MS"/>
                        </a:rPr>
                        <a:t>101</a:t>
                      </a:r>
                      <a:endParaRPr/>
                    </a:p>
                  </a:txBody>
                  <a:tcPr marT="46800" marB="46800" marR="90000" marL="90000" anchor="ct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r>
              <a:tr h="574675">
                <a:tc>
                  <a:txBody>
                    <a:bodyPr/>
                    <a:lstStyle/>
                    <a:p>
                      <a:pPr indent="0" lvl="0" marL="0" marR="0" rtl="0" algn="l">
                        <a:lnSpc>
                          <a:spcPct val="100000"/>
                        </a:lnSpc>
                        <a:spcBef>
                          <a:spcPts val="0"/>
                        </a:spcBef>
                        <a:spcAft>
                          <a:spcPts val="0"/>
                        </a:spcAft>
                        <a:buClr>
                          <a:schemeClr val="dk1"/>
                        </a:buClr>
                        <a:buSzPts val="2200"/>
                        <a:buFont typeface="Comic Sans MS"/>
                        <a:buNone/>
                      </a:pPr>
                      <a:r>
                        <a:rPr b="0" i="0" lang="en-US" sz="2200" u="none" cap="none" strike="noStrike">
                          <a:solidFill>
                            <a:schemeClr val="dk1"/>
                          </a:solidFill>
                          <a:latin typeface="Comic Sans MS"/>
                          <a:ea typeface="Comic Sans MS"/>
                          <a:cs typeface="Comic Sans MS"/>
                          <a:sym typeface="Comic Sans MS"/>
                        </a:rPr>
                        <a:t>K</a:t>
                      </a:r>
                      <a:endParaRPr/>
                    </a:p>
                  </a:txBody>
                  <a:tcPr marT="46800" marB="46800" marR="90000" marL="90000" anchor="ct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chemeClr val="dk1"/>
                        </a:buClr>
                        <a:buSzPts val="1700"/>
                        <a:buFont typeface="Comic Sans MS"/>
                        <a:buNone/>
                      </a:pPr>
                      <a:r>
                        <a:rPr b="1" i="0" lang="en-US" sz="1700" u="none" cap="none" strike="noStrike">
                          <a:solidFill>
                            <a:schemeClr val="dk1"/>
                          </a:solidFill>
                          <a:latin typeface="Comic Sans MS"/>
                          <a:ea typeface="Comic Sans MS"/>
                          <a:cs typeface="Comic Sans MS"/>
                          <a:sym typeface="Comic Sans MS"/>
                        </a:rPr>
                        <a:t>111</a:t>
                      </a:r>
                      <a:endParaRPr/>
                    </a:p>
                  </a:txBody>
                  <a:tcPr marT="46800" marB="46800" marR="90000" marL="90000" anchor="ct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chemeClr val="dk1"/>
                        </a:buClr>
                        <a:buSzPts val="1700"/>
                        <a:buFont typeface="Comic Sans MS"/>
                        <a:buNone/>
                      </a:pPr>
                      <a:r>
                        <a:rPr b="1" i="0" lang="en-US" sz="1700" u="none" cap="none" strike="noStrike">
                          <a:solidFill>
                            <a:schemeClr val="dk1"/>
                          </a:solidFill>
                          <a:latin typeface="Comic Sans MS"/>
                          <a:ea typeface="Comic Sans MS"/>
                          <a:cs typeface="Comic Sans MS"/>
                          <a:sym typeface="Comic Sans MS"/>
                        </a:rPr>
                        <a:t>101</a:t>
                      </a:r>
                      <a:endParaRPr/>
                    </a:p>
                  </a:txBody>
                  <a:tcPr marT="46800" marB="46800" marR="90000" marL="90000" anchor="ct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chemeClr val="dk1"/>
                        </a:buClr>
                        <a:buSzPts val="1700"/>
                        <a:buFont typeface="Comic Sans MS"/>
                        <a:buNone/>
                      </a:pPr>
                      <a:r>
                        <a:rPr b="1" i="0" lang="en-US" sz="1700" u="none" cap="none" strike="noStrike">
                          <a:solidFill>
                            <a:schemeClr val="dk1"/>
                          </a:solidFill>
                          <a:latin typeface="Comic Sans MS"/>
                          <a:ea typeface="Comic Sans MS"/>
                          <a:cs typeface="Comic Sans MS"/>
                          <a:sym typeface="Comic Sans MS"/>
                        </a:rPr>
                        <a:t>110</a:t>
                      </a:r>
                      <a:endParaRPr/>
                    </a:p>
                  </a:txBody>
                  <a:tcPr marT="46800" marB="46800" marR="90000" marL="90000" anchor="ct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chemeClr val="dk1"/>
                        </a:buClr>
                        <a:buSzPts val="1700"/>
                        <a:buFont typeface="Comic Sans MS"/>
                        <a:buNone/>
                      </a:pPr>
                      <a:r>
                        <a:rPr b="1" i="0" lang="en-US" sz="1700" u="none" cap="none" strike="noStrike">
                          <a:solidFill>
                            <a:schemeClr val="dk1"/>
                          </a:solidFill>
                          <a:latin typeface="Comic Sans MS"/>
                          <a:ea typeface="Comic Sans MS"/>
                          <a:cs typeface="Comic Sans MS"/>
                          <a:sym typeface="Comic Sans MS"/>
                        </a:rPr>
                        <a:t>101</a:t>
                      </a:r>
                      <a:endParaRPr/>
                    </a:p>
                  </a:txBody>
                  <a:tcPr marT="46800" marB="46800" marR="90000" marL="90000" anchor="ct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chemeClr val="dk1"/>
                        </a:buClr>
                        <a:buSzPts val="1700"/>
                        <a:buFont typeface="Comic Sans MS"/>
                        <a:buNone/>
                      </a:pPr>
                      <a:r>
                        <a:rPr b="1" i="0" lang="en-US" sz="1700" u="none" cap="none" strike="noStrike">
                          <a:solidFill>
                            <a:schemeClr val="dk1"/>
                          </a:solidFill>
                          <a:latin typeface="Comic Sans MS"/>
                          <a:ea typeface="Comic Sans MS"/>
                          <a:cs typeface="Comic Sans MS"/>
                          <a:sym typeface="Comic Sans MS"/>
                        </a:rPr>
                        <a:t>111</a:t>
                      </a:r>
                      <a:endParaRPr/>
                    </a:p>
                  </a:txBody>
                  <a:tcPr marT="46800" marB="46800" marR="90000" marL="90000" anchor="ct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chemeClr val="dk1"/>
                        </a:buClr>
                        <a:buSzPts val="1700"/>
                        <a:buFont typeface="Comic Sans MS"/>
                        <a:buNone/>
                      </a:pPr>
                      <a:r>
                        <a:rPr b="1" i="0" lang="en-US" sz="1700" u="none" cap="none" strike="noStrike">
                          <a:solidFill>
                            <a:schemeClr val="dk1"/>
                          </a:solidFill>
                          <a:latin typeface="Comic Sans MS"/>
                          <a:ea typeface="Comic Sans MS"/>
                          <a:cs typeface="Comic Sans MS"/>
                          <a:sym typeface="Comic Sans MS"/>
                        </a:rPr>
                        <a:t>100</a:t>
                      </a:r>
                      <a:endParaRPr/>
                    </a:p>
                  </a:txBody>
                  <a:tcPr marT="46800" marB="46800" marR="90000" marL="90000" anchor="ct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chemeClr val="dk1"/>
                        </a:buClr>
                        <a:buSzPts val="1700"/>
                        <a:buFont typeface="Comic Sans MS"/>
                        <a:buNone/>
                      </a:pPr>
                      <a:r>
                        <a:rPr b="1" i="0" lang="en-US" sz="1700" u="none" cap="none" strike="noStrike">
                          <a:solidFill>
                            <a:schemeClr val="dk1"/>
                          </a:solidFill>
                          <a:latin typeface="Comic Sans MS"/>
                          <a:ea typeface="Comic Sans MS"/>
                          <a:cs typeface="Comic Sans MS"/>
                          <a:sym typeface="Comic Sans MS"/>
                        </a:rPr>
                        <a:t>000</a:t>
                      </a:r>
                      <a:endParaRPr/>
                    </a:p>
                  </a:txBody>
                  <a:tcPr marT="46800" marB="46800" marR="90000" marL="90000" anchor="ct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chemeClr val="dk1"/>
                        </a:buClr>
                        <a:buSzPts val="1700"/>
                        <a:buFont typeface="Comic Sans MS"/>
                        <a:buNone/>
                      </a:pPr>
                      <a:r>
                        <a:rPr b="1" i="0" lang="en-US" sz="1700" u="none" cap="none" strike="noStrike">
                          <a:solidFill>
                            <a:schemeClr val="dk1"/>
                          </a:solidFill>
                          <a:latin typeface="Comic Sans MS"/>
                          <a:ea typeface="Comic Sans MS"/>
                          <a:cs typeface="Comic Sans MS"/>
                          <a:sym typeface="Comic Sans MS"/>
                        </a:rPr>
                        <a:t>101</a:t>
                      </a:r>
                      <a:endParaRPr/>
                    </a:p>
                  </a:txBody>
                  <a:tcPr marT="46800" marB="46800" marR="90000" marL="90000" anchor="ct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chemeClr val="dk1"/>
                        </a:buClr>
                        <a:buSzPts val="1700"/>
                        <a:buFont typeface="Comic Sans MS"/>
                        <a:buNone/>
                      </a:pPr>
                      <a:r>
                        <a:rPr b="1" i="0" lang="en-US" sz="1700" u="none" cap="none" strike="noStrike">
                          <a:solidFill>
                            <a:schemeClr val="dk1"/>
                          </a:solidFill>
                          <a:latin typeface="Comic Sans MS"/>
                          <a:ea typeface="Comic Sans MS"/>
                          <a:cs typeface="Comic Sans MS"/>
                          <a:sym typeface="Comic Sans MS"/>
                        </a:rPr>
                        <a:t>110</a:t>
                      </a:r>
                      <a:endParaRPr/>
                    </a:p>
                  </a:txBody>
                  <a:tcPr marT="46800" marB="46800" marR="90000" marL="90000" anchor="ct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chemeClr val="dk1"/>
                        </a:buClr>
                        <a:buSzPts val="1700"/>
                        <a:buFont typeface="Comic Sans MS"/>
                        <a:buNone/>
                      </a:pPr>
                      <a:r>
                        <a:rPr b="1" i="0" lang="en-US" sz="1700" u="none" cap="none" strike="noStrike">
                          <a:solidFill>
                            <a:schemeClr val="dk1"/>
                          </a:solidFill>
                          <a:latin typeface="Comic Sans MS"/>
                          <a:ea typeface="Comic Sans MS"/>
                          <a:cs typeface="Comic Sans MS"/>
                          <a:sym typeface="Comic Sans MS"/>
                        </a:rPr>
                        <a:t>000</a:t>
                      </a:r>
                      <a:endParaRPr/>
                    </a:p>
                  </a:txBody>
                  <a:tcPr marT="46800" marB="46800" marR="90000" marL="90000" anchor="ct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r>
              <a:tr h="504825">
                <a:tc rowSpan="2">
                  <a:txBody>
                    <a:bodyPr/>
                    <a:lstStyle/>
                    <a:p>
                      <a:pPr indent="0" lvl="0" marL="0" marR="0" rtl="0" algn="l">
                        <a:lnSpc>
                          <a:spcPct val="100000"/>
                        </a:lnSpc>
                        <a:spcBef>
                          <a:spcPts val="0"/>
                        </a:spcBef>
                        <a:spcAft>
                          <a:spcPts val="0"/>
                        </a:spcAft>
                        <a:buClr>
                          <a:srgbClr val="2B10F0"/>
                        </a:buClr>
                        <a:buSzPts val="2600"/>
                        <a:buFont typeface="Comic Sans MS"/>
                        <a:buNone/>
                      </a:pPr>
                      <a:r>
                        <a:rPr b="0" i="0" lang="en-US" sz="2600" u="none" cap="none" strike="noStrike">
                          <a:solidFill>
                            <a:srgbClr val="2B10F0"/>
                          </a:solidFill>
                          <a:latin typeface="Comic Sans MS"/>
                          <a:ea typeface="Comic Sans MS"/>
                          <a:cs typeface="Comic Sans MS"/>
                          <a:sym typeface="Comic Sans MS"/>
                        </a:rPr>
                        <a:t>C</a:t>
                      </a:r>
                      <a:endParaRPr/>
                    </a:p>
                  </a:txBody>
                  <a:tcPr marT="46800" marB="46800" marR="90000" marL="90000" anchor="ctr">
                    <a:lnT cap="flat" cmpd="sng" w="28575">
                      <a:solidFill>
                        <a:schemeClr val="dk1"/>
                      </a:solidFill>
                      <a:prstDash val="solid"/>
                      <a:round/>
                      <a:headEnd len="sm" w="sm" type="none"/>
                      <a:tailEnd len="sm" w="sm" type="none"/>
                    </a:lnT>
                    <a:noFill/>
                  </a:tcPr>
                </a:tc>
                <a:tc>
                  <a:txBody>
                    <a:bodyPr/>
                    <a:lstStyle/>
                    <a:p>
                      <a:pPr indent="0" lvl="0" marL="0" marR="0" rtl="0" algn="l">
                        <a:lnSpc>
                          <a:spcPct val="100000"/>
                        </a:lnSpc>
                        <a:spcBef>
                          <a:spcPts val="0"/>
                        </a:spcBef>
                        <a:spcAft>
                          <a:spcPts val="0"/>
                        </a:spcAft>
                        <a:buClr>
                          <a:srgbClr val="2B10F0"/>
                        </a:buClr>
                        <a:buSzPts val="1700"/>
                        <a:buFont typeface="Comic Sans MS"/>
                        <a:buNone/>
                      </a:pPr>
                      <a:r>
                        <a:rPr b="0" i="0" lang="en-US" sz="1700" u="none" cap="none" strike="noStrike">
                          <a:solidFill>
                            <a:srgbClr val="2B10F0"/>
                          </a:solidFill>
                          <a:latin typeface="Comic Sans MS"/>
                          <a:ea typeface="Comic Sans MS"/>
                          <a:cs typeface="Comic Sans MS"/>
                          <a:sym typeface="Comic Sans MS"/>
                        </a:rPr>
                        <a:t>110</a:t>
                      </a:r>
                      <a:endParaRPr/>
                    </a:p>
                  </a:txBody>
                  <a:tcPr marT="46800" marB="46800" marR="90000" marL="90000" anchor="ct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2B10F0"/>
                        </a:buClr>
                        <a:buSzPts val="1700"/>
                        <a:buFont typeface="Comic Sans MS"/>
                        <a:buNone/>
                      </a:pPr>
                      <a:r>
                        <a:rPr b="0" i="0" lang="en-US" sz="1700" u="none" cap="none" strike="noStrike">
                          <a:solidFill>
                            <a:srgbClr val="2B10F0"/>
                          </a:solidFill>
                          <a:latin typeface="Comic Sans MS"/>
                          <a:ea typeface="Comic Sans MS"/>
                          <a:cs typeface="Comic Sans MS"/>
                          <a:sym typeface="Comic Sans MS"/>
                        </a:rPr>
                        <a:t>101</a:t>
                      </a:r>
                      <a:endParaRPr/>
                    </a:p>
                  </a:txBody>
                  <a:tcPr marT="46800" marB="46800" marR="90000" marL="90000" anchor="ct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2B10F0"/>
                        </a:buClr>
                        <a:buSzPts val="1700"/>
                        <a:buFont typeface="Comic Sans MS"/>
                        <a:buNone/>
                      </a:pPr>
                      <a:r>
                        <a:rPr b="0" i="0" lang="en-US" sz="1700" u="none" cap="none" strike="noStrike">
                          <a:solidFill>
                            <a:srgbClr val="2B10F0"/>
                          </a:solidFill>
                          <a:latin typeface="Comic Sans MS"/>
                          <a:ea typeface="Comic Sans MS"/>
                          <a:cs typeface="Comic Sans MS"/>
                          <a:sym typeface="Comic Sans MS"/>
                        </a:rPr>
                        <a:t>100</a:t>
                      </a:r>
                      <a:endParaRPr/>
                    </a:p>
                  </a:txBody>
                  <a:tcPr marT="46800" marB="46800" marR="90000" marL="90000" anchor="ct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2B10F0"/>
                        </a:buClr>
                        <a:buSzPts val="1700"/>
                        <a:buFont typeface="Comic Sans MS"/>
                        <a:buNone/>
                      </a:pPr>
                      <a:r>
                        <a:rPr b="0" i="0" lang="en-US" sz="1700" u="none" cap="none" strike="noStrike">
                          <a:solidFill>
                            <a:srgbClr val="2B10F0"/>
                          </a:solidFill>
                          <a:latin typeface="Comic Sans MS"/>
                          <a:ea typeface="Comic Sans MS"/>
                          <a:cs typeface="Comic Sans MS"/>
                          <a:sym typeface="Comic Sans MS"/>
                        </a:rPr>
                        <a:t>001</a:t>
                      </a:r>
                      <a:endParaRPr/>
                    </a:p>
                  </a:txBody>
                  <a:tcPr marT="46800" marB="46800" marR="90000" marL="90000" anchor="ct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2B10F0"/>
                        </a:buClr>
                        <a:buSzPts val="1700"/>
                        <a:buFont typeface="Comic Sans MS"/>
                        <a:buNone/>
                      </a:pPr>
                      <a:r>
                        <a:rPr b="0" i="0" lang="en-US" sz="1700" u="none" cap="none" strike="noStrike">
                          <a:solidFill>
                            <a:srgbClr val="2B10F0"/>
                          </a:solidFill>
                          <a:latin typeface="Comic Sans MS"/>
                          <a:ea typeface="Comic Sans MS"/>
                          <a:cs typeface="Comic Sans MS"/>
                          <a:sym typeface="Comic Sans MS"/>
                        </a:rPr>
                        <a:t>110</a:t>
                      </a:r>
                      <a:endParaRPr/>
                    </a:p>
                  </a:txBody>
                  <a:tcPr marT="46800" marB="46800" marR="90000" marL="90000" anchor="ct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2B10F0"/>
                        </a:buClr>
                        <a:buSzPts val="1700"/>
                        <a:buFont typeface="Comic Sans MS"/>
                        <a:buNone/>
                      </a:pPr>
                      <a:r>
                        <a:rPr b="0" i="0" lang="en-US" sz="1700" u="none" cap="none" strike="noStrike">
                          <a:solidFill>
                            <a:srgbClr val="2B10F0"/>
                          </a:solidFill>
                          <a:latin typeface="Comic Sans MS"/>
                          <a:ea typeface="Comic Sans MS"/>
                          <a:cs typeface="Comic Sans MS"/>
                          <a:sym typeface="Comic Sans MS"/>
                        </a:rPr>
                        <a:t>110</a:t>
                      </a:r>
                      <a:endParaRPr/>
                    </a:p>
                  </a:txBody>
                  <a:tcPr marT="46800" marB="46800" marR="90000" marL="90000" anchor="ct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2B10F0"/>
                        </a:buClr>
                        <a:buSzPts val="1700"/>
                        <a:buFont typeface="Comic Sans MS"/>
                        <a:buNone/>
                      </a:pPr>
                      <a:r>
                        <a:rPr b="0" i="0" lang="en-US" sz="1700" u="none" cap="none" strike="noStrike">
                          <a:solidFill>
                            <a:srgbClr val="2B10F0"/>
                          </a:solidFill>
                          <a:latin typeface="Comic Sans MS"/>
                          <a:ea typeface="Comic Sans MS"/>
                          <a:cs typeface="Comic Sans MS"/>
                          <a:sym typeface="Comic Sans MS"/>
                        </a:rPr>
                        <a:t>111</a:t>
                      </a:r>
                      <a:endParaRPr/>
                    </a:p>
                  </a:txBody>
                  <a:tcPr marT="46800" marB="46800" marR="90000" marL="90000" anchor="ct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2B10F0"/>
                        </a:buClr>
                        <a:buSzPts val="1700"/>
                        <a:buFont typeface="Comic Sans MS"/>
                        <a:buNone/>
                      </a:pPr>
                      <a:r>
                        <a:rPr b="0" i="0" lang="en-US" sz="1700" u="none" cap="none" strike="noStrike">
                          <a:solidFill>
                            <a:srgbClr val="2B10F0"/>
                          </a:solidFill>
                          <a:latin typeface="Comic Sans MS"/>
                          <a:ea typeface="Comic Sans MS"/>
                          <a:cs typeface="Comic Sans MS"/>
                          <a:sym typeface="Comic Sans MS"/>
                        </a:rPr>
                        <a:t>001</a:t>
                      </a:r>
                      <a:endParaRPr/>
                    </a:p>
                  </a:txBody>
                  <a:tcPr marT="46800" marB="46800" marR="90000" marL="90000" anchor="ct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2B10F0"/>
                        </a:buClr>
                        <a:buSzPts val="1700"/>
                        <a:buFont typeface="Comic Sans MS"/>
                        <a:buNone/>
                      </a:pPr>
                      <a:r>
                        <a:rPr b="0" i="0" lang="en-US" sz="1700" u="none" cap="none" strike="noStrike">
                          <a:solidFill>
                            <a:srgbClr val="2B10F0"/>
                          </a:solidFill>
                          <a:latin typeface="Comic Sans MS"/>
                          <a:ea typeface="Comic Sans MS"/>
                          <a:cs typeface="Comic Sans MS"/>
                          <a:sym typeface="Comic Sans MS"/>
                        </a:rPr>
                        <a:t>110</a:t>
                      </a:r>
                      <a:endParaRPr/>
                    </a:p>
                  </a:txBody>
                  <a:tcPr marT="46800" marB="46800" marR="90000" marL="90000" anchor="ct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2B10F0"/>
                        </a:buClr>
                        <a:buSzPts val="1700"/>
                        <a:buFont typeface="Comic Sans MS"/>
                        <a:buNone/>
                      </a:pPr>
                      <a:r>
                        <a:rPr b="0" i="0" lang="en-US" sz="1700" u="none" cap="none" strike="noStrike">
                          <a:solidFill>
                            <a:srgbClr val="2B10F0"/>
                          </a:solidFill>
                          <a:latin typeface="Comic Sans MS"/>
                          <a:ea typeface="Comic Sans MS"/>
                          <a:cs typeface="Comic Sans MS"/>
                          <a:sym typeface="Comic Sans MS"/>
                        </a:rPr>
                        <a:t>101</a:t>
                      </a:r>
                      <a:endParaRPr/>
                    </a:p>
                  </a:txBody>
                  <a:tcPr marT="46800" marB="46800" marR="90000" marL="90000" anchor="ct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r>
              <a:tr h="428625">
                <a:tc vMerge="1"/>
                <a:tc>
                  <a:txBody>
                    <a:bodyPr/>
                    <a:lstStyle/>
                    <a:p>
                      <a:pPr indent="0" lvl="0" marL="0" marR="0" rtl="0" algn="l">
                        <a:lnSpc>
                          <a:spcPct val="100000"/>
                        </a:lnSpc>
                        <a:spcBef>
                          <a:spcPts val="0"/>
                        </a:spcBef>
                        <a:spcAft>
                          <a:spcPts val="0"/>
                        </a:spcAft>
                        <a:buClr>
                          <a:srgbClr val="2B10F0"/>
                        </a:buClr>
                        <a:buSzPts val="2200"/>
                        <a:buFont typeface="Comic Sans MS"/>
                        <a:buNone/>
                      </a:pPr>
                      <a:r>
                        <a:rPr b="0" i="0" lang="en-US" sz="2200" u="none" cap="none" strike="noStrike">
                          <a:solidFill>
                            <a:srgbClr val="2B10F0"/>
                          </a:solidFill>
                          <a:latin typeface="Comic Sans MS"/>
                          <a:ea typeface="Comic Sans MS"/>
                          <a:cs typeface="Comic Sans MS"/>
                          <a:sym typeface="Comic Sans MS"/>
                        </a:rPr>
                        <a:t>s</a:t>
                      </a:r>
                      <a:endParaRPr/>
                    </a:p>
                  </a:txBody>
                  <a:tcPr marT="46800" marB="46800" marR="90000" marL="90000" anchor="ctr">
                    <a:lnT cap="flat" cmpd="sng" w="12700">
                      <a:solidFill>
                        <a:schemeClr val="dk1"/>
                      </a:solidFill>
                      <a:prstDash val="solid"/>
                      <a:round/>
                      <a:headEnd len="sm" w="sm" type="none"/>
                      <a:tailEnd len="sm" w="sm" type="none"/>
                    </a:lnT>
                    <a:noFill/>
                  </a:tcPr>
                </a:tc>
                <a:tc>
                  <a:txBody>
                    <a:bodyPr/>
                    <a:lstStyle/>
                    <a:p>
                      <a:pPr indent="0" lvl="0" marL="0" marR="0" rtl="0" algn="l">
                        <a:lnSpc>
                          <a:spcPct val="100000"/>
                        </a:lnSpc>
                        <a:spcBef>
                          <a:spcPts val="0"/>
                        </a:spcBef>
                        <a:spcAft>
                          <a:spcPts val="0"/>
                        </a:spcAft>
                        <a:buClr>
                          <a:srgbClr val="2B10F0"/>
                        </a:buClr>
                        <a:buSzPts val="2200"/>
                        <a:buFont typeface="Comic Sans MS"/>
                        <a:buNone/>
                      </a:pPr>
                      <a:r>
                        <a:rPr b="0" i="0" lang="en-US" sz="2200" u="none" cap="none" strike="noStrike">
                          <a:solidFill>
                            <a:srgbClr val="2B10F0"/>
                          </a:solidFill>
                          <a:latin typeface="Comic Sans MS"/>
                          <a:ea typeface="Comic Sans MS"/>
                          <a:cs typeface="Comic Sans MS"/>
                          <a:sym typeface="Comic Sans MS"/>
                        </a:rPr>
                        <a:t>r</a:t>
                      </a:r>
                      <a:endParaRPr/>
                    </a:p>
                  </a:txBody>
                  <a:tcPr marT="46800" marB="46800" marR="90000" marL="90000" anchor="ctr">
                    <a:lnT cap="flat" cmpd="sng" w="12700">
                      <a:solidFill>
                        <a:schemeClr val="dk1"/>
                      </a:solidFill>
                      <a:prstDash val="solid"/>
                      <a:round/>
                      <a:headEnd len="sm" w="sm" type="none"/>
                      <a:tailEnd len="sm" w="sm" type="none"/>
                    </a:lnT>
                    <a:noFill/>
                  </a:tcPr>
                </a:tc>
                <a:tc>
                  <a:txBody>
                    <a:bodyPr/>
                    <a:lstStyle/>
                    <a:p>
                      <a:pPr indent="0" lvl="0" marL="0" marR="0" rtl="0" algn="l">
                        <a:lnSpc>
                          <a:spcPct val="100000"/>
                        </a:lnSpc>
                        <a:spcBef>
                          <a:spcPts val="0"/>
                        </a:spcBef>
                        <a:spcAft>
                          <a:spcPts val="0"/>
                        </a:spcAft>
                        <a:buClr>
                          <a:srgbClr val="2B10F0"/>
                        </a:buClr>
                        <a:buSzPts val="2200"/>
                        <a:buFont typeface="Comic Sans MS"/>
                        <a:buNone/>
                      </a:pPr>
                      <a:r>
                        <a:rPr b="0" i="0" lang="en-US" sz="2200" u="none" cap="none" strike="noStrike">
                          <a:solidFill>
                            <a:srgbClr val="2B10F0"/>
                          </a:solidFill>
                          <a:latin typeface="Comic Sans MS"/>
                          <a:ea typeface="Comic Sans MS"/>
                          <a:cs typeface="Comic Sans MS"/>
                          <a:sym typeface="Comic Sans MS"/>
                        </a:rPr>
                        <a:t>l</a:t>
                      </a:r>
                      <a:endParaRPr/>
                    </a:p>
                  </a:txBody>
                  <a:tcPr marT="46800" marB="46800" marR="90000" marL="90000" anchor="ctr">
                    <a:lnT cap="flat" cmpd="sng" w="12700">
                      <a:solidFill>
                        <a:schemeClr val="dk1"/>
                      </a:solidFill>
                      <a:prstDash val="solid"/>
                      <a:round/>
                      <a:headEnd len="sm" w="sm" type="none"/>
                      <a:tailEnd len="sm" w="sm" type="none"/>
                    </a:lnT>
                    <a:noFill/>
                  </a:tcPr>
                </a:tc>
                <a:tc>
                  <a:txBody>
                    <a:bodyPr/>
                    <a:lstStyle/>
                    <a:p>
                      <a:pPr indent="0" lvl="0" marL="0" marR="0" rtl="0" algn="l">
                        <a:lnSpc>
                          <a:spcPct val="100000"/>
                        </a:lnSpc>
                        <a:spcBef>
                          <a:spcPts val="0"/>
                        </a:spcBef>
                        <a:spcAft>
                          <a:spcPts val="0"/>
                        </a:spcAft>
                        <a:buClr>
                          <a:srgbClr val="2B10F0"/>
                        </a:buClr>
                        <a:buSzPts val="2200"/>
                        <a:buFont typeface="Comic Sans MS"/>
                        <a:buNone/>
                      </a:pPr>
                      <a:r>
                        <a:rPr b="0" i="0" lang="en-US" sz="2200" u="none" cap="none" strike="noStrike">
                          <a:solidFill>
                            <a:srgbClr val="2B10F0"/>
                          </a:solidFill>
                          <a:latin typeface="Comic Sans MS"/>
                          <a:ea typeface="Comic Sans MS"/>
                          <a:cs typeface="Comic Sans MS"/>
                          <a:sym typeface="Comic Sans MS"/>
                        </a:rPr>
                        <a:t>h</a:t>
                      </a:r>
                      <a:endParaRPr/>
                    </a:p>
                  </a:txBody>
                  <a:tcPr marT="46800" marB="46800" marR="90000" marL="90000" anchor="ctr">
                    <a:lnT cap="flat" cmpd="sng" w="12700">
                      <a:solidFill>
                        <a:schemeClr val="dk1"/>
                      </a:solidFill>
                      <a:prstDash val="solid"/>
                      <a:round/>
                      <a:headEnd len="sm" w="sm" type="none"/>
                      <a:tailEnd len="sm" w="sm" type="none"/>
                    </a:lnT>
                    <a:noFill/>
                  </a:tcPr>
                </a:tc>
                <a:tc>
                  <a:txBody>
                    <a:bodyPr/>
                    <a:lstStyle/>
                    <a:p>
                      <a:pPr indent="0" lvl="0" marL="0" marR="0" rtl="0" algn="l">
                        <a:lnSpc>
                          <a:spcPct val="100000"/>
                        </a:lnSpc>
                        <a:spcBef>
                          <a:spcPts val="0"/>
                        </a:spcBef>
                        <a:spcAft>
                          <a:spcPts val="0"/>
                        </a:spcAft>
                        <a:buClr>
                          <a:srgbClr val="2B10F0"/>
                        </a:buClr>
                        <a:buSzPts val="2200"/>
                        <a:buFont typeface="Comic Sans MS"/>
                        <a:buNone/>
                      </a:pPr>
                      <a:r>
                        <a:rPr b="0" i="0" lang="en-US" sz="2200" u="none" cap="none" strike="noStrike">
                          <a:solidFill>
                            <a:srgbClr val="2B10F0"/>
                          </a:solidFill>
                          <a:latin typeface="Comic Sans MS"/>
                          <a:ea typeface="Comic Sans MS"/>
                          <a:cs typeface="Comic Sans MS"/>
                          <a:sym typeface="Comic Sans MS"/>
                        </a:rPr>
                        <a:t>s</a:t>
                      </a:r>
                      <a:endParaRPr/>
                    </a:p>
                  </a:txBody>
                  <a:tcPr marT="46800" marB="46800" marR="90000" marL="90000" anchor="ctr">
                    <a:lnT cap="flat" cmpd="sng" w="12700">
                      <a:solidFill>
                        <a:schemeClr val="dk1"/>
                      </a:solidFill>
                      <a:prstDash val="solid"/>
                      <a:round/>
                      <a:headEnd len="sm" w="sm" type="none"/>
                      <a:tailEnd len="sm" w="sm" type="none"/>
                    </a:lnT>
                    <a:noFill/>
                  </a:tcPr>
                </a:tc>
                <a:tc>
                  <a:txBody>
                    <a:bodyPr/>
                    <a:lstStyle/>
                    <a:p>
                      <a:pPr indent="0" lvl="0" marL="0" marR="0" rtl="0" algn="l">
                        <a:lnSpc>
                          <a:spcPct val="100000"/>
                        </a:lnSpc>
                        <a:spcBef>
                          <a:spcPts val="0"/>
                        </a:spcBef>
                        <a:spcAft>
                          <a:spcPts val="0"/>
                        </a:spcAft>
                        <a:buClr>
                          <a:srgbClr val="2B10F0"/>
                        </a:buClr>
                        <a:buSzPts val="2200"/>
                        <a:buFont typeface="Comic Sans MS"/>
                        <a:buNone/>
                      </a:pPr>
                      <a:r>
                        <a:rPr b="0" i="0" lang="en-US" sz="2200" u="none" cap="none" strike="noStrike">
                          <a:solidFill>
                            <a:srgbClr val="2B10F0"/>
                          </a:solidFill>
                          <a:latin typeface="Comic Sans MS"/>
                          <a:ea typeface="Comic Sans MS"/>
                          <a:cs typeface="Comic Sans MS"/>
                          <a:sym typeface="Comic Sans MS"/>
                        </a:rPr>
                        <a:t>s</a:t>
                      </a:r>
                      <a:endParaRPr/>
                    </a:p>
                  </a:txBody>
                  <a:tcPr marT="46800" marB="46800" marR="90000" marL="90000" anchor="ctr">
                    <a:lnT cap="flat" cmpd="sng" w="12700">
                      <a:solidFill>
                        <a:schemeClr val="dk1"/>
                      </a:solidFill>
                      <a:prstDash val="solid"/>
                      <a:round/>
                      <a:headEnd len="sm" w="sm" type="none"/>
                      <a:tailEnd len="sm" w="sm" type="none"/>
                    </a:lnT>
                    <a:noFill/>
                  </a:tcPr>
                </a:tc>
                <a:tc>
                  <a:txBody>
                    <a:bodyPr/>
                    <a:lstStyle/>
                    <a:p>
                      <a:pPr indent="0" lvl="0" marL="0" marR="0" rtl="0" algn="l">
                        <a:lnSpc>
                          <a:spcPct val="100000"/>
                        </a:lnSpc>
                        <a:spcBef>
                          <a:spcPts val="0"/>
                        </a:spcBef>
                        <a:spcAft>
                          <a:spcPts val="0"/>
                        </a:spcAft>
                        <a:buClr>
                          <a:srgbClr val="2B10F0"/>
                        </a:buClr>
                        <a:buSzPts val="2200"/>
                        <a:buFont typeface="Comic Sans MS"/>
                        <a:buNone/>
                      </a:pPr>
                      <a:r>
                        <a:rPr b="0" i="0" lang="en-US" sz="2200" u="none" cap="none" strike="noStrike">
                          <a:solidFill>
                            <a:srgbClr val="2B10F0"/>
                          </a:solidFill>
                          <a:latin typeface="Comic Sans MS"/>
                          <a:ea typeface="Comic Sans MS"/>
                          <a:cs typeface="Comic Sans MS"/>
                          <a:sym typeface="Comic Sans MS"/>
                        </a:rPr>
                        <a:t>t</a:t>
                      </a:r>
                      <a:endParaRPr/>
                    </a:p>
                  </a:txBody>
                  <a:tcPr marT="46800" marB="46800" marR="90000" marL="90000" anchor="ctr">
                    <a:lnT cap="flat" cmpd="sng" w="12700">
                      <a:solidFill>
                        <a:schemeClr val="dk1"/>
                      </a:solidFill>
                      <a:prstDash val="solid"/>
                      <a:round/>
                      <a:headEnd len="sm" w="sm" type="none"/>
                      <a:tailEnd len="sm" w="sm" type="none"/>
                    </a:lnT>
                    <a:noFill/>
                  </a:tcPr>
                </a:tc>
                <a:tc>
                  <a:txBody>
                    <a:bodyPr/>
                    <a:lstStyle/>
                    <a:p>
                      <a:pPr indent="0" lvl="0" marL="0" marR="0" rtl="0" algn="l">
                        <a:lnSpc>
                          <a:spcPct val="100000"/>
                        </a:lnSpc>
                        <a:spcBef>
                          <a:spcPts val="0"/>
                        </a:spcBef>
                        <a:spcAft>
                          <a:spcPts val="0"/>
                        </a:spcAft>
                        <a:buClr>
                          <a:srgbClr val="2B10F0"/>
                        </a:buClr>
                        <a:buSzPts val="2200"/>
                        <a:buFont typeface="Comic Sans MS"/>
                        <a:buNone/>
                      </a:pPr>
                      <a:r>
                        <a:rPr b="0" i="0" lang="en-US" sz="2200" u="none" cap="none" strike="noStrike">
                          <a:solidFill>
                            <a:srgbClr val="2B10F0"/>
                          </a:solidFill>
                          <a:latin typeface="Comic Sans MS"/>
                          <a:ea typeface="Comic Sans MS"/>
                          <a:cs typeface="Comic Sans MS"/>
                          <a:sym typeface="Comic Sans MS"/>
                        </a:rPr>
                        <a:t>h</a:t>
                      </a:r>
                      <a:endParaRPr/>
                    </a:p>
                  </a:txBody>
                  <a:tcPr marT="46800" marB="46800" marR="90000" marL="90000" anchor="ctr">
                    <a:lnT cap="flat" cmpd="sng" w="12700">
                      <a:solidFill>
                        <a:schemeClr val="dk1"/>
                      </a:solidFill>
                      <a:prstDash val="solid"/>
                      <a:round/>
                      <a:headEnd len="sm" w="sm" type="none"/>
                      <a:tailEnd len="sm" w="sm" type="none"/>
                    </a:lnT>
                    <a:noFill/>
                  </a:tcPr>
                </a:tc>
                <a:tc>
                  <a:txBody>
                    <a:bodyPr/>
                    <a:lstStyle/>
                    <a:p>
                      <a:pPr indent="0" lvl="0" marL="0" marR="0" rtl="0" algn="l">
                        <a:lnSpc>
                          <a:spcPct val="100000"/>
                        </a:lnSpc>
                        <a:spcBef>
                          <a:spcPts val="0"/>
                        </a:spcBef>
                        <a:spcAft>
                          <a:spcPts val="0"/>
                        </a:spcAft>
                        <a:buClr>
                          <a:srgbClr val="2B10F0"/>
                        </a:buClr>
                        <a:buSzPts val="2200"/>
                        <a:buFont typeface="Comic Sans MS"/>
                        <a:buNone/>
                      </a:pPr>
                      <a:r>
                        <a:rPr b="0" i="0" lang="en-US" sz="2200" u="none" cap="none" strike="noStrike">
                          <a:solidFill>
                            <a:srgbClr val="2B10F0"/>
                          </a:solidFill>
                          <a:latin typeface="Comic Sans MS"/>
                          <a:ea typeface="Comic Sans MS"/>
                          <a:cs typeface="Comic Sans MS"/>
                          <a:sym typeface="Comic Sans MS"/>
                        </a:rPr>
                        <a:t>s</a:t>
                      </a:r>
                      <a:endParaRPr/>
                    </a:p>
                  </a:txBody>
                  <a:tcPr marT="46800" marB="46800" marR="90000" marL="90000" anchor="ctr">
                    <a:lnT cap="flat" cmpd="sng" w="12700">
                      <a:solidFill>
                        <a:schemeClr val="dk1"/>
                      </a:solidFill>
                      <a:prstDash val="solid"/>
                      <a:round/>
                      <a:headEnd len="sm" w="sm" type="none"/>
                      <a:tailEnd len="sm" w="sm" type="none"/>
                    </a:lnT>
                    <a:noFill/>
                  </a:tcPr>
                </a:tc>
                <a:tc>
                  <a:txBody>
                    <a:bodyPr/>
                    <a:lstStyle/>
                    <a:p>
                      <a:pPr indent="0" lvl="0" marL="0" marR="0" rtl="0" algn="l">
                        <a:lnSpc>
                          <a:spcPct val="100000"/>
                        </a:lnSpc>
                        <a:spcBef>
                          <a:spcPts val="0"/>
                        </a:spcBef>
                        <a:spcAft>
                          <a:spcPts val="0"/>
                        </a:spcAft>
                        <a:buClr>
                          <a:srgbClr val="2B10F0"/>
                        </a:buClr>
                        <a:buSzPts val="2200"/>
                        <a:buFont typeface="Comic Sans MS"/>
                        <a:buNone/>
                      </a:pPr>
                      <a:r>
                        <a:rPr b="0" i="0" lang="en-US" sz="2200" u="none" cap="none" strike="noStrike">
                          <a:solidFill>
                            <a:srgbClr val="2B10F0"/>
                          </a:solidFill>
                          <a:latin typeface="Comic Sans MS"/>
                          <a:ea typeface="Comic Sans MS"/>
                          <a:cs typeface="Comic Sans MS"/>
                          <a:sym typeface="Comic Sans MS"/>
                        </a:rPr>
                        <a:t>r</a:t>
                      </a:r>
                      <a:endParaRPr/>
                    </a:p>
                  </a:txBody>
                  <a:tcPr marT="46800" marB="46800" marR="90000" marL="90000" anchor="ctr">
                    <a:lnT cap="flat" cmpd="sng" w="12700">
                      <a:solidFill>
                        <a:schemeClr val="dk1"/>
                      </a:solidFill>
                      <a:prstDash val="solid"/>
                      <a:round/>
                      <a:headEnd len="sm" w="sm" type="none"/>
                      <a:tailEnd len="sm" w="sm" type="none"/>
                    </a:lnT>
                    <a:noFill/>
                  </a:tcPr>
                </a:tc>
              </a:tr>
            </a:tbl>
          </a:graphicData>
        </a:graphic>
      </p:graphicFrame>
      <p:sp>
        <p:nvSpPr>
          <p:cNvPr id="440" name="Google Shape;440;p21"/>
          <p:cNvSpPr txBox="1"/>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900"/>
              <a:buFont typeface="Gill Sans"/>
              <a:buNone/>
            </a:pPr>
            <a:r>
              <a:rPr b="0" i="0" lang="en-US" sz="900" u="none">
                <a:solidFill>
                  <a:schemeClr val="accent2"/>
                </a:solidFill>
                <a:latin typeface="Gill Sans"/>
                <a:ea typeface="Gill Sans"/>
                <a:cs typeface="Gill Sans"/>
                <a:sym typeface="Gill Sans"/>
              </a:rPr>
              <a:t>*</a:t>
            </a:r>
            <a:endParaRPr/>
          </a:p>
        </p:txBody>
      </p:sp>
      <p:sp>
        <p:nvSpPr>
          <p:cNvPr id="441" name="Google Shape;441;p21"/>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Gill Sans"/>
              <a:buNone/>
            </a:pPr>
            <a:r>
              <a:rPr b="0" i="0" lang="en-US" sz="900" u="none">
                <a:solidFill>
                  <a:srgbClr val="898989"/>
                </a:solidFill>
                <a:latin typeface="Gill Sans"/>
                <a:ea typeface="Gill Sans"/>
                <a:cs typeface="Gill Sans"/>
                <a:sym typeface="Gill Sans"/>
              </a:rPr>
              <a:t>Chapter 2 Crypto Basics.     Dr. Muhammad Iqbal Hossain</a:t>
            </a:r>
            <a:endParaRPr/>
          </a:p>
        </p:txBody>
      </p:sp>
      <p:sp>
        <p:nvSpPr>
          <p:cNvPr id="442" name="Google Shape;442;p21"/>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sp>
        <p:nvSpPr>
          <p:cNvPr id="443" name="Google Shape;443;p21"/>
          <p:cNvSpPr txBox="1"/>
          <p:nvPr/>
        </p:nvSpPr>
        <p:spPr>
          <a:xfrm>
            <a:off x="227600" y="1700200"/>
            <a:ext cx="8649300" cy="400200"/>
          </a:xfrm>
          <a:prstGeom prst="rect">
            <a:avLst/>
          </a:prstGeom>
          <a:noFill/>
          <a:ln cap="flat" cmpd="sng" w="9525">
            <a:solidFill>
              <a:srgbClr val="FF0000"/>
            </a:solidFill>
            <a:prstDash val="solid"/>
            <a:miter lim="800000"/>
            <a:headEnd len="sm" w="sm" type="none"/>
            <a:tailEnd len="sm" w="sm" type="none"/>
          </a:ln>
        </p:spPr>
        <p:txBody>
          <a:bodyPr anchorCtr="0" anchor="t" bIns="45700" lIns="91425" spcFirstLastPara="1" rIns="91425" wrap="square" tIns="45700">
            <a:spAutoFit/>
          </a:bodyPr>
          <a:lstStyle/>
          <a:p>
            <a:pPr indent="-457200" lvl="0" marL="457200" marR="0" rtl="0" algn="l">
              <a:lnSpc>
                <a:spcPct val="100000"/>
              </a:lnSpc>
              <a:spcBef>
                <a:spcPts val="0"/>
              </a:spcBef>
              <a:spcAft>
                <a:spcPts val="0"/>
              </a:spcAft>
              <a:buClr>
                <a:schemeClr val="dk1"/>
              </a:buClr>
              <a:buSzPts val="2000"/>
              <a:buFont typeface="Lemon"/>
              <a:buNone/>
            </a:pPr>
            <a:r>
              <a:rPr b="0" i="0" lang="en-US" sz="2000" u="none">
                <a:solidFill>
                  <a:schemeClr val="dk1"/>
                </a:solidFill>
                <a:latin typeface="Lemon"/>
                <a:ea typeface="Lemon"/>
                <a:cs typeface="Lemon"/>
                <a:sym typeface="Lemon"/>
              </a:rPr>
              <a:t>e=000  h=001  i=010  k=011  l=100  r=101  s=110  t=111</a:t>
            </a:r>
            <a:endParaRPr/>
          </a:p>
        </p:txBody>
      </p:sp>
      <p:sp>
        <p:nvSpPr>
          <p:cNvPr id="444" name="Google Shape;444;p21"/>
          <p:cNvSpPr txBox="1"/>
          <p:nvPr/>
        </p:nvSpPr>
        <p:spPr>
          <a:xfrm>
            <a:off x="860950" y="2420925"/>
            <a:ext cx="67209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1" i="0" lang="en-US" sz="2400" u="none">
                <a:solidFill>
                  <a:schemeClr val="dk1"/>
                </a:solidFill>
                <a:latin typeface="Comic Sans MS"/>
                <a:ea typeface="Comic Sans MS"/>
                <a:cs typeface="Comic Sans MS"/>
                <a:sym typeface="Comic Sans MS"/>
              </a:rPr>
              <a:t>Encryption:</a:t>
            </a:r>
            <a:r>
              <a:rPr b="0" i="0" lang="en-US" sz="2400" u="none">
                <a:solidFill>
                  <a:schemeClr val="dk1"/>
                </a:solidFill>
                <a:latin typeface="Comic Sans MS"/>
                <a:ea typeface="Comic Sans MS"/>
                <a:cs typeface="Comic Sans MS"/>
                <a:sym typeface="Comic Sans MS"/>
              </a:rPr>
              <a:t> </a:t>
            </a:r>
            <a:r>
              <a:rPr b="0" i="0" lang="en-US" sz="2400" u="none">
                <a:solidFill>
                  <a:srgbClr val="FF0000"/>
                </a:solidFill>
                <a:latin typeface="Comic Sans MS"/>
                <a:ea typeface="Comic Sans MS"/>
                <a:cs typeface="Comic Sans MS"/>
                <a:sym typeface="Comic Sans MS"/>
              </a:rPr>
              <a:t>Plaintext ⊕ </a:t>
            </a:r>
            <a:r>
              <a:rPr b="0" i="0" lang="en-US" sz="2400" u="none">
                <a:solidFill>
                  <a:schemeClr val="dk1"/>
                </a:solidFill>
                <a:latin typeface="Comic Sans MS"/>
                <a:ea typeface="Comic Sans MS"/>
                <a:cs typeface="Comic Sans MS"/>
                <a:sym typeface="Comic Sans MS"/>
              </a:rPr>
              <a:t>Key</a:t>
            </a:r>
            <a:r>
              <a:rPr b="0" i="0" lang="en-US" sz="2400" u="none">
                <a:solidFill>
                  <a:srgbClr val="FF0000"/>
                </a:solidFill>
                <a:latin typeface="Comic Sans MS"/>
                <a:ea typeface="Comic Sans MS"/>
                <a:cs typeface="Comic Sans MS"/>
                <a:sym typeface="Comic Sans MS"/>
              </a:rPr>
              <a:t> = </a:t>
            </a:r>
            <a:r>
              <a:rPr b="0" i="0" lang="en-US" sz="2400" u="none">
                <a:solidFill>
                  <a:srgbClr val="2B10F0"/>
                </a:solidFill>
                <a:latin typeface="Comic Sans MS"/>
                <a:ea typeface="Comic Sans MS"/>
                <a:cs typeface="Comic Sans MS"/>
                <a:sym typeface="Comic Sans MS"/>
              </a:rPr>
              <a:t>Ciphertext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22"/>
          <p:cNvSpPr txBox="1"/>
          <p:nvPr>
            <p:ph type="title"/>
          </p:nvPr>
        </p:nvSpPr>
        <p:spPr>
          <a:xfrm>
            <a:off x="785812" y="333375"/>
            <a:ext cx="7143750" cy="1023937"/>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300"/>
              <a:buFont typeface="Calibri"/>
              <a:buNone/>
            </a:pPr>
            <a:r>
              <a:rPr b="0" i="0" lang="en-US" sz="3300" u="none">
                <a:solidFill>
                  <a:schemeClr val="lt1"/>
                </a:solidFill>
                <a:latin typeface="Calibri"/>
                <a:ea typeface="Calibri"/>
                <a:cs typeface="Calibri"/>
                <a:sym typeface="Calibri"/>
              </a:rPr>
              <a:t>One-time Pad Decryption</a:t>
            </a:r>
            <a:endParaRPr/>
          </a:p>
        </p:txBody>
      </p:sp>
      <p:graphicFrame>
        <p:nvGraphicFramePr>
          <p:cNvPr id="450" name="Google Shape;450;p22"/>
          <p:cNvGraphicFramePr/>
          <p:nvPr/>
        </p:nvGraphicFramePr>
        <p:xfrm>
          <a:off x="989012" y="2979737"/>
          <a:ext cx="3000000" cy="3000000"/>
        </p:xfrm>
        <a:graphic>
          <a:graphicData uri="http://schemas.openxmlformats.org/drawingml/2006/table">
            <a:tbl>
              <a:tblPr>
                <a:noFill/>
                <a:tableStyleId>{9C8D57EF-903D-4D1E-BFAB-AFA734AC7F87}</a:tableStyleId>
              </a:tblPr>
              <a:tblGrid>
                <a:gridCol w="679450"/>
                <a:gridCol w="679450"/>
                <a:gridCol w="679450"/>
                <a:gridCol w="679450"/>
                <a:gridCol w="677850"/>
                <a:gridCol w="681025"/>
                <a:gridCol w="677850"/>
                <a:gridCol w="679450"/>
                <a:gridCol w="679450"/>
                <a:gridCol w="679450"/>
                <a:gridCol w="679450"/>
              </a:tblGrid>
              <a:tr h="520700">
                <a:tc rowSpan="2">
                  <a:txBody>
                    <a:bodyPr/>
                    <a:lstStyle/>
                    <a:p>
                      <a:pPr indent="0" lvl="0" marL="0" marR="0" rtl="0" algn="l">
                        <a:lnSpc>
                          <a:spcPct val="100000"/>
                        </a:lnSpc>
                        <a:spcBef>
                          <a:spcPts val="0"/>
                        </a:spcBef>
                        <a:spcAft>
                          <a:spcPts val="0"/>
                        </a:spcAft>
                        <a:buClr>
                          <a:srgbClr val="2B10F0"/>
                        </a:buClr>
                        <a:buSzPts val="2600"/>
                        <a:buFont typeface="Comic Sans MS"/>
                        <a:buNone/>
                      </a:pPr>
                      <a:r>
                        <a:rPr b="0" i="0" lang="en-US" sz="2600" u="none" cap="none" strike="noStrike">
                          <a:solidFill>
                            <a:srgbClr val="2B10F0"/>
                          </a:solidFill>
                          <a:latin typeface="Comic Sans MS"/>
                          <a:ea typeface="Comic Sans MS"/>
                          <a:cs typeface="Comic Sans MS"/>
                          <a:sym typeface="Comic Sans MS"/>
                        </a:rPr>
                        <a:t>C</a:t>
                      </a:r>
                      <a:endParaRPr/>
                    </a:p>
                  </a:txBody>
                  <a:tcPr marT="46800" marB="46800" marR="90000" marL="90000" anchor="ctr">
                    <a:lnB cap="flat" cmpd="sng" w="28575">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2B10F0"/>
                        </a:buClr>
                        <a:buSzPts val="2200"/>
                        <a:buFont typeface="Comic Sans MS"/>
                        <a:buNone/>
                      </a:pPr>
                      <a:r>
                        <a:rPr b="0" i="0" lang="en-US" sz="2200" u="none" cap="none" strike="noStrike">
                          <a:solidFill>
                            <a:srgbClr val="2B10F0"/>
                          </a:solidFill>
                          <a:latin typeface="Comic Sans MS"/>
                          <a:ea typeface="Comic Sans MS"/>
                          <a:cs typeface="Comic Sans MS"/>
                          <a:sym typeface="Comic Sans MS"/>
                        </a:rPr>
                        <a:t>s</a:t>
                      </a:r>
                      <a:endParaRPr/>
                    </a:p>
                  </a:txBody>
                  <a:tcPr marT="46800" marB="46800" marR="90000" marL="90000" anchor="ctr">
                    <a:lnB cap="flat" cmpd="sng" w="12700">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2B10F0"/>
                        </a:buClr>
                        <a:buSzPts val="2200"/>
                        <a:buFont typeface="Comic Sans MS"/>
                        <a:buNone/>
                      </a:pPr>
                      <a:r>
                        <a:rPr b="0" i="0" lang="en-US" sz="2200" u="none" cap="none" strike="noStrike">
                          <a:solidFill>
                            <a:srgbClr val="2B10F0"/>
                          </a:solidFill>
                          <a:latin typeface="Comic Sans MS"/>
                          <a:ea typeface="Comic Sans MS"/>
                          <a:cs typeface="Comic Sans MS"/>
                          <a:sym typeface="Comic Sans MS"/>
                        </a:rPr>
                        <a:t>r</a:t>
                      </a:r>
                      <a:endParaRPr/>
                    </a:p>
                  </a:txBody>
                  <a:tcPr marT="46800" marB="46800" marR="90000" marL="90000" anchor="ctr">
                    <a:lnB cap="flat" cmpd="sng" w="12700">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2B10F0"/>
                        </a:buClr>
                        <a:buSzPts val="2200"/>
                        <a:buFont typeface="Comic Sans MS"/>
                        <a:buNone/>
                      </a:pPr>
                      <a:r>
                        <a:rPr b="0" i="0" lang="en-US" sz="2200" u="none" cap="none" strike="noStrike">
                          <a:solidFill>
                            <a:srgbClr val="2B10F0"/>
                          </a:solidFill>
                          <a:latin typeface="Comic Sans MS"/>
                          <a:ea typeface="Comic Sans MS"/>
                          <a:cs typeface="Comic Sans MS"/>
                          <a:sym typeface="Comic Sans MS"/>
                        </a:rPr>
                        <a:t>l</a:t>
                      </a:r>
                      <a:endParaRPr/>
                    </a:p>
                  </a:txBody>
                  <a:tcPr marT="46800" marB="46800" marR="90000" marL="90000" anchor="ctr">
                    <a:lnB cap="flat" cmpd="sng" w="12700">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2B10F0"/>
                        </a:buClr>
                        <a:buSzPts val="2200"/>
                        <a:buFont typeface="Comic Sans MS"/>
                        <a:buNone/>
                      </a:pPr>
                      <a:r>
                        <a:rPr b="0" i="0" lang="en-US" sz="2200" u="none" cap="none" strike="noStrike">
                          <a:solidFill>
                            <a:srgbClr val="2B10F0"/>
                          </a:solidFill>
                          <a:latin typeface="Comic Sans MS"/>
                          <a:ea typeface="Comic Sans MS"/>
                          <a:cs typeface="Comic Sans MS"/>
                          <a:sym typeface="Comic Sans MS"/>
                        </a:rPr>
                        <a:t>h</a:t>
                      </a:r>
                      <a:endParaRPr/>
                    </a:p>
                  </a:txBody>
                  <a:tcPr marT="46800" marB="46800" marR="90000" marL="90000" anchor="ctr">
                    <a:lnB cap="flat" cmpd="sng" w="12700">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2B10F0"/>
                        </a:buClr>
                        <a:buSzPts val="2200"/>
                        <a:buFont typeface="Comic Sans MS"/>
                        <a:buNone/>
                      </a:pPr>
                      <a:r>
                        <a:rPr b="0" i="0" lang="en-US" sz="2200" u="none" cap="none" strike="noStrike">
                          <a:solidFill>
                            <a:srgbClr val="2B10F0"/>
                          </a:solidFill>
                          <a:latin typeface="Comic Sans MS"/>
                          <a:ea typeface="Comic Sans MS"/>
                          <a:cs typeface="Comic Sans MS"/>
                          <a:sym typeface="Comic Sans MS"/>
                        </a:rPr>
                        <a:t>s</a:t>
                      </a:r>
                      <a:endParaRPr/>
                    </a:p>
                  </a:txBody>
                  <a:tcPr marT="46800" marB="46800" marR="90000" marL="90000" anchor="ctr">
                    <a:lnB cap="flat" cmpd="sng" w="12700">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2B10F0"/>
                        </a:buClr>
                        <a:buSzPts val="2200"/>
                        <a:buFont typeface="Comic Sans MS"/>
                        <a:buNone/>
                      </a:pPr>
                      <a:r>
                        <a:rPr b="0" i="0" lang="en-US" sz="2200" u="none" cap="none" strike="noStrike">
                          <a:solidFill>
                            <a:srgbClr val="2B10F0"/>
                          </a:solidFill>
                          <a:latin typeface="Comic Sans MS"/>
                          <a:ea typeface="Comic Sans MS"/>
                          <a:cs typeface="Comic Sans MS"/>
                          <a:sym typeface="Comic Sans MS"/>
                        </a:rPr>
                        <a:t>s</a:t>
                      </a:r>
                      <a:endParaRPr/>
                    </a:p>
                  </a:txBody>
                  <a:tcPr marT="46800" marB="46800" marR="90000" marL="90000" anchor="ctr">
                    <a:lnB cap="flat" cmpd="sng" w="12700">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2B10F0"/>
                        </a:buClr>
                        <a:buSzPts val="2200"/>
                        <a:buFont typeface="Comic Sans MS"/>
                        <a:buNone/>
                      </a:pPr>
                      <a:r>
                        <a:rPr b="0" i="0" lang="en-US" sz="2200" u="none" cap="none" strike="noStrike">
                          <a:solidFill>
                            <a:srgbClr val="2B10F0"/>
                          </a:solidFill>
                          <a:latin typeface="Comic Sans MS"/>
                          <a:ea typeface="Comic Sans MS"/>
                          <a:cs typeface="Comic Sans MS"/>
                          <a:sym typeface="Comic Sans MS"/>
                        </a:rPr>
                        <a:t>t</a:t>
                      </a:r>
                      <a:endParaRPr/>
                    </a:p>
                  </a:txBody>
                  <a:tcPr marT="46800" marB="46800" marR="90000" marL="90000" anchor="ctr">
                    <a:lnB cap="flat" cmpd="sng" w="12700">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2B10F0"/>
                        </a:buClr>
                        <a:buSzPts val="2200"/>
                        <a:buFont typeface="Comic Sans MS"/>
                        <a:buNone/>
                      </a:pPr>
                      <a:r>
                        <a:rPr b="0" i="0" lang="en-US" sz="2200" u="none" cap="none" strike="noStrike">
                          <a:solidFill>
                            <a:srgbClr val="2B10F0"/>
                          </a:solidFill>
                          <a:latin typeface="Comic Sans MS"/>
                          <a:ea typeface="Comic Sans MS"/>
                          <a:cs typeface="Comic Sans MS"/>
                          <a:sym typeface="Comic Sans MS"/>
                        </a:rPr>
                        <a:t>h</a:t>
                      </a:r>
                      <a:endParaRPr/>
                    </a:p>
                  </a:txBody>
                  <a:tcPr marT="46800" marB="46800" marR="90000" marL="90000" anchor="ctr">
                    <a:lnB cap="flat" cmpd="sng" w="12700">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2B10F0"/>
                        </a:buClr>
                        <a:buSzPts val="2200"/>
                        <a:buFont typeface="Comic Sans MS"/>
                        <a:buNone/>
                      </a:pPr>
                      <a:r>
                        <a:rPr b="0" i="0" lang="en-US" sz="2200" u="none" cap="none" strike="noStrike">
                          <a:solidFill>
                            <a:srgbClr val="2B10F0"/>
                          </a:solidFill>
                          <a:latin typeface="Comic Sans MS"/>
                          <a:ea typeface="Comic Sans MS"/>
                          <a:cs typeface="Comic Sans MS"/>
                          <a:sym typeface="Comic Sans MS"/>
                        </a:rPr>
                        <a:t>s</a:t>
                      </a:r>
                      <a:endParaRPr/>
                    </a:p>
                  </a:txBody>
                  <a:tcPr marT="46800" marB="46800" marR="90000" marL="90000" anchor="ctr">
                    <a:lnB cap="flat" cmpd="sng" w="12700">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2B10F0"/>
                        </a:buClr>
                        <a:buSzPts val="2200"/>
                        <a:buFont typeface="Comic Sans MS"/>
                        <a:buNone/>
                      </a:pPr>
                      <a:r>
                        <a:rPr b="0" i="0" lang="en-US" sz="2200" u="none" cap="none" strike="noStrike">
                          <a:solidFill>
                            <a:srgbClr val="2B10F0"/>
                          </a:solidFill>
                          <a:latin typeface="Comic Sans MS"/>
                          <a:ea typeface="Comic Sans MS"/>
                          <a:cs typeface="Comic Sans MS"/>
                          <a:sym typeface="Comic Sans MS"/>
                        </a:rPr>
                        <a:t>r</a:t>
                      </a:r>
                      <a:endParaRPr/>
                    </a:p>
                  </a:txBody>
                  <a:tcPr marT="46800" marB="46800" marR="90000" marL="90000" anchor="ctr">
                    <a:lnB cap="flat" cmpd="sng" w="12700">
                      <a:solidFill>
                        <a:schemeClr val="dk1"/>
                      </a:solidFill>
                      <a:prstDash val="solid"/>
                      <a:round/>
                      <a:headEnd len="sm" w="sm" type="none"/>
                      <a:tailEnd len="sm" w="sm" type="none"/>
                    </a:lnB>
                    <a:noFill/>
                  </a:tcPr>
                </a:tc>
              </a:tr>
              <a:tr h="554025">
                <a:tc vMerge="1"/>
                <a:tc>
                  <a:txBody>
                    <a:bodyPr/>
                    <a:lstStyle/>
                    <a:p>
                      <a:pPr indent="0" lvl="0" marL="0" marR="0" rtl="0" algn="l">
                        <a:lnSpc>
                          <a:spcPct val="100000"/>
                        </a:lnSpc>
                        <a:spcBef>
                          <a:spcPts val="0"/>
                        </a:spcBef>
                        <a:spcAft>
                          <a:spcPts val="0"/>
                        </a:spcAft>
                        <a:buClr>
                          <a:srgbClr val="2B10F0"/>
                        </a:buClr>
                        <a:buSzPts val="1700"/>
                        <a:buFont typeface="Comic Sans MS"/>
                        <a:buNone/>
                      </a:pPr>
                      <a:r>
                        <a:rPr b="0" i="0" lang="en-US" sz="1700" u="none" cap="none" strike="noStrike">
                          <a:solidFill>
                            <a:srgbClr val="2B10F0"/>
                          </a:solidFill>
                          <a:latin typeface="Comic Sans MS"/>
                          <a:ea typeface="Comic Sans MS"/>
                          <a:cs typeface="Comic Sans MS"/>
                          <a:sym typeface="Comic Sans MS"/>
                        </a:rPr>
                        <a:t>110</a:t>
                      </a:r>
                      <a:endParaRPr/>
                    </a:p>
                  </a:txBody>
                  <a:tcPr marT="46800" marB="46800" marR="90000" marL="90000" anchor="ct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2B10F0"/>
                        </a:buClr>
                        <a:buSzPts val="1700"/>
                        <a:buFont typeface="Comic Sans MS"/>
                        <a:buNone/>
                      </a:pPr>
                      <a:r>
                        <a:rPr b="0" i="0" lang="en-US" sz="1700" u="none" cap="none" strike="noStrike">
                          <a:solidFill>
                            <a:srgbClr val="2B10F0"/>
                          </a:solidFill>
                          <a:latin typeface="Comic Sans MS"/>
                          <a:ea typeface="Comic Sans MS"/>
                          <a:cs typeface="Comic Sans MS"/>
                          <a:sym typeface="Comic Sans MS"/>
                        </a:rPr>
                        <a:t>101</a:t>
                      </a:r>
                      <a:endParaRPr/>
                    </a:p>
                  </a:txBody>
                  <a:tcPr marT="46800" marB="46800" marR="90000" marL="90000" anchor="ct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2B10F0"/>
                        </a:buClr>
                        <a:buSzPts val="1700"/>
                        <a:buFont typeface="Comic Sans MS"/>
                        <a:buNone/>
                      </a:pPr>
                      <a:r>
                        <a:rPr b="0" i="0" lang="en-US" sz="1700" u="none" cap="none" strike="noStrike">
                          <a:solidFill>
                            <a:srgbClr val="2B10F0"/>
                          </a:solidFill>
                          <a:latin typeface="Comic Sans MS"/>
                          <a:ea typeface="Comic Sans MS"/>
                          <a:cs typeface="Comic Sans MS"/>
                          <a:sym typeface="Comic Sans MS"/>
                        </a:rPr>
                        <a:t>100</a:t>
                      </a:r>
                      <a:endParaRPr/>
                    </a:p>
                  </a:txBody>
                  <a:tcPr marT="46800" marB="46800" marR="90000" marL="90000" anchor="ct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2B10F0"/>
                        </a:buClr>
                        <a:buSzPts val="1700"/>
                        <a:buFont typeface="Comic Sans MS"/>
                        <a:buNone/>
                      </a:pPr>
                      <a:r>
                        <a:rPr b="0" i="0" lang="en-US" sz="1700" u="none" cap="none" strike="noStrike">
                          <a:solidFill>
                            <a:srgbClr val="2B10F0"/>
                          </a:solidFill>
                          <a:latin typeface="Comic Sans MS"/>
                          <a:ea typeface="Comic Sans MS"/>
                          <a:cs typeface="Comic Sans MS"/>
                          <a:sym typeface="Comic Sans MS"/>
                        </a:rPr>
                        <a:t>001</a:t>
                      </a:r>
                      <a:endParaRPr/>
                    </a:p>
                  </a:txBody>
                  <a:tcPr marT="46800" marB="46800" marR="90000" marL="90000" anchor="ct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2B10F0"/>
                        </a:buClr>
                        <a:buSzPts val="1700"/>
                        <a:buFont typeface="Comic Sans MS"/>
                        <a:buNone/>
                      </a:pPr>
                      <a:r>
                        <a:rPr b="0" i="0" lang="en-US" sz="1700" u="none" cap="none" strike="noStrike">
                          <a:solidFill>
                            <a:srgbClr val="2B10F0"/>
                          </a:solidFill>
                          <a:latin typeface="Comic Sans MS"/>
                          <a:ea typeface="Comic Sans MS"/>
                          <a:cs typeface="Comic Sans MS"/>
                          <a:sym typeface="Comic Sans MS"/>
                        </a:rPr>
                        <a:t>110</a:t>
                      </a:r>
                      <a:endParaRPr/>
                    </a:p>
                  </a:txBody>
                  <a:tcPr marT="46800" marB="46800" marR="90000" marL="90000" anchor="ct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2B10F0"/>
                        </a:buClr>
                        <a:buSzPts val="1700"/>
                        <a:buFont typeface="Comic Sans MS"/>
                        <a:buNone/>
                      </a:pPr>
                      <a:r>
                        <a:rPr b="0" i="0" lang="en-US" sz="1700" u="none" cap="none" strike="noStrike">
                          <a:solidFill>
                            <a:srgbClr val="2B10F0"/>
                          </a:solidFill>
                          <a:latin typeface="Comic Sans MS"/>
                          <a:ea typeface="Comic Sans MS"/>
                          <a:cs typeface="Comic Sans MS"/>
                          <a:sym typeface="Comic Sans MS"/>
                        </a:rPr>
                        <a:t>110</a:t>
                      </a:r>
                      <a:endParaRPr/>
                    </a:p>
                  </a:txBody>
                  <a:tcPr marT="46800" marB="46800" marR="90000" marL="90000" anchor="ct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2B10F0"/>
                        </a:buClr>
                        <a:buSzPts val="1700"/>
                        <a:buFont typeface="Comic Sans MS"/>
                        <a:buNone/>
                      </a:pPr>
                      <a:r>
                        <a:rPr b="0" i="0" lang="en-US" sz="1700" u="none" cap="none" strike="noStrike">
                          <a:solidFill>
                            <a:srgbClr val="2B10F0"/>
                          </a:solidFill>
                          <a:latin typeface="Comic Sans MS"/>
                          <a:ea typeface="Comic Sans MS"/>
                          <a:cs typeface="Comic Sans MS"/>
                          <a:sym typeface="Comic Sans MS"/>
                        </a:rPr>
                        <a:t>111</a:t>
                      </a:r>
                      <a:endParaRPr/>
                    </a:p>
                  </a:txBody>
                  <a:tcPr marT="46800" marB="46800" marR="90000" marL="90000" anchor="ct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2B10F0"/>
                        </a:buClr>
                        <a:buSzPts val="1700"/>
                        <a:buFont typeface="Comic Sans MS"/>
                        <a:buNone/>
                      </a:pPr>
                      <a:r>
                        <a:rPr b="0" i="0" lang="en-US" sz="1700" u="none" cap="none" strike="noStrike">
                          <a:solidFill>
                            <a:srgbClr val="2B10F0"/>
                          </a:solidFill>
                          <a:latin typeface="Comic Sans MS"/>
                          <a:ea typeface="Comic Sans MS"/>
                          <a:cs typeface="Comic Sans MS"/>
                          <a:sym typeface="Comic Sans MS"/>
                        </a:rPr>
                        <a:t>001</a:t>
                      </a:r>
                      <a:endParaRPr/>
                    </a:p>
                  </a:txBody>
                  <a:tcPr marT="46800" marB="46800" marR="90000" marL="90000" anchor="ct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2B10F0"/>
                        </a:buClr>
                        <a:buSzPts val="1700"/>
                        <a:buFont typeface="Comic Sans MS"/>
                        <a:buNone/>
                      </a:pPr>
                      <a:r>
                        <a:rPr b="0" i="0" lang="en-US" sz="1700" u="none" cap="none" strike="noStrike">
                          <a:solidFill>
                            <a:srgbClr val="2B10F0"/>
                          </a:solidFill>
                          <a:latin typeface="Comic Sans MS"/>
                          <a:ea typeface="Comic Sans MS"/>
                          <a:cs typeface="Comic Sans MS"/>
                          <a:sym typeface="Comic Sans MS"/>
                        </a:rPr>
                        <a:t>110</a:t>
                      </a:r>
                      <a:endParaRPr/>
                    </a:p>
                  </a:txBody>
                  <a:tcPr marT="46800" marB="46800" marR="90000" marL="90000" anchor="ct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2B10F0"/>
                        </a:buClr>
                        <a:buSzPts val="1700"/>
                        <a:buFont typeface="Comic Sans MS"/>
                        <a:buNone/>
                      </a:pPr>
                      <a:r>
                        <a:rPr b="0" i="0" lang="en-US" sz="1700" u="none" cap="none" strike="noStrike">
                          <a:solidFill>
                            <a:srgbClr val="2B10F0"/>
                          </a:solidFill>
                          <a:latin typeface="Comic Sans MS"/>
                          <a:ea typeface="Comic Sans MS"/>
                          <a:cs typeface="Comic Sans MS"/>
                          <a:sym typeface="Comic Sans MS"/>
                        </a:rPr>
                        <a:t>101</a:t>
                      </a:r>
                      <a:endParaRPr/>
                    </a:p>
                  </a:txBody>
                  <a:tcPr marT="46800" marB="46800" marR="90000" marL="90000" anchor="ct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r>
              <a:tr h="611175">
                <a:tc>
                  <a:txBody>
                    <a:bodyPr/>
                    <a:lstStyle/>
                    <a:p>
                      <a:pPr indent="0" lvl="0" marL="0" marR="0" rtl="0" algn="l">
                        <a:lnSpc>
                          <a:spcPct val="100000"/>
                        </a:lnSpc>
                        <a:spcBef>
                          <a:spcPts val="0"/>
                        </a:spcBef>
                        <a:spcAft>
                          <a:spcPts val="0"/>
                        </a:spcAft>
                        <a:buClr>
                          <a:schemeClr val="dk1"/>
                        </a:buClr>
                        <a:buSzPts val="2200"/>
                        <a:buFont typeface="Comic Sans MS"/>
                        <a:buNone/>
                      </a:pPr>
                      <a:r>
                        <a:rPr b="0" i="0" lang="en-US" sz="2200" u="none" cap="none" strike="noStrike">
                          <a:solidFill>
                            <a:schemeClr val="dk1"/>
                          </a:solidFill>
                          <a:latin typeface="Comic Sans MS"/>
                          <a:ea typeface="Comic Sans MS"/>
                          <a:cs typeface="Comic Sans MS"/>
                          <a:sym typeface="Comic Sans MS"/>
                        </a:rPr>
                        <a:t>K</a:t>
                      </a:r>
                      <a:endParaRPr/>
                    </a:p>
                  </a:txBody>
                  <a:tcPr marT="46800" marB="46800" marR="90000" marL="90000" anchor="ct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chemeClr val="dk1"/>
                        </a:buClr>
                        <a:buSzPts val="1700"/>
                        <a:buFont typeface="Comic Sans MS"/>
                        <a:buNone/>
                      </a:pPr>
                      <a:r>
                        <a:rPr b="1" i="0" lang="en-US" sz="1700" u="none" cap="none" strike="noStrike">
                          <a:solidFill>
                            <a:schemeClr val="dk1"/>
                          </a:solidFill>
                          <a:latin typeface="Comic Sans MS"/>
                          <a:ea typeface="Comic Sans MS"/>
                          <a:cs typeface="Comic Sans MS"/>
                          <a:sym typeface="Comic Sans MS"/>
                        </a:rPr>
                        <a:t>111</a:t>
                      </a:r>
                      <a:endParaRPr/>
                    </a:p>
                  </a:txBody>
                  <a:tcPr marT="46800" marB="46800" marR="90000" marL="90000" anchor="ct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chemeClr val="dk1"/>
                        </a:buClr>
                        <a:buSzPts val="1700"/>
                        <a:buFont typeface="Comic Sans MS"/>
                        <a:buNone/>
                      </a:pPr>
                      <a:r>
                        <a:rPr b="1" i="0" lang="en-US" sz="1700" u="none" cap="none" strike="noStrike">
                          <a:solidFill>
                            <a:schemeClr val="dk1"/>
                          </a:solidFill>
                          <a:latin typeface="Comic Sans MS"/>
                          <a:ea typeface="Comic Sans MS"/>
                          <a:cs typeface="Comic Sans MS"/>
                          <a:sym typeface="Comic Sans MS"/>
                        </a:rPr>
                        <a:t>101</a:t>
                      </a:r>
                      <a:endParaRPr/>
                    </a:p>
                  </a:txBody>
                  <a:tcPr marT="46800" marB="46800" marR="90000" marL="90000" anchor="ct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chemeClr val="dk1"/>
                        </a:buClr>
                        <a:buSzPts val="1700"/>
                        <a:buFont typeface="Comic Sans MS"/>
                        <a:buNone/>
                      </a:pPr>
                      <a:r>
                        <a:rPr b="1" i="0" lang="en-US" sz="1700" u="none" cap="none" strike="noStrike">
                          <a:solidFill>
                            <a:schemeClr val="dk1"/>
                          </a:solidFill>
                          <a:latin typeface="Comic Sans MS"/>
                          <a:ea typeface="Comic Sans MS"/>
                          <a:cs typeface="Comic Sans MS"/>
                          <a:sym typeface="Comic Sans MS"/>
                        </a:rPr>
                        <a:t>110</a:t>
                      </a:r>
                      <a:endParaRPr/>
                    </a:p>
                  </a:txBody>
                  <a:tcPr marT="46800" marB="46800" marR="90000" marL="90000" anchor="ct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chemeClr val="dk1"/>
                        </a:buClr>
                        <a:buSzPts val="1700"/>
                        <a:buFont typeface="Comic Sans MS"/>
                        <a:buNone/>
                      </a:pPr>
                      <a:r>
                        <a:rPr b="1" i="0" lang="en-US" sz="1700" u="none" cap="none" strike="noStrike">
                          <a:solidFill>
                            <a:schemeClr val="dk1"/>
                          </a:solidFill>
                          <a:latin typeface="Comic Sans MS"/>
                          <a:ea typeface="Comic Sans MS"/>
                          <a:cs typeface="Comic Sans MS"/>
                          <a:sym typeface="Comic Sans MS"/>
                        </a:rPr>
                        <a:t>101</a:t>
                      </a:r>
                      <a:endParaRPr/>
                    </a:p>
                  </a:txBody>
                  <a:tcPr marT="46800" marB="46800" marR="90000" marL="90000" anchor="ct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chemeClr val="dk1"/>
                        </a:buClr>
                        <a:buSzPts val="1700"/>
                        <a:buFont typeface="Comic Sans MS"/>
                        <a:buNone/>
                      </a:pPr>
                      <a:r>
                        <a:rPr b="1" i="0" lang="en-US" sz="1700" u="none" cap="none" strike="noStrike">
                          <a:solidFill>
                            <a:schemeClr val="dk1"/>
                          </a:solidFill>
                          <a:latin typeface="Comic Sans MS"/>
                          <a:ea typeface="Comic Sans MS"/>
                          <a:cs typeface="Comic Sans MS"/>
                          <a:sym typeface="Comic Sans MS"/>
                        </a:rPr>
                        <a:t>111</a:t>
                      </a:r>
                      <a:endParaRPr/>
                    </a:p>
                  </a:txBody>
                  <a:tcPr marT="46800" marB="46800" marR="90000" marL="90000" anchor="ct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chemeClr val="dk1"/>
                        </a:buClr>
                        <a:buSzPts val="1700"/>
                        <a:buFont typeface="Comic Sans MS"/>
                        <a:buNone/>
                      </a:pPr>
                      <a:r>
                        <a:rPr b="1" i="0" lang="en-US" sz="1700" u="none" cap="none" strike="noStrike">
                          <a:solidFill>
                            <a:schemeClr val="dk1"/>
                          </a:solidFill>
                          <a:latin typeface="Comic Sans MS"/>
                          <a:ea typeface="Comic Sans MS"/>
                          <a:cs typeface="Comic Sans MS"/>
                          <a:sym typeface="Comic Sans MS"/>
                        </a:rPr>
                        <a:t>100</a:t>
                      </a:r>
                      <a:endParaRPr/>
                    </a:p>
                  </a:txBody>
                  <a:tcPr marT="46800" marB="46800" marR="90000" marL="90000" anchor="ct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chemeClr val="dk1"/>
                        </a:buClr>
                        <a:buSzPts val="1700"/>
                        <a:buFont typeface="Comic Sans MS"/>
                        <a:buNone/>
                      </a:pPr>
                      <a:r>
                        <a:rPr b="1" i="0" lang="en-US" sz="1700" u="none" cap="none" strike="noStrike">
                          <a:solidFill>
                            <a:schemeClr val="dk1"/>
                          </a:solidFill>
                          <a:latin typeface="Comic Sans MS"/>
                          <a:ea typeface="Comic Sans MS"/>
                          <a:cs typeface="Comic Sans MS"/>
                          <a:sym typeface="Comic Sans MS"/>
                        </a:rPr>
                        <a:t>000</a:t>
                      </a:r>
                      <a:endParaRPr/>
                    </a:p>
                  </a:txBody>
                  <a:tcPr marT="46800" marB="46800" marR="90000" marL="90000" anchor="ct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chemeClr val="dk1"/>
                        </a:buClr>
                        <a:buSzPts val="1700"/>
                        <a:buFont typeface="Comic Sans MS"/>
                        <a:buNone/>
                      </a:pPr>
                      <a:r>
                        <a:rPr b="1" i="0" lang="en-US" sz="1700" u="none" cap="none" strike="noStrike">
                          <a:solidFill>
                            <a:schemeClr val="dk1"/>
                          </a:solidFill>
                          <a:latin typeface="Comic Sans MS"/>
                          <a:ea typeface="Comic Sans MS"/>
                          <a:cs typeface="Comic Sans MS"/>
                          <a:sym typeface="Comic Sans MS"/>
                        </a:rPr>
                        <a:t>101</a:t>
                      </a:r>
                      <a:endParaRPr/>
                    </a:p>
                  </a:txBody>
                  <a:tcPr marT="46800" marB="46800" marR="90000" marL="90000" anchor="ct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chemeClr val="dk1"/>
                        </a:buClr>
                        <a:buSzPts val="1700"/>
                        <a:buFont typeface="Comic Sans MS"/>
                        <a:buNone/>
                      </a:pPr>
                      <a:r>
                        <a:rPr b="1" i="0" lang="en-US" sz="1700" u="none" cap="none" strike="noStrike">
                          <a:solidFill>
                            <a:schemeClr val="dk1"/>
                          </a:solidFill>
                          <a:latin typeface="Comic Sans MS"/>
                          <a:ea typeface="Comic Sans MS"/>
                          <a:cs typeface="Comic Sans MS"/>
                          <a:sym typeface="Comic Sans MS"/>
                        </a:rPr>
                        <a:t>110</a:t>
                      </a:r>
                      <a:endParaRPr/>
                    </a:p>
                  </a:txBody>
                  <a:tcPr marT="46800" marB="46800" marR="90000" marL="90000" anchor="ct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chemeClr val="dk1"/>
                        </a:buClr>
                        <a:buSzPts val="1700"/>
                        <a:buFont typeface="Comic Sans MS"/>
                        <a:buNone/>
                      </a:pPr>
                      <a:r>
                        <a:rPr b="1" i="0" lang="en-US" sz="1700" u="none" cap="none" strike="noStrike">
                          <a:solidFill>
                            <a:schemeClr val="dk1"/>
                          </a:solidFill>
                          <a:latin typeface="Comic Sans MS"/>
                          <a:ea typeface="Comic Sans MS"/>
                          <a:cs typeface="Comic Sans MS"/>
                          <a:sym typeface="Comic Sans MS"/>
                        </a:rPr>
                        <a:t>000</a:t>
                      </a:r>
                      <a:endParaRPr/>
                    </a:p>
                  </a:txBody>
                  <a:tcPr marT="46800" marB="46800" marR="90000" marL="90000" anchor="ct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r>
              <a:tr h="538150">
                <a:tc rowSpan="2">
                  <a:txBody>
                    <a:bodyPr/>
                    <a:lstStyle/>
                    <a:p>
                      <a:pPr indent="0" lvl="0" marL="0" marR="0" rtl="0" algn="l">
                        <a:lnSpc>
                          <a:spcPct val="100000"/>
                        </a:lnSpc>
                        <a:spcBef>
                          <a:spcPts val="0"/>
                        </a:spcBef>
                        <a:spcAft>
                          <a:spcPts val="0"/>
                        </a:spcAft>
                        <a:buClr>
                          <a:srgbClr val="FF0000"/>
                        </a:buClr>
                        <a:buSzPts val="2600"/>
                        <a:buFont typeface="Comic Sans MS"/>
                        <a:buNone/>
                      </a:pPr>
                      <a:r>
                        <a:rPr b="0" i="0" lang="en-US" sz="2600" u="none" cap="none" strike="noStrike">
                          <a:solidFill>
                            <a:srgbClr val="FF0000"/>
                          </a:solidFill>
                          <a:latin typeface="Comic Sans MS"/>
                          <a:ea typeface="Comic Sans MS"/>
                          <a:cs typeface="Comic Sans MS"/>
                          <a:sym typeface="Comic Sans MS"/>
                        </a:rPr>
                        <a:t>P</a:t>
                      </a:r>
                      <a:endParaRPr/>
                    </a:p>
                  </a:txBody>
                  <a:tcPr marT="46800" marB="46800" marR="90000" marL="90000" anchor="ctr">
                    <a:lnT cap="flat" cmpd="sng" w="28575">
                      <a:solidFill>
                        <a:schemeClr val="dk1"/>
                      </a:solidFill>
                      <a:prstDash val="solid"/>
                      <a:round/>
                      <a:headEnd len="sm" w="sm" type="none"/>
                      <a:tailEnd len="sm" w="sm" type="none"/>
                    </a:lnT>
                    <a:noFill/>
                  </a:tcPr>
                </a:tc>
                <a:tc>
                  <a:txBody>
                    <a:bodyPr/>
                    <a:lstStyle/>
                    <a:p>
                      <a:pPr indent="0" lvl="0" marL="0" marR="0" rtl="0" algn="l">
                        <a:lnSpc>
                          <a:spcPct val="100000"/>
                        </a:lnSpc>
                        <a:spcBef>
                          <a:spcPts val="0"/>
                        </a:spcBef>
                        <a:spcAft>
                          <a:spcPts val="0"/>
                        </a:spcAft>
                        <a:buClr>
                          <a:srgbClr val="FF0000"/>
                        </a:buClr>
                        <a:buSzPts val="1700"/>
                        <a:buFont typeface="Comic Sans MS"/>
                        <a:buNone/>
                      </a:pPr>
                      <a:r>
                        <a:rPr b="0" i="0" lang="en-US" sz="1700" u="none" cap="none" strike="noStrike">
                          <a:solidFill>
                            <a:srgbClr val="FF0000"/>
                          </a:solidFill>
                          <a:latin typeface="Comic Sans MS"/>
                          <a:ea typeface="Comic Sans MS"/>
                          <a:cs typeface="Comic Sans MS"/>
                          <a:sym typeface="Comic Sans MS"/>
                        </a:rPr>
                        <a:t>001</a:t>
                      </a:r>
                      <a:endParaRPr/>
                    </a:p>
                  </a:txBody>
                  <a:tcPr marT="46800" marB="46800" marR="90000" marL="90000" anchor="ct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FF0000"/>
                        </a:buClr>
                        <a:buSzPts val="1700"/>
                        <a:buFont typeface="Comic Sans MS"/>
                        <a:buNone/>
                      </a:pPr>
                      <a:r>
                        <a:rPr b="0" i="0" lang="en-US" sz="1700" u="none" cap="none" strike="noStrike">
                          <a:solidFill>
                            <a:srgbClr val="FF0000"/>
                          </a:solidFill>
                          <a:latin typeface="Comic Sans MS"/>
                          <a:ea typeface="Comic Sans MS"/>
                          <a:cs typeface="Comic Sans MS"/>
                          <a:sym typeface="Comic Sans MS"/>
                        </a:rPr>
                        <a:t>000</a:t>
                      </a:r>
                      <a:endParaRPr/>
                    </a:p>
                  </a:txBody>
                  <a:tcPr marT="46800" marB="46800" marR="90000" marL="90000" anchor="ct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FF0000"/>
                        </a:buClr>
                        <a:buSzPts val="1700"/>
                        <a:buFont typeface="Comic Sans MS"/>
                        <a:buNone/>
                      </a:pPr>
                      <a:r>
                        <a:rPr b="0" i="0" lang="en-US" sz="1700" u="none" cap="none" strike="noStrike">
                          <a:solidFill>
                            <a:srgbClr val="FF0000"/>
                          </a:solidFill>
                          <a:latin typeface="Comic Sans MS"/>
                          <a:ea typeface="Comic Sans MS"/>
                          <a:cs typeface="Comic Sans MS"/>
                          <a:sym typeface="Comic Sans MS"/>
                        </a:rPr>
                        <a:t>010</a:t>
                      </a:r>
                      <a:endParaRPr/>
                    </a:p>
                  </a:txBody>
                  <a:tcPr marT="46800" marB="46800" marR="90000" marL="90000" anchor="ct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FF0000"/>
                        </a:buClr>
                        <a:buSzPts val="1700"/>
                        <a:buFont typeface="Comic Sans MS"/>
                        <a:buNone/>
                      </a:pPr>
                      <a:r>
                        <a:rPr b="0" i="0" lang="en-US" sz="1700" u="none" cap="none" strike="noStrike">
                          <a:solidFill>
                            <a:srgbClr val="FF0000"/>
                          </a:solidFill>
                          <a:latin typeface="Comic Sans MS"/>
                          <a:ea typeface="Comic Sans MS"/>
                          <a:cs typeface="Comic Sans MS"/>
                          <a:sym typeface="Comic Sans MS"/>
                        </a:rPr>
                        <a:t>100</a:t>
                      </a:r>
                      <a:endParaRPr/>
                    </a:p>
                  </a:txBody>
                  <a:tcPr marT="46800" marB="46800" marR="90000" marL="90000" anchor="ct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FF0000"/>
                        </a:buClr>
                        <a:buSzPts val="1700"/>
                        <a:buFont typeface="Comic Sans MS"/>
                        <a:buNone/>
                      </a:pPr>
                      <a:r>
                        <a:rPr b="0" i="0" lang="en-US" sz="1700" u="none" cap="none" strike="noStrike">
                          <a:solidFill>
                            <a:srgbClr val="FF0000"/>
                          </a:solidFill>
                          <a:latin typeface="Comic Sans MS"/>
                          <a:ea typeface="Comic Sans MS"/>
                          <a:cs typeface="Comic Sans MS"/>
                          <a:sym typeface="Comic Sans MS"/>
                        </a:rPr>
                        <a:t>001</a:t>
                      </a:r>
                      <a:endParaRPr/>
                    </a:p>
                  </a:txBody>
                  <a:tcPr marT="46800" marB="46800" marR="90000" marL="90000" anchor="ct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FF0000"/>
                        </a:buClr>
                        <a:buSzPts val="1700"/>
                        <a:buFont typeface="Comic Sans MS"/>
                        <a:buNone/>
                      </a:pPr>
                      <a:r>
                        <a:rPr b="0" i="0" lang="en-US" sz="1700" u="none" cap="none" strike="noStrike">
                          <a:solidFill>
                            <a:srgbClr val="FF0000"/>
                          </a:solidFill>
                          <a:latin typeface="Comic Sans MS"/>
                          <a:ea typeface="Comic Sans MS"/>
                          <a:cs typeface="Comic Sans MS"/>
                          <a:sym typeface="Comic Sans MS"/>
                        </a:rPr>
                        <a:t>010</a:t>
                      </a:r>
                      <a:endParaRPr/>
                    </a:p>
                  </a:txBody>
                  <a:tcPr marT="46800" marB="46800" marR="90000" marL="90000" anchor="ct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FF0000"/>
                        </a:buClr>
                        <a:buSzPts val="1700"/>
                        <a:buFont typeface="Comic Sans MS"/>
                        <a:buNone/>
                      </a:pPr>
                      <a:r>
                        <a:rPr b="0" i="0" lang="en-US" sz="1700" u="none" cap="none" strike="noStrike">
                          <a:solidFill>
                            <a:srgbClr val="FF0000"/>
                          </a:solidFill>
                          <a:latin typeface="Comic Sans MS"/>
                          <a:ea typeface="Comic Sans MS"/>
                          <a:cs typeface="Comic Sans MS"/>
                          <a:sym typeface="Comic Sans MS"/>
                        </a:rPr>
                        <a:t>111</a:t>
                      </a:r>
                      <a:endParaRPr/>
                    </a:p>
                  </a:txBody>
                  <a:tcPr marT="46800" marB="46800" marR="90000" marL="90000" anchor="ct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FF0000"/>
                        </a:buClr>
                        <a:buSzPts val="1700"/>
                        <a:buFont typeface="Comic Sans MS"/>
                        <a:buNone/>
                      </a:pPr>
                      <a:r>
                        <a:rPr b="0" i="0" lang="en-US" sz="1700" u="none" cap="none" strike="noStrike">
                          <a:solidFill>
                            <a:srgbClr val="FF0000"/>
                          </a:solidFill>
                          <a:latin typeface="Comic Sans MS"/>
                          <a:ea typeface="Comic Sans MS"/>
                          <a:cs typeface="Comic Sans MS"/>
                          <a:sym typeface="Comic Sans MS"/>
                        </a:rPr>
                        <a:t>100</a:t>
                      </a:r>
                      <a:endParaRPr/>
                    </a:p>
                  </a:txBody>
                  <a:tcPr marT="46800" marB="46800" marR="90000" marL="90000" anchor="ct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FF0000"/>
                        </a:buClr>
                        <a:buSzPts val="1700"/>
                        <a:buFont typeface="Comic Sans MS"/>
                        <a:buNone/>
                      </a:pPr>
                      <a:r>
                        <a:rPr b="0" i="0" lang="en-US" sz="1700" u="none" cap="none" strike="noStrike">
                          <a:solidFill>
                            <a:srgbClr val="FF0000"/>
                          </a:solidFill>
                          <a:latin typeface="Comic Sans MS"/>
                          <a:ea typeface="Comic Sans MS"/>
                          <a:cs typeface="Comic Sans MS"/>
                          <a:sym typeface="Comic Sans MS"/>
                        </a:rPr>
                        <a:t>000</a:t>
                      </a:r>
                      <a:endParaRPr/>
                    </a:p>
                  </a:txBody>
                  <a:tcPr marT="46800" marB="46800" marR="90000" marL="90000" anchor="ct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FF0000"/>
                        </a:buClr>
                        <a:buSzPts val="1700"/>
                        <a:buFont typeface="Comic Sans MS"/>
                        <a:buNone/>
                      </a:pPr>
                      <a:r>
                        <a:rPr b="0" i="0" lang="en-US" sz="1700" u="none" cap="none" strike="noStrike">
                          <a:solidFill>
                            <a:srgbClr val="FF0000"/>
                          </a:solidFill>
                          <a:latin typeface="Comic Sans MS"/>
                          <a:ea typeface="Comic Sans MS"/>
                          <a:cs typeface="Comic Sans MS"/>
                          <a:sym typeface="Comic Sans MS"/>
                        </a:rPr>
                        <a:t>101</a:t>
                      </a:r>
                      <a:endParaRPr/>
                    </a:p>
                  </a:txBody>
                  <a:tcPr marT="46800" marB="46800" marR="90000" marL="90000" anchor="ct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r>
              <a:tr h="487350">
                <a:tc vMerge="1"/>
                <a:tc>
                  <a:txBody>
                    <a:bodyPr/>
                    <a:lstStyle/>
                    <a:p>
                      <a:pPr indent="0" lvl="0" marL="0" marR="0" rtl="0" algn="l">
                        <a:lnSpc>
                          <a:spcPct val="100000"/>
                        </a:lnSpc>
                        <a:spcBef>
                          <a:spcPts val="0"/>
                        </a:spcBef>
                        <a:spcAft>
                          <a:spcPts val="0"/>
                        </a:spcAft>
                        <a:buClr>
                          <a:srgbClr val="FF0000"/>
                        </a:buClr>
                        <a:buSzPts val="2200"/>
                        <a:buFont typeface="Comic Sans MS"/>
                        <a:buNone/>
                      </a:pPr>
                      <a:r>
                        <a:rPr b="0" i="0" lang="en-US" sz="2200" u="none" cap="none" strike="noStrike">
                          <a:solidFill>
                            <a:srgbClr val="FF0000"/>
                          </a:solidFill>
                          <a:latin typeface="Comic Sans MS"/>
                          <a:ea typeface="Comic Sans MS"/>
                          <a:cs typeface="Comic Sans MS"/>
                          <a:sym typeface="Comic Sans MS"/>
                        </a:rPr>
                        <a:t>h</a:t>
                      </a:r>
                      <a:endParaRPr/>
                    </a:p>
                  </a:txBody>
                  <a:tcPr marT="46800" marB="46800" marR="90000" marL="90000" anchor="ctr">
                    <a:lnT cap="flat" cmpd="sng" w="12700">
                      <a:solidFill>
                        <a:schemeClr val="dk1"/>
                      </a:solidFill>
                      <a:prstDash val="solid"/>
                      <a:round/>
                      <a:headEnd len="sm" w="sm" type="none"/>
                      <a:tailEnd len="sm" w="sm" type="none"/>
                    </a:lnT>
                    <a:noFill/>
                  </a:tcPr>
                </a:tc>
                <a:tc>
                  <a:txBody>
                    <a:bodyPr/>
                    <a:lstStyle/>
                    <a:p>
                      <a:pPr indent="0" lvl="0" marL="0" marR="0" rtl="0" algn="l">
                        <a:lnSpc>
                          <a:spcPct val="100000"/>
                        </a:lnSpc>
                        <a:spcBef>
                          <a:spcPts val="0"/>
                        </a:spcBef>
                        <a:spcAft>
                          <a:spcPts val="0"/>
                        </a:spcAft>
                        <a:buClr>
                          <a:srgbClr val="FF0000"/>
                        </a:buClr>
                        <a:buSzPts val="2200"/>
                        <a:buFont typeface="Comic Sans MS"/>
                        <a:buNone/>
                      </a:pPr>
                      <a:r>
                        <a:rPr b="0" i="0" lang="en-US" sz="2200" u="none" cap="none" strike="noStrike">
                          <a:solidFill>
                            <a:srgbClr val="FF0000"/>
                          </a:solidFill>
                          <a:latin typeface="Comic Sans MS"/>
                          <a:ea typeface="Comic Sans MS"/>
                          <a:cs typeface="Comic Sans MS"/>
                          <a:sym typeface="Comic Sans MS"/>
                        </a:rPr>
                        <a:t>e</a:t>
                      </a:r>
                      <a:endParaRPr/>
                    </a:p>
                  </a:txBody>
                  <a:tcPr marT="46800" marB="46800" marR="90000" marL="90000" anchor="ctr">
                    <a:lnT cap="flat" cmpd="sng" w="12700">
                      <a:solidFill>
                        <a:schemeClr val="dk1"/>
                      </a:solidFill>
                      <a:prstDash val="solid"/>
                      <a:round/>
                      <a:headEnd len="sm" w="sm" type="none"/>
                      <a:tailEnd len="sm" w="sm" type="none"/>
                    </a:lnT>
                    <a:noFill/>
                  </a:tcPr>
                </a:tc>
                <a:tc>
                  <a:txBody>
                    <a:bodyPr/>
                    <a:lstStyle/>
                    <a:p>
                      <a:pPr indent="0" lvl="0" marL="0" marR="0" rtl="0" algn="l">
                        <a:lnSpc>
                          <a:spcPct val="100000"/>
                        </a:lnSpc>
                        <a:spcBef>
                          <a:spcPts val="0"/>
                        </a:spcBef>
                        <a:spcAft>
                          <a:spcPts val="0"/>
                        </a:spcAft>
                        <a:buClr>
                          <a:srgbClr val="FF0000"/>
                        </a:buClr>
                        <a:buSzPts val="2200"/>
                        <a:buFont typeface="Comic Sans MS"/>
                        <a:buNone/>
                      </a:pPr>
                      <a:r>
                        <a:rPr b="0" i="0" lang="en-US" sz="2200" u="none" cap="none" strike="noStrike">
                          <a:solidFill>
                            <a:srgbClr val="FF0000"/>
                          </a:solidFill>
                          <a:latin typeface="Comic Sans MS"/>
                          <a:ea typeface="Comic Sans MS"/>
                          <a:cs typeface="Comic Sans MS"/>
                          <a:sym typeface="Comic Sans MS"/>
                        </a:rPr>
                        <a:t>i</a:t>
                      </a:r>
                      <a:endParaRPr/>
                    </a:p>
                  </a:txBody>
                  <a:tcPr marT="46800" marB="46800" marR="90000" marL="90000" anchor="ctr">
                    <a:lnT cap="flat" cmpd="sng" w="12700">
                      <a:solidFill>
                        <a:schemeClr val="dk1"/>
                      </a:solidFill>
                      <a:prstDash val="solid"/>
                      <a:round/>
                      <a:headEnd len="sm" w="sm" type="none"/>
                      <a:tailEnd len="sm" w="sm" type="none"/>
                    </a:lnT>
                    <a:noFill/>
                  </a:tcPr>
                </a:tc>
                <a:tc>
                  <a:txBody>
                    <a:bodyPr/>
                    <a:lstStyle/>
                    <a:p>
                      <a:pPr indent="0" lvl="0" marL="0" marR="0" rtl="0" algn="l">
                        <a:lnSpc>
                          <a:spcPct val="100000"/>
                        </a:lnSpc>
                        <a:spcBef>
                          <a:spcPts val="0"/>
                        </a:spcBef>
                        <a:spcAft>
                          <a:spcPts val="0"/>
                        </a:spcAft>
                        <a:buClr>
                          <a:srgbClr val="FF0000"/>
                        </a:buClr>
                        <a:buSzPts val="2200"/>
                        <a:buFont typeface="Comic Sans MS"/>
                        <a:buNone/>
                      </a:pPr>
                      <a:r>
                        <a:rPr b="0" i="0" lang="en-US" sz="2200" u="none" cap="none" strike="noStrike">
                          <a:solidFill>
                            <a:srgbClr val="FF0000"/>
                          </a:solidFill>
                          <a:latin typeface="Comic Sans MS"/>
                          <a:ea typeface="Comic Sans MS"/>
                          <a:cs typeface="Comic Sans MS"/>
                          <a:sym typeface="Comic Sans MS"/>
                        </a:rPr>
                        <a:t>l</a:t>
                      </a:r>
                      <a:endParaRPr/>
                    </a:p>
                  </a:txBody>
                  <a:tcPr marT="46800" marB="46800" marR="90000" marL="90000" anchor="ctr">
                    <a:lnT cap="flat" cmpd="sng" w="12700">
                      <a:solidFill>
                        <a:schemeClr val="dk1"/>
                      </a:solidFill>
                      <a:prstDash val="solid"/>
                      <a:round/>
                      <a:headEnd len="sm" w="sm" type="none"/>
                      <a:tailEnd len="sm" w="sm" type="none"/>
                    </a:lnT>
                    <a:noFill/>
                  </a:tcPr>
                </a:tc>
                <a:tc>
                  <a:txBody>
                    <a:bodyPr/>
                    <a:lstStyle/>
                    <a:p>
                      <a:pPr indent="0" lvl="0" marL="0" marR="0" rtl="0" algn="l">
                        <a:lnSpc>
                          <a:spcPct val="100000"/>
                        </a:lnSpc>
                        <a:spcBef>
                          <a:spcPts val="0"/>
                        </a:spcBef>
                        <a:spcAft>
                          <a:spcPts val="0"/>
                        </a:spcAft>
                        <a:buClr>
                          <a:srgbClr val="FF0000"/>
                        </a:buClr>
                        <a:buSzPts val="2200"/>
                        <a:buFont typeface="Comic Sans MS"/>
                        <a:buNone/>
                      </a:pPr>
                      <a:r>
                        <a:rPr b="0" i="0" lang="en-US" sz="2200" u="none" cap="none" strike="noStrike">
                          <a:solidFill>
                            <a:srgbClr val="FF0000"/>
                          </a:solidFill>
                          <a:latin typeface="Comic Sans MS"/>
                          <a:ea typeface="Comic Sans MS"/>
                          <a:cs typeface="Comic Sans MS"/>
                          <a:sym typeface="Comic Sans MS"/>
                        </a:rPr>
                        <a:t>h</a:t>
                      </a:r>
                      <a:endParaRPr/>
                    </a:p>
                  </a:txBody>
                  <a:tcPr marT="46800" marB="46800" marR="90000" marL="90000" anchor="ctr">
                    <a:lnT cap="flat" cmpd="sng" w="12700">
                      <a:solidFill>
                        <a:schemeClr val="dk1"/>
                      </a:solidFill>
                      <a:prstDash val="solid"/>
                      <a:round/>
                      <a:headEnd len="sm" w="sm" type="none"/>
                      <a:tailEnd len="sm" w="sm" type="none"/>
                    </a:lnT>
                    <a:noFill/>
                  </a:tcPr>
                </a:tc>
                <a:tc>
                  <a:txBody>
                    <a:bodyPr/>
                    <a:lstStyle/>
                    <a:p>
                      <a:pPr indent="0" lvl="0" marL="0" marR="0" rtl="0" algn="l">
                        <a:lnSpc>
                          <a:spcPct val="100000"/>
                        </a:lnSpc>
                        <a:spcBef>
                          <a:spcPts val="0"/>
                        </a:spcBef>
                        <a:spcAft>
                          <a:spcPts val="0"/>
                        </a:spcAft>
                        <a:buClr>
                          <a:srgbClr val="FF0000"/>
                        </a:buClr>
                        <a:buSzPts val="2200"/>
                        <a:buFont typeface="Comic Sans MS"/>
                        <a:buNone/>
                      </a:pPr>
                      <a:r>
                        <a:rPr b="0" i="0" lang="en-US" sz="2200" u="none" cap="none" strike="noStrike">
                          <a:solidFill>
                            <a:srgbClr val="FF0000"/>
                          </a:solidFill>
                          <a:latin typeface="Comic Sans MS"/>
                          <a:ea typeface="Comic Sans MS"/>
                          <a:cs typeface="Comic Sans MS"/>
                          <a:sym typeface="Comic Sans MS"/>
                        </a:rPr>
                        <a:t>i</a:t>
                      </a:r>
                      <a:endParaRPr/>
                    </a:p>
                  </a:txBody>
                  <a:tcPr marT="46800" marB="46800" marR="90000" marL="90000" anchor="ctr">
                    <a:lnT cap="flat" cmpd="sng" w="12700">
                      <a:solidFill>
                        <a:schemeClr val="dk1"/>
                      </a:solidFill>
                      <a:prstDash val="solid"/>
                      <a:round/>
                      <a:headEnd len="sm" w="sm" type="none"/>
                      <a:tailEnd len="sm" w="sm" type="none"/>
                    </a:lnT>
                    <a:noFill/>
                  </a:tcPr>
                </a:tc>
                <a:tc>
                  <a:txBody>
                    <a:bodyPr/>
                    <a:lstStyle/>
                    <a:p>
                      <a:pPr indent="0" lvl="0" marL="0" marR="0" rtl="0" algn="l">
                        <a:lnSpc>
                          <a:spcPct val="100000"/>
                        </a:lnSpc>
                        <a:spcBef>
                          <a:spcPts val="0"/>
                        </a:spcBef>
                        <a:spcAft>
                          <a:spcPts val="0"/>
                        </a:spcAft>
                        <a:buClr>
                          <a:srgbClr val="FF0000"/>
                        </a:buClr>
                        <a:buSzPts val="2200"/>
                        <a:buFont typeface="Comic Sans MS"/>
                        <a:buNone/>
                      </a:pPr>
                      <a:r>
                        <a:rPr b="0" i="0" lang="en-US" sz="2200" u="none" cap="none" strike="noStrike">
                          <a:solidFill>
                            <a:srgbClr val="FF0000"/>
                          </a:solidFill>
                          <a:latin typeface="Comic Sans MS"/>
                          <a:ea typeface="Comic Sans MS"/>
                          <a:cs typeface="Comic Sans MS"/>
                          <a:sym typeface="Comic Sans MS"/>
                        </a:rPr>
                        <a:t>t</a:t>
                      </a:r>
                      <a:endParaRPr/>
                    </a:p>
                  </a:txBody>
                  <a:tcPr marT="46800" marB="46800" marR="90000" marL="90000" anchor="ctr">
                    <a:lnT cap="flat" cmpd="sng" w="12700">
                      <a:solidFill>
                        <a:schemeClr val="dk1"/>
                      </a:solidFill>
                      <a:prstDash val="solid"/>
                      <a:round/>
                      <a:headEnd len="sm" w="sm" type="none"/>
                      <a:tailEnd len="sm" w="sm" type="none"/>
                    </a:lnT>
                    <a:noFill/>
                  </a:tcPr>
                </a:tc>
                <a:tc>
                  <a:txBody>
                    <a:bodyPr/>
                    <a:lstStyle/>
                    <a:p>
                      <a:pPr indent="0" lvl="0" marL="0" marR="0" rtl="0" algn="l">
                        <a:lnSpc>
                          <a:spcPct val="100000"/>
                        </a:lnSpc>
                        <a:spcBef>
                          <a:spcPts val="0"/>
                        </a:spcBef>
                        <a:spcAft>
                          <a:spcPts val="0"/>
                        </a:spcAft>
                        <a:buClr>
                          <a:srgbClr val="FF0000"/>
                        </a:buClr>
                        <a:buSzPts val="2200"/>
                        <a:buFont typeface="Comic Sans MS"/>
                        <a:buNone/>
                      </a:pPr>
                      <a:r>
                        <a:rPr b="0" i="0" lang="en-US" sz="2200" u="none" cap="none" strike="noStrike">
                          <a:solidFill>
                            <a:srgbClr val="FF0000"/>
                          </a:solidFill>
                          <a:latin typeface="Comic Sans MS"/>
                          <a:ea typeface="Comic Sans MS"/>
                          <a:cs typeface="Comic Sans MS"/>
                          <a:sym typeface="Comic Sans MS"/>
                        </a:rPr>
                        <a:t>l</a:t>
                      </a:r>
                      <a:endParaRPr/>
                    </a:p>
                  </a:txBody>
                  <a:tcPr marT="46800" marB="46800" marR="90000" marL="90000" anchor="ctr">
                    <a:lnT cap="flat" cmpd="sng" w="12700">
                      <a:solidFill>
                        <a:schemeClr val="dk1"/>
                      </a:solidFill>
                      <a:prstDash val="solid"/>
                      <a:round/>
                      <a:headEnd len="sm" w="sm" type="none"/>
                      <a:tailEnd len="sm" w="sm" type="none"/>
                    </a:lnT>
                    <a:noFill/>
                  </a:tcPr>
                </a:tc>
                <a:tc>
                  <a:txBody>
                    <a:bodyPr/>
                    <a:lstStyle/>
                    <a:p>
                      <a:pPr indent="0" lvl="0" marL="0" marR="0" rtl="0" algn="l">
                        <a:lnSpc>
                          <a:spcPct val="100000"/>
                        </a:lnSpc>
                        <a:spcBef>
                          <a:spcPts val="0"/>
                        </a:spcBef>
                        <a:spcAft>
                          <a:spcPts val="0"/>
                        </a:spcAft>
                        <a:buClr>
                          <a:srgbClr val="FF0000"/>
                        </a:buClr>
                        <a:buSzPts val="2200"/>
                        <a:buFont typeface="Comic Sans MS"/>
                        <a:buNone/>
                      </a:pPr>
                      <a:r>
                        <a:rPr b="0" i="0" lang="en-US" sz="2200" u="none" cap="none" strike="noStrike">
                          <a:solidFill>
                            <a:srgbClr val="FF0000"/>
                          </a:solidFill>
                          <a:latin typeface="Comic Sans MS"/>
                          <a:ea typeface="Comic Sans MS"/>
                          <a:cs typeface="Comic Sans MS"/>
                          <a:sym typeface="Comic Sans MS"/>
                        </a:rPr>
                        <a:t>e</a:t>
                      </a:r>
                      <a:endParaRPr/>
                    </a:p>
                  </a:txBody>
                  <a:tcPr marT="46800" marB="46800" marR="90000" marL="90000" anchor="ctr">
                    <a:lnT cap="flat" cmpd="sng" w="12700">
                      <a:solidFill>
                        <a:schemeClr val="dk1"/>
                      </a:solidFill>
                      <a:prstDash val="solid"/>
                      <a:round/>
                      <a:headEnd len="sm" w="sm" type="none"/>
                      <a:tailEnd len="sm" w="sm" type="none"/>
                    </a:lnT>
                    <a:noFill/>
                  </a:tcPr>
                </a:tc>
                <a:tc>
                  <a:txBody>
                    <a:bodyPr/>
                    <a:lstStyle/>
                    <a:p>
                      <a:pPr indent="0" lvl="0" marL="0" marR="0" rtl="0" algn="l">
                        <a:lnSpc>
                          <a:spcPct val="100000"/>
                        </a:lnSpc>
                        <a:spcBef>
                          <a:spcPts val="0"/>
                        </a:spcBef>
                        <a:spcAft>
                          <a:spcPts val="0"/>
                        </a:spcAft>
                        <a:buClr>
                          <a:srgbClr val="FF0000"/>
                        </a:buClr>
                        <a:buSzPts val="2200"/>
                        <a:buFont typeface="Comic Sans MS"/>
                        <a:buNone/>
                      </a:pPr>
                      <a:r>
                        <a:rPr b="0" i="0" lang="en-US" sz="2200" u="none" cap="none" strike="noStrike">
                          <a:solidFill>
                            <a:srgbClr val="FF0000"/>
                          </a:solidFill>
                          <a:latin typeface="Comic Sans MS"/>
                          <a:ea typeface="Comic Sans MS"/>
                          <a:cs typeface="Comic Sans MS"/>
                          <a:sym typeface="Comic Sans MS"/>
                        </a:rPr>
                        <a:t>r</a:t>
                      </a:r>
                      <a:endParaRPr/>
                    </a:p>
                  </a:txBody>
                  <a:tcPr marT="46800" marB="46800" marR="90000" marL="90000" anchor="ctr">
                    <a:lnT cap="flat" cmpd="sng" w="12700">
                      <a:solidFill>
                        <a:schemeClr val="dk1"/>
                      </a:solidFill>
                      <a:prstDash val="solid"/>
                      <a:round/>
                      <a:headEnd len="sm" w="sm" type="none"/>
                      <a:tailEnd len="sm" w="sm" type="none"/>
                    </a:lnT>
                    <a:noFill/>
                  </a:tcPr>
                </a:tc>
              </a:tr>
            </a:tbl>
          </a:graphicData>
        </a:graphic>
      </p:graphicFrame>
      <p:sp>
        <p:nvSpPr>
          <p:cNvPr id="451" name="Google Shape;451;p22"/>
          <p:cNvSpPr txBox="1"/>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900"/>
              <a:buFont typeface="Gill Sans"/>
              <a:buNone/>
            </a:pPr>
            <a:r>
              <a:rPr b="0" i="0" lang="en-US" sz="900" u="none">
                <a:solidFill>
                  <a:schemeClr val="accent2"/>
                </a:solidFill>
                <a:latin typeface="Gill Sans"/>
                <a:ea typeface="Gill Sans"/>
                <a:cs typeface="Gill Sans"/>
                <a:sym typeface="Gill Sans"/>
              </a:rPr>
              <a:t>*</a:t>
            </a:r>
            <a:endParaRPr/>
          </a:p>
        </p:txBody>
      </p:sp>
      <p:sp>
        <p:nvSpPr>
          <p:cNvPr id="452" name="Google Shape;452;p22"/>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Gill Sans"/>
              <a:buNone/>
            </a:pPr>
            <a:r>
              <a:rPr b="0" i="0" lang="en-US" sz="900" u="none">
                <a:solidFill>
                  <a:srgbClr val="898989"/>
                </a:solidFill>
                <a:latin typeface="Gill Sans"/>
                <a:ea typeface="Gill Sans"/>
                <a:cs typeface="Gill Sans"/>
                <a:sym typeface="Gill Sans"/>
              </a:rPr>
              <a:t>Chapter 2 Crypto Basics.     Dr. Muhammad Iqbal Hossain</a:t>
            </a:r>
            <a:endParaRPr/>
          </a:p>
        </p:txBody>
      </p:sp>
      <p:sp>
        <p:nvSpPr>
          <p:cNvPr id="453" name="Google Shape;453;p22"/>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sp>
        <p:nvSpPr>
          <p:cNvPr id="454" name="Google Shape;454;p22"/>
          <p:cNvSpPr txBox="1"/>
          <p:nvPr/>
        </p:nvSpPr>
        <p:spPr>
          <a:xfrm>
            <a:off x="455225" y="1700200"/>
            <a:ext cx="8322600" cy="400200"/>
          </a:xfrm>
          <a:prstGeom prst="rect">
            <a:avLst/>
          </a:prstGeom>
          <a:noFill/>
          <a:ln cap="flat" cmpd="sng" w="9525">
            <a:solidFill>
              <a:srgbClr val="FF0000"/>
            </a:solidFill>
            <a:prstDash val="solid"/>
            <a:miter lim="800000"/>
            <a:headEnd len="sm" w="sm" type="none"/>
            <a:tailEnd len="sm" w="sm" type="none"/>
          </a:ln>
        </p:spPr>
        <p:txBody>
          <a:bodyPr anchorCtr="0" anchor="t" bIns="45700" lIns="91425" spcFirstLastPara="1" rIns="91425" wrap="square" tIns="45700">
            <a:spAutoFit/>
          </a:bodyPr>
          <a:lstStyle/>
          <a:p>
            <a:pPr indent="-457200" lvl="0" marL="457200" marR="0" rtl="0" algn="l">
              <a:lnSpc>
                <a:spcPct val="100000"/>
              </a:lnSpc>
              <a:spcBef>
                <a:spcPts val="0"/>
              </a:spcBef>
              <a:spcAft>
                <a:spcPts val="0"/>
              </a:spcAft>
              <a:buClr>
                <a:schemeClr val="dk1"/>
              </a:buClr>
              <a:buSzPts val="2000"/>
              <a:buFont typeface="Lemon"/>
              <a:buNone/>
            </a:pPr>
            <a:r>
              <a:rPr b="0" i="0" lang="en-US" sz="2000" u="none">
                <a:solidFill>
                  <a:schemeClr val="dk1"/>
                </a:solidFill>
                <a:latin typeface="Lemon"/>
                <a:ea typeface="Lemon"/>
                <a:cs typeface="Lemon"/>
                <a:sym typeface="Lemon"/>
              </a:rPr>
              <a:t>e=000  h=001  i=010  k=011  l=100  r=101  s=110  t=111</a:t>
            </a:r>
            <a:endParaRPr/>
          </a:p>
        </p:txBody>
      </p:sp>
      <p:sp>
        <p:nvSpPr>
          <p:cNvPr id="455" name="Google Shape;455;p22"/>
          <p:cNvSpPr txBox="1"/>
          <p:nvPr/>
        </p:nvSpPr>
        <p:spPr>
          <a:xfrm>
            <a:off x="989000" y="2420925"/>
            <a:ext cx="74724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1" i="0" lang="en-US" sz="2400" u="none">
                <a:solidFill>
                  <a:schemeClr val="dk1"/>
                </a:solidFill>
                <a:latin typeface="Comic Sans MS"/>
                <a:ea typeface="Comic Sans MS"/>
                <a:cs typeface="Comic Sans MS"/>
                <a:sym typeface="Comic Sans MS"/>
              </a:rPr>
              <a:t>Decryption:</a:t>
            </a:r>
            <a:r>
              <a:rPr b="0" i="0" lang="en-US" sz="2400" u="none">
                <a:solidFill>
                  <a:srgbClr val="FF0000"/>
                </a:solidFill>
                <a:latin typeface="Comic Sans MS"/>
                <a:ea typeface="Comic Sans MS"/>
                <a:cs typeface="Comic Sans MS"/>
                <a:sym typeface="Comic Sans MS"/>
              </a:rPr>
              <a:t> </a:t>
            </a:r>
            <a:r>
              <a:rPr b="0" i="0" lang="en-US" sz="2400" u="none">
                <a:solidFill>
                  <a:srgbClr val="2B10F0"/>
                </a:solidFill>
                <a:latin typeface="Comic Sans MS"/>
                <a:ea typeface="Comic Sans MS"/>
                <a:cs typeface="Comic Sans MS"/>
                <a:sym typeface="Comic Sans MS"/>
              </a:rPr>
              <a:t>Ciphertext</a:t>
            </a:r>
            <a:r>
              <a:rPr b="0" i="0" lang="en-US" sz="2400" u="none">
                <a:solidFill>
                  <a:srgbClr val="FF0000"/>
                </a:solidFill>
                <a:latin typeface="Comic Sans MS"/>
                <a:ea typeface="Comic Sans MS"/>
                <a:cs typeface="Comic Sans MS"/>
                <a:sym typeface="Comic Sans MS"/>
              </a:rPr>
              <a:t> ⊕ </a:t>
            </a:r>
            <a:r>
              <a:rPr b="0" i="0" lang="en-US" sz="2400" u="none">
                <a:solidFill>
                  <a:schemeClr val="dk1"/>
                </a:solidFill>
                <a:latin typeface="Comic Sans MS"/>
                <a:ea typeface="Comic Sans MS"/>
                <a:cs typeface="Comic Sans MS"/>
                <a:sym typeface="Comic Sans MS"/>
              </a:rPr>
              <a:t>Key</a:t>
            </a:r>
            <a:r>
              <a:rPr b="0" i="0" lang="en-US" sz="2400" u="none">
                <a:solidFill>
                  <a:srgbClr val="FF0000"/>
                </a:solidFill>
                <a:latin typeface="Comic Sans MS"/>
                <a:ea typeface="Comic Sans MS"/>
                <a:cs typeface="Comic Sans MS"/>
                <a:sym typeface="Comic Sans MS"/>
              </a:rPr>
              <a:t> = Plaintext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23"/>
          <p:cNvSpPr txBox="1"/>
          <p:nvPr>
            <p:ph type="title"/>
          </p:nvPr>
        </p:nvSpPr>
        <p:spPr>
          <a:xfrm>
            <a:off x="785812" y="333375"/>
            <a:ext cx="7143750" cy="1008062"/>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300"/>
              <a:buFont typeface="Calibri"/>
              <a:buNone/>
            </a:pPr>
            <a:r>
              <a:rPr b="0" i="0" lang="en-US" sz="3300" u="none">
                <a:solidFill>
                  <a:schemeClr val="lt1"/>
                </a:solidFill>
                <a:latin typeface="Calibri"/>
                <a:ea typeface="Calibri"/>
                <a:cs typeface="Calibri"/>
                <a:sym typeface="Calibri"/>
              </a:rPr>
              <a:t>One-time Pad</a:t>
            </a:r>
            <a:endParaRPr/>
          </a:p>
        </p:txBody>
      </p:sp>
      <p:graphicFrame>
        <p:nvGraphicFramePr>
          <p:cNvPr id="461" name="Google Shape;461;p23"/>
          <p:cNvGraphicFramePr/>
          <p:nvPr/>
        </p:nvGraphicFramePr>
        <p:xfrm>
          <a:off x="785812" y="2286000"/>
          <a:ext cx="3000000" cy="3000000"/>
        </p:xfrm>
        <a:graphic>
          <a:graphicData uri="http://schemas.openxmlformats.org/drawingml/2006/table">
            <a:tbl>
              <a:tblPr>
                <a:noFill/>
                <a:tableStyleId>{9C8D57EF-903D-4D1E-BFAB-AFA734AC7F87}</a:tableStyleId>
              </a:tblPr>
              <a:tblGrid>
                <a:gridCol w="722300"/>
                <a:gridCol w="719125"/>
                <a:gridCol w="720725"/>
                <a:gridCol w="722300"/>
                <a:gridCol w="720725"/>
                <a:gridCol w="719125"/>
                <a:gridCol w="720725"/>
                <a:gridCol w="722300"/>
                <a:gridCol w="720725"/>
                <a:gridCol w="719125"/>
                <a:gridCol w="722300"/>
              </a:tblGrid>
              <a:tr h="534975">
                <a:tc rowSpan="2">
                  <a:txBody>
                    <a:bodyPr/>
                    <a:lstStyle/>
                    <a:p>
                      <a:pPr indent="0" lvl="0" marL="0" marR="0" rtl="0" algn="ctr">
                        <a:lnSpc>
                          <a:spcPct val="100000"/>
                        </a:lnSpc>
                        <a:spcBef>
                          <a:spcPts val="0"/>
                        </a:spcBef>
                        <a:spcAft>
                          <a:spcPts val="0"/>
                        </a:spcAft>
                        <a:buClr>
                          <a:srgbClr val="2B10F0"/>
                        </a:buClr>
                        <a:buSzPts val="2600"/>
                        <a:buFont typeface="Comic Sans MS"/>
                        <a:buNone/>
                      </a:pPr>
                      <a:r>
                        <a:rPr b="0" i="0" lang="en-US" sz="2600" u="none" cap="none" strike="noStrike">
                          <a:solidFill>
                            <a:srgbClr val="2B10F0"/>
                          </a:solidFill>
                          <a:latin typeface="Comic Sans MS"/>
                          <a:ea typeface="Comic Sans MS"/>
                          <a:cs typeface="Comic Sans MS"/>
                          <a:sym typeface="Comic Sans MS"/>
                        </a:rPr>
                        <a:t>C</a:t>
                      </a:r>
                      <a:endParaRPr/>
                    </a:p>
                  </a:txBody>
                  <a:tcPr marT="46800" marB="46800" marR="90000" marL="90000" anchor="ctr">
                    <a:lnB cap="flat" cmpd="sng" w="28575">
                      <a:solidFill>
                        <a:schemeClr val="dk1"/>
                      </a:solidFill>
                      <a:prstDash val="solid"/>
                      <a:round/>
                      <a:headEnd len="sm" w="sm" type="none"/>
                      <a:tailEnd len="sm" w="sm" type="none"/>
                    </a:lnB>
                    <a:noFill/>
                  </a:tcPr>
                </a:tc>
                <a:tc>
                  <a:txBody>
                    <a:bodyPr/>
                    <a:lstStyle/>
                    <a:p>
                      <a:pPr indent="0" lvl="0" marL="0" marR="0" rtl="0" algn="ctr">
                        <a:lnSpc>
                          <a:spcPct val="100000"/>
                        </a:lnSpc>
                        <a:spcBef>
                          <a:spcPts val="0"/>
                        </a:spcBef>
                        <a:spcAft>
                          <a:spcPts val="0"/>
                        </a:spcAft>
                        <a:buClr>
                          <a:srgbClr val="2B10F0"/>
                        </a:buClr>
                        <a:buSzPts val="2200"/>
                        <a:buFont typeface="Comic Sans MS"/>
                        <a:buNone/>
                      </a:pPr>
                      <a:r>
                        <a:rPr b="0" i="0" lang="en-US" sz="2200" u="none" cap="none" strike="noStrike">
                          <a:solidFill>
                            <a:srgbClr val="2B10F0"/>
                          </a:solidFill>
                          <a:latin typeface="Comic Sans MS"/>
                          <a:ea typeface="Comic Sans MS"/>
                          <a:cs typeface="Comic Sans MS"/>
                          <a:sym typeface="Comic Sans MS"/>
                        </a:rPr>
                        <a:t>s</a:t>
                      </a:r>
                      <a:endParaRPr/>
                    </a:p>
                  </a:txBody>
                  <a:tcPr marT="46800" marB="46800" marR="90000" marL="90000" anchor="ctr">
                    <a:lnB cap="flat" cmpd="sng" w="12700">
                      <a:solidFill>
                        <a:schemeClr val="dk1"/>
                      </a:solidFill>
                      <a:prstDash val="solid"/>
                      <a:round/>
                      <a:headEnd len="sm" w="sm" type="none"/>
                      <a:tailEnd len="sm" w="sm" type="none"/>
                    </a:lnB>
                    <a:noFill/>
                  </a:tcPr>
                </a:tc>
                <a:tc>
                  <a:txBody>
                    <a:bodyPr/>
                    <a:lstStyle/>
                    <a:p>
                      <a:pPr indent="0" lvl="0" marL="0" marR="0" rtl="0" algn="ctr">
                        <a:lnSpc>
                          <a:spcPct val="100000"/>
                        </a:lnSpc>
                        <a:spcBef>
                          <a:spcPts val="0"/>
                        </a:spcBef>
                        <a:spcAft>
                          <a:spcPts val="0"/>
                        </a:spcAft>
                        <a:buClr>
                          <a:srgbClr val="2B10F0"/>
                        </a:buClr>
                        <a:buSzPts val="2200"/>
                        <a:buFont typeface="Comic Sans MS"/>
                        <a:buNone/>
                      </a:pPr>
                      <a:r>
                        <a:rPr b="0" i="0" lang="en-US" sz="2200" u="none" cap="none" strike="noStrike">
                          <a:solidFill>
                            <a:srgbClr val="2B10F0"/>
                          </a:solidFill>
                          <a:latin typeface="Comic Sans MS"/>
                          <a:ea typeface="Comic Sans MS"/>
                          <a:cs typeface="Comic Sans MS"/>
                          <a:sym typeface="Comic Sans MS"/>
                        </a:rPr>
                        <a:t>r</a:t>
                      </a:r>
                      <a:endParaRPr/>
                    </a:p>
                  </a:txBody>
                  <a:tcPr marT="46800" marB="46800" marR="90000" marL="90000" anchor="ctr">
                    <a:lnB cap="flat" cmpd="sng" w="12700">
                      <a:solidFill>
                        <a:schemeClr val="dk1"/>
                      </a:solidFill>
                      <a:prstDash val="solid"/>
                      <a:round/>
                      <a:headEnd len="sm" w="sm" type="none"/>
                      <a:tailEnd len="sm" w="sm" type="none"/>
                    </a:lnB>
                    <a:noFill/>
                  </a:tcPr>
                </a:tc>
                <a:tc>
                  <a:txBody>
                    <a:bodyPr/>
                    <a:lstStyle/>
                    <a:p>
                      <a:pPr indent="0" lvl="0" marL="0" marR="0" rtl="0" algn="ctr">
                        <a:lnSpc>
                          <a:spcPct val="100000"/>
                        </a:lnSpc>
                        <a:spcBef>
                          <a:spcPts val="0"/>
                        </a:spcBef>
                        <a:spcAft>
                          <a:spcPts val="0"/>
                        </a:spcAft>
                        <a:buClr>
                          <a:srgbClr val="2B10F0"/>
                        </a:buClr>
                        <a:buSzPts val="2200"/>
                        <a:buFont typeface="Comic Sans MS"/>
                        <a:buNone/>
                      </a:pPr>
                      <a:r>
                        <a:rPr b="0" i="0" lang="en-US" sz="2200" u="none" cap="none" strike="noStrike">
                          <a:solidFill>
                            <a:srgbClr val="2B10F0"/>
                          </a:solidFill>
                          <a:latin typeface="Comic Sans MS"/>
                          <a:ea typeface="Comic Sans MS"/>
                          <a:cs typeface="Comic Sans MS"/>
                          <a:sym typeface="Comic Sans MS"/>
                        </a:rPr>
                        <a:t>l</a:t>
                      </a:r>
                      <a:endParaRPr/>
                    </a:p>
                  </a:txBody>
                  <a:tcPr marT="46800" marB="46800" marR="90000" marL="90000" anchor="ctr">
                    <a:lnB cap="flat" cmpd="sng" w="12700">
                      <a:solidFill>
                        <a:schemeClr val="dk1"/>
                      </a:solidFill>
                      <a:prstDash val="solid"/>
                      <a:round/>
                      <a:headEnd len="sm" w="sm" type="none"/>
                      <a:tailEnd len="sm" w="sm" type="none"/>
                    </a:lnB>
                    <a:noFill/>
                  </a:tcPr>
                </a:tc>
                <a:tc>
                  <a:txBody>
                    <a:bodyPr/>
                    <a:lstStyle/>
                    <a:p>
                      <a:pPr indent="0" lvl="0" marL="0" marR="0" rtl="0" algn="ctr">
                        <a:lnSpc>
                          <a:spcPct val="100000"/>
                        </a:lnSpc>
                        <a:spcBef>
                          <a:spcPts val="0"/>
                        </a:spcBef>
                        <a:spcAft>
                          <a:spcPts val="0"/>
                        </a:spcAft>
                        <a:buClr>
                          <a:srgbClr val="2B10F0"/>
                        </a:buClr>
                        <a:buSzPts val="2200"/>
                        <a:buFont typeface="Comic Sans MS"/>
                        <a:buNone/>
                      </a:pPr>
                      <a:r>
                        <a:rPr b="0" i="0" lang="en-US" sz="2200" u="none" cap="none" strike="noStrike">
                          <a:solidFill>
                            <a:srgbClr val="2B10F0"/>
                          </a:solidFill>
                          <a:latin typeface="Comic Sans MS"/>
                          <a:ea typeface="Comic Sans MS"/>
                          <a:cs typeface="Comic Sans MS"/>
                          <a:sym typeface="Comic Sans MS"/>
                        </a:rPr>
                        <a:t>h</a:t>
                      </a:r>
                      <a:endParaRPr/>
                    </a:p>
                  </a:txBody>
                  <a:tcPr marT="46800" marB="46800" marR="90000" marL="90000" anchor="ctr">
                    <a:lnB cap="flat" cmpd="sng" w="12700">
                      <a:solidFill>
                        <a:schemeClr val="dk1"/>
                      </a:solidFill>
                      <a:prstDash val="solid"/>
                      <a:round/>
                      <a:headEnd len="sm" w="sm" type="none"/>
                      <a:tailEnd len="sm" w="sm" type="none"/>
                    </a:lnB>
                    <a:noFill/>
                  </a:tcPr>
                </a:tc>
                <a:tc>
                  <a:txBody>
                    <a:bodyPr/>
                    <a:lstStyle/>
                    <a:p>
                      <a:pPr indent="0" lvl="0" marL="0" marR="0" rtl="0" algn="ctr">
                        <a:lnSpc>
                          <a:spcPct val="100000"/>
                        </a:lnSpc>
                        <a:spcBef>
                          <a:spcPts val="0"/>
                        </a:spcBef>
                        <a:spcAft>
                          <a:spcPts val="0"/>
                        </a:spcAft>
                        <a:buClr>
                          <a:srgbClr val="2B10F0"/>
                        </a:buClr>
                        <a:buSzPts val="2200"/>
                        <a:buFont typeface="Comic Sans MS"/>
                        <a:buNone/>
                      </a:pPr>
                      <a:r>
                        <a:rPr b="0" i="0" lang="en-US" sz="2200" u="none" cap="none" strike="noStrike">
                          <a:solidFill>
                            <a:srgbClr val="2B10F0"/>
                          </a:solidFill>
                          <a:latin typeface="Comic Sans MS"/>
                          <a:ea typeface="Comic Sans MS"/>
                          <a:cs typeface="Comic Sans MS"/>
                          <a:sym typeface="Comic Sans MS"/>
                        </a:rPr>
                        <a:t>s</a:t>
                      </a:r>
                      <a:endParaRPr/>
                    </a:p>
                  </a:txBody>
                  <a:tcPr marT="46800" marB="46800" marR="90000" marL="90000" anchor="ctr">
                    <a:lnB cap="flat" cmpd="sng" w="12700">
                      <a:solidFill>
                        <a:schemeClr val="dk1"/>
                      </a:solidFill>
                      <a:prstDash val="solid"/>
                      <a:round/>
                      <a:headEnd len="sm" w="sm" type="none"/>
                      <a:tailEnd len="sm" w="sm" type="none"/>
                    </a:lnB>
                    <a:noFill/>
                  </a:tcPr>
                </a:tc>
                <a:tc>
                  <a:txBody>
                    <a:bodyPr/>
                    <a:lstStyle/>
                    <a:p>
                      <a:pPr indent="0" lvl="0" marL="0" marR="0" rtl="0" algn="ctr">
                        <a:lnSpc>
                          <a:spcPct val="100000"/>
                        </a:lnSpc>
                        <a:spcBef>
                          <a:spcPts val="0"/>
                        </a:spcBef>
                        <a:spcAft>
                          <a:spcPts val="0"/>
                        </a:spcAft>
                        <a:buClr>
                          <a:srgbClr val="2B10F0"/>
                        </a:buClr>
                        <a:buSzPts val="2200"/>
                        <a:buFont typeface="Comic Sans MS"/>
                        <a:buNone/>
                      </a:pPr>
                      <a:r>
                        <a:rPr b="0" i="0" lang="en-US" sz="2200" u="none" cap="none" strike="noStrike">
                          <a:solidFill>
                            <a:srgbClr val="2B10F0"/>
                          </a:solidFill>
                          <a:latin typeface="Comic Sans MS"/>
                          <a:ea typeface="Comic Sans MS"/>
                          <a:cs typeface="Comic Sans MS"/>
                          <a:sym typeface="Comic Sans MS"/>
                        </a:rPr>
                        <a:t>s</a:t>
                      </a:r>
                      <a:endParaRPr/>
                    </a:p>
                  </a:txBody>
                  <a:tcPr marT="46800" marB="46800" marR="90000" marL="90000" anchor="ctr">
                    <a:lnB cap="flat" cmpd="sng" w="12700">
                      <a:solidFill>
                        <a:schemeClr val="dk1"/>
                      </a:solidFill>
                      <a:prstDash val="solid"/>
                      <a:round/>
                      <a:headEnd len="sm" w="sm" type="none"/>
                      <a:tailEnd len="sm" w="sm" type="none"/>
                    </a:lnB>
                    <a:noFill/>
                  </a:tcPr>
                </a:tc>
                <a:tc>
                  <a:txBody>
                    <a:bodyPr/>
                    <a:lstStyle/>
                    <a:p>
                      <a:pPr indent="0" lvl="0" marL="0" marR="0" rtl="0" algn="ctr">
                        <a:lnSpc>
                          <a:spcPct val="100000"/>
                        </a:lnSpc>
                        <a:spcBef>
                          <a:spcPts val="0"/>
                        </a:spcBef>
                        <a:spcAft>
                          <a:spcPts val="0"/>
                        </a:spcAft>
                        <a:buClr>
                          <a:srgbClr val="2B10F0"/>
                        </a:buClr>
                        <a:buSzPts val="2200"/>
                        <a:buFont typeface="Comic Sans MS"/>
                        <a:buNone/>
                      </a:pPr>
                      <a:r>
                        <a:rPr b="0" i="0" lang="en-US" sz="2200" u="none" cap="none" strike="noStrike">
                          <a:solidFill>
                            <a:srgbClr val="2B10F0"/>
                          </a:solidFill>
                          <a:latin typeface="Comic Sans MS"/>
                          <a:ea typeface="Comic Sans MS"/>
                          <a:cs typeface="Comic Sans MS"/>
                          <a:sym typeface="Comic Sans MS"/>
                        </a:rPr>
                        <a:t>t</a:t>
                      </a:r>
                      <a:endParaRPr/>
                    </a:p>
                  </a:txBody>
                  <a:tcPr marT="46800" marB="46800" marR="90000" marL="90000" anchor="ctr">
                    <a:lnB cap="flat" cmpd="sng" w="12700">
                      <a:solidFill>
                        <a:schemeClr val="dk1"/>
                      </a:solidFill>
                      <a:prstDash val="solid"/>
                      <a:round/>
                      <a:headEnd len="sm" w="sm" type="none"/>
                      <a:tailEnd len="sm" w="sm" type="none"/>
                    </a:lnB>
                    <a:noFill/>
                  </a:tcPr>
                </a:tc>
                <a:tc>
                  <a:txBody>
                    <a:bodyPr/>
                    <a:lstStyle/>
                    <a:p>
                      <a:pPr indent="0" lvl="0" marL="0" marR="0" rtl="0" algn="ctr">
                        <a:lnSpc>
                          <a:spcPct val="100000"/>
                        </a:lnSpc>
                        <a:spcBef>
                          <a:spcPts val="0"/>
                        </a:spcBef>
                        <a:spcAft>
                          <a:spcPts val="0"/>
                        </a:spcAft>
                        <a:buClr>
                          <a:srgbClr val="2B10F0"/>
                        </a:buClr>
                        <a:buSzPts val="2200"/>
                        <a:buFont typeface="Comic Sans MS"/>
                        <a:buNone/>
                      </a:pPr>
                      <a:r>
                        <a:rPr b="0" i="0" lang="en-US" sz="2200" u="none" cap="none" strike="noStrike">
                          <a:solidFill>
                            <a:srgbClr val="2B10F0"/>
                          </a:solidFill>
                          <a:latin typeface="Comic Sans MS"/>
                          <a:ea typeface="Comic Sans MS"/>
                          <a:cs typeface="Comic Sans MS"/>
                          <a:sym typeface="Comic Sans MS"/>
                        </a:rPr>
                        <a:t>h</a:t>
                      </a:r>
                      <a:endParaRPr/>
                    </a:p>
                  </a:txBody>
                  <a:tcPr marT="46800" marB="46800" marR="90000" marL="90000" anchor="ctr">
                    <a:lnB cap="flat" cmpd="sng" w="12700">
                      <a:solidFill>
                        <a:schemeClr val="dk1"/>
                      </a:solidFill>
                      <a:prstDash val="solid"/>
                      <a:round/>
                      <a:headEnd len="sm" w="sm" type="none"/>
                      <a:tailEnd len="sm" w="sm" type="none"/>
                    </a:lnB>
                    <a:noFill/>
                  </a:tcPr>
                </a:tc>
                <a:tc>
                  <a:txBody>
                    <a:bodyPr/>
                    <a:lstStyle/>
                    <a:p>
                      <a:pPr indent="0" lvl="0" marL="0" marR="0" rtl="0" algn="ctr">
                        <a:lnSpc>
                          <a:spcPct val="100000"/>
                        </a:lnSpc>
                        <a:spcBef>
                          <a:spcPts val="0"/>
                        </a:spcBef>
                        <a:spcAft>
                          <a:spcPts val="0"/>
                        </a:spcAft>
                        <a:buClr>
                          <a:srgbClr val="2B10F0"/>
                        </a:buClr>
                        <a:buSzPts val="2200"/>
                        <a:buFont typeface="Comic Sans MS"/>
                        <a:buNone/>
                      </a:pPr>
                      <a:r>
                        <a:rPr b="0" i="0" lang="en-US" sz="2200" u="none" cap="none" strike="noStrike">
                          <a:solidFill>
                            <a:srgbClr val="2B10F0"/>
                          </a:solidFill>
                          <a:latin typeface="Comic Sans MS"/>
                          <a:ea typeface="Comic Sans MS"/>
                          <a:cs typeface="Comic Sans MS"/>
                          <a:sym typeface="Comic Sans MS"/>
                        </a:rPr>
                        <a:t>s</a:t>
                      </a:r>
                      <a:endParaRPr/>
                    </a:p>
                  </a:txBody>
                  <a:tcPr marT="46800" marB="46800" marR="90000" marL="90000" anchor="ctr">
                    <a:lnB cap="flat" cmpd="sng" w="12700">
                      <a:solidFill>
                        <a:schemeClr val="dk1"/>
                      </a:solidFill>
                      <a:prstDash val="solid"/>
                      <a:round/>
                      <a:headEnd len="sm" w="sm" type="none"/>
                      <a:tailEnd len="sm" w="sm" type="none"/>
                    </a:lnB>
                    <a:noFill/>
                  </a:tcPr>
                </a:tc>
                <a:tc>
                  <a:txBody>
                    <a:bodyPr/>
                    <a:lstStyle/>
                    <a:p>
                      <a:pPr indent="0" lvl="0" marL="0" marR="0" rtl="0" algn="ctr">
                        <a:lnSpc>
                          <a:spcPct val="100000"/>
                        </a:lnSpc>
                        <a:spcBef>
                          <a:spcPts val="0"/>
                        </a:spcBef>
                        <a:spcAft>
                          <a:spcPts val="0"/>
                        </a:spcAft>
                        <a:buClr>
                          <a:srgbClr val="2B10F0"/>
                        </a:buClr>
                        <a:buSzPts val="2200"/>
                        <a:buFont typeface="Comic Sans MS"/>
                        <a:buNone/>
                      </a:pPr>
                      <a:r>
                        <a:rPr b="0" i="0" lang="en-US" sz="2200" u="none" cap="none" strike="noStrike">
                          <a:solidFill>
                            <a:srgbClr val="2B10F0"/>
                          </a:solidFill>
                          <a:latin typeface="Comic Sans MS"/>
                          <a:ea typeface="Comic Sans MS"/>
                          <a:cs typeface="Comic Sans MS"/>
                          <a:sym typeface="Comic Sans MS"/>
                        </a:rPr>
                        <a:t>r</a:t>
                      </a:r>
                      <a:endParaRPr/>
                    </a:p>
                  </a:txBody>
                  <a:tcPr marT="46800" marB="46800" marR="90000" marL="90000" anchor="ctr">
                    <a:lnB cap="flat" cmpd="sng" w="12700">
                      <a:solidFill>
                        <a:schemeClr val="dk1"/>
                      </a:solidFill>
                      <a:prstDash val="solid"/>
                      <a:round/>
                      <a:headEnd len="sm" w="sm" type="none"/>
                      <a:tailEnd len="sm" w="sm" type="none"/>
                    </a:lnB>
                    <a:noFill/>
                  </a:tcPr>
                </a:tc>
              </a:tr>
              <a:tr h="566725">
                <a:tc vMerge="1"/>
                <a:tc>
                  <a:txBody>
                    <a:bodyPr/>
                    <a:lstStyle/>
                    <a:p>
                      <a:pPr indent="0" lvl="0" marL="0" marR="0" rtl="0" algn="ctr">
                        <a:lnSpc>
                          <a:spcPct val="100000"/>
                        </a:lnSpc>
                        <a:spcBef>
                          <a:spcPts val="0"/>
                        </a:spcBef>
                        <a:spcAft>
                          <a:spcPts val="0"/>
                        </a:spcAft>
                        <a:buClr>
                          <a:srgbClr val="2B10F0"/>
                        </a:buClr>
                        <a:buSzPts val="1700"/>
                        <a:buFont typeface="Comic Sans MS"/>
                        <a:buNone/>
                      </a:pPr>
                      <a:r>
                        <a:rPr b="0" i="0" lang="en-US" sz="1700" u="none" cap="none" strike="noStrike">
                          <a:solidFill>
                            <a:srgbClr val="2B10F0"/>
                          </a:solidFill>
                          <a:latin typeface="Comic Sans MS"/>
                          <a:ea typeface="Comic Sans MS"/>
                          <a:cs typeface="Comic Sans MS"/>
                          <a:sym typeface="Comic Sans MS"/>
                        </a:rPr>
                        <a:t>110</a:t>
                      </a:r>
                      <a:endParaRPr/>
                    </a:p>
                  </a:txBody>
                  <a:tcPr marT="46800" marB="46800" marR="90000" marL="90000" anchor="ct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ctr">
                        <a:lnSpc>
                          <a:spcPct val="100000"/>
                        </a:lnSpc>
                        <a:spcBef>
                          <a:spcPts val="0"/>
                        </a:spcBef>
                        <a:spcAft>
                          <a:spcPts val="0"/>
                        </a:spcAft>
                        <a:buClr>
                          <a:srgbClr val="2B10F0"/>
                        </a:buClr>
                        <a:buSzPts val="1700"/>
                        <a:buFont typeface="Comic Sans MS"/>
                        <a:buNone/>
                      </a:pPr>
                      <a:r>
                        <a:rPr b="0" i="0" lang="en-US" sz="1700" u="none" cap="none" strike="noStrike">
                          <a:solidFill>
                            <a:srgbClr val="2B10F0"/>
                          </a:solidFill>
                          <a:latin typeface="Comic Sans MS"/>
                          <a:ea typeface="Comic Sans MS"/>
                          <a:cs typeface="Comic Sans MS"/>
                          <a:sym typeface="Comic Sans MS"/>
                        </a:rPr>
                        <a:t>101</a:t>
                      </a:r>
                      <a:endParaRPr/>
                    </a:p>
                  </a:txBody>
                  <a:tcPr marT="46800" marB="46800" marR="90000" marL="90000" anchor="ct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ctr">
                        <a:lnSpc>
                          <a:spcPct val="100000"/>
                        </a:lnSpc>
                        <a:spcBef>
                          <a:spcPts val="0"/>
                        </a:spcBef>
                        <a:spcAft>
                          <a:spcPts val="0"/>
                        </a:spcAft>
                        <a:buClr>
                          <a:srgbClr val="2B10F0"/>
                        </a:buClr>
                        <a:buSzPts val="1700"/>
                        <a:buFont typeface="Comic Sans MS"/>
                        <a:buNone/>
                      </a:pPr>
                      <a:r>
                        <a:rPr b="0" i="0" lang="en-US" sz="1700" u="none" cap="none" strike="noStrike">
                          <a:solidFill>
                            <a:srgbClr val="2B10F0"/>
                          </a:solidFill>
                          <a:latin typeface="Comic Sans MS"/>
                          <a:ea typeface="Comic Sans MS"/>
                          <a:cs typeface="Comic Sans MS"/>
                          <a:sym typeface="Comic Sans MS"/>
                        </a:rPr>
                        <a:t>100</a:t>
                      </a:r>
                      <a:endParaRPr/>
                    </a:p>
                  </a:txBody>
                  <a:tcPr marT="46800" marB="46800" marR="90000" marL="90000" anchor="ct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ctr">
                        <a:lnSpc>
                          <a:spcPct val="100000"/>
                        </a:lnSpc>
                        <a:spcBef>
                          <a:spcPts val="0"/>
                        </a:spcBef>
                        <a:spcAft>
                          <a:spcPts val="0"/>
                        </a:spcAft>
                        <a:buClr>
                          <a:srgbClr val="2B10F0"/>
                        </a:buClr>
                        <a:buSzPts val="1700"/>
                        <a:buFont typeface="Comic Sans MS"/>
                        <a:buNone/>
                      </a:pPr>
                      <a:r>
                        <a:rPr b="0" i="0" lang="en-US" sz="1700" u="none" cap="none" strike="noStrike">
                          <a:solidFill>
                            <a:srgbClr val="2B10F0"/>
                          </a:solidFill>
                          <a:latin typeface="Comic Sans MS"/>
                          <a:ea typeface="Comic Sans MS"/>
                          <a:cs typeface="Comic Sans MS"/>
                          <a:sym typeface="Comic Sans MS"/>
                        </a:rPr>
                        <a:t>001</a:t>
                      </a:r>
                      <a:endParaRPr/>
                    </a:p>
                  </a:txBody>
                  <a:tcPr marT="46800" marB="46800" marR="90000" marL="90000" anchor="ct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ctr">
                        <a:lnSpc>
                          <a:spcPct val="100000"/>
                        </a:lnSpc>
                        <a:spcBef>
                          <a:spcPts val="0"/>
                        </a:spcBef>
                        <a:spcAft>
                          <a:spcPts val="0"/>
                        </a:spcAft>
                        <a:buClr>
                          <a:srgbClr val="2B10F0"/>
                        </a:buClr>
                        <a:buSzPts val="1700"/>
                        <a:buFont typeface="Comic Sans MS"/>
                        <a:buNone/>
                      </a:pPr>
                      <a:r>
                        <a:rPr b="0" i="0" lang="en-US" sz="1700" u="none" cap="none" strike="noStrike">
                          <a:solidFill>
                            <a:srgbClr val="2B10F0"/>
                          </a:solidFill>
                          <a:latin typeface="Comic Sans MS"/>
                          <a:ea typeface="Comic Sans MS"/>
                          <a:cs typeface="Comic Sans MS"/>
                          <a:sym typeface="Comic Sans MS"/>
                        </a:rPr>
                        <a:t>110</a:t>
                      </a:r>
                      <a:endParaRPr/>
                    </a:p>
                  </a:txBody>
                  <a:tcPr marT="46800" marB="46800" marR="90000" marL="90000" anchor="ct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ctr">
                        <a:lnSpc>
                          <a:spcPct val="100000"/>
                        </a:lnSpc>
                        <a:spcBef>
                          <a:spcPts val="0"/>
                        </a:spcBef>
                        <a:spcAft>
                          <a:spcPts val="0"/>
                        </a:spcAft>
                        <a:buClr>
                          <a:srgbClr val="2B10F0"/>
                        </a:buClr>
                        <a:buSzPts val="1700"/>
                        <a:buFont typeface="Comic Sans MS"/>
                        <a:buNone/>
                      </a:pPr>
                      <a:r>
                        <a:rPr b="0" i="0" lang="en-US" sz="1700" u="none" cap="none" strike="noStrike">
                          <a:solidFill>
                            <a:srgbClr val="2B10F0"/>
                          </a:solidFill>
                          <a:latin typeface="Comic Sans MS"/>
                          <a:ea typeface="Comic Sans MS"/>
                          <a:cs typeface="Comic Sans MS"/>
                          <a:sym typeface="Comic Sans MS"/>
                        </a:rPr>
                        <a:t>110</a:t>
                      </a:r>
                      <a:endParaRPr/>
                    </a:p>
                  </a:txBody>
                  <a:tcPr marT="46800" marB="46800" marR="90000" marL="90000" anchor="ct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ctr">
                        <a:lnSpc>
                          <a:spcPct val="100000"/>
                        </a:lnSpc>
                        <a:spcBef>
                          <a:spcPts val="0"/>
                        </a:spcBef>
                        <a:spcAft>
                          <a:spcPts val="0"/>
                        </a:spcAft>
                        <a:buClr>
                          <a:srgbClr val="2B10F0"/>
                        </a:buClr>
                        <a:buSzPts val="1700"/>
                        <a:buFont typeface="Comic Sans MS"/>
                        <a:buNone/>
                      </a:pPr>
                      <a:r>
                        <a:rPr b="0" i="0" lang="en-US" sz="1700" u="none" cap="none" strike="noStrike">
                          <a:solidFill>
                            <a:srgbClr val="2B10F0"/>
                          </a:solidFill>
                          <a:latin typeface="Comic Sans MS"/>
                          <a:ea typeface="Comic Sans MS"/>
                          <a:cs typeface="Comic Sans MS"/>
                          <a:sym typeface="Comic Sans MS"/>
                        </a:rPr>
                        <a:t>111</a:t>
                      </a:r>
                      <a:endParaRPr/>
                    </a:p>
                  </a:txBody>
                  <a:tcPr marT="46800" marB="46800" marR="90000" marL="90000" anchor="ct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ctr">
                        <a:lnSpc>
                          <a:spcPct val="100000"/>
                        </a:lnSpc>
                        <a:spcBef>
                          <a:spcPts val="0"/>
                        </a:spcBef>
                        <a:spcAft>
                          <a:spcPts val="0"/>
                        </a:spcAft>
                        <a:buClr>
                          <a:srgbClr val="2B10F0"/>
                        </a:buClr>
                        <a:buSzPts val="1700"/>
                        <a:buFont typeface="Comic Sans MS"/>
                        <a:buNone/>
                      </a:pPr>
                      <a:r>
                        <a:rPr b="0" i="0" lang="en-US" sz="1700" u="none" cap="none" strike="noStrike">
                          <a:solidFill>
                            <a:srgbClr val="2B10F0"/>
                          </a:solidFill>
                          <a:latin typeface="Comic Sans MS"/>
                          <a:ea typeface="Comic Sans MS"/>
                          <a:cs typeface="Comic Sans MS"/>
                          <a:sym typeface="Comic Sans MS"/>
                        </a:rPr>
                        <a:t>001</a:t>
                      </a:r>
                      <a:endParaRPr/>
                    </a:p>
                  </a:txBody>
                  <a:tcPr marT="46800" marB="46800" marR="90000" marL="90000" anchor="ct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ctr">
                        <a:lnSpc>
                          <a:spcPct val="100000"/>
                        </a:lnSpc>
                        <a:spcBef>
                          <a:spcPts val="0"/>
                        </a:spcBef>
                        <a:spcAft>
                          <a:spcPts val="0"/>
                        </a:spcAft>
                        <a:buClr>
                          <a:srgbClr val="2B10F0"/>
                        </a:buClr>
                        <a:buSzPts val="1700"/>
                        <a:buFont typeface="Comic Sans MS"/>
                        <a:buNone/>
                      </a:pPr>
                      <a:r>
                        <a:rPr b="0" i="0" lang="en-US" sz="1700" u="none" cap="none" strike="noStrike">
                          <a:solidFill>
                            <a:srgbClr val="2B10F0"/>
                          </a:solidFill>
                          <a:latin typeface="Comic Sans MS"/>
                          <a:ea typeface="Comic Sans MS"/>
                          <a:cs typeface="Comic Sans MS"/>
                          <a:sym typeface="Comic Sans MS"/>
                        </a:rPr>
                        <a:t>110</a:t>
                      </a:r>
                      <a:endParaRPr/>
                    </a:p>
                  </a:txBody>
                  <a:tcPr marT="46800" marB="46800" marR="90000" marL="90000" anchor="ct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ctr">
                        <a:lnSpc>
                          <a:spcPct val="100000"/>
                        </a:lnSpc>
                        <a:spcBef>
                          <a:spcPts val="0"/>
                        </a:spcBef>
                        <a:spcAft>
                          <a:spcPts val="0"/>
                        </a:spcAft>
                        <a:buClr>
                          <a:srgbClr val="2B10F0"/>
                        </a:buClr>
                        <a:buSzPts val="1700"/>
                        <a:buFont typeface="Comic Sans MS"/>
                        <a:buNone/>
                      </a:pPr>
                      <a:r>
                        <a:rPr b="0" i="0" lang="en-US" sz="1700" u="none" cap="none" strike="noStrike">
                          <a:solidFill>
                            <a:srgbClr val="2B10F0"/>
                          </a:solidFill>
                          <a:latin typeface="Comic Sans MS"/>
                          <a:ea typeface="Comic Sans MS"/>
                          <a:cs typeface="Comic Sans MS"/>
                          <a:sym typeface="Comic Sans MS"/>
                        </a:rPr>
                        <a:t>101</a:t>
                      </a:r>
                      <a:endParaRPr/>
                    </a:p>
                  </a:txBody>
                  <a:tcPr marT="46800" marB="46800" marR="90000" marL="90000" anchor="ct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r>
              <a:tr h="627050">
                <a:tc>
                  <a:txBody>
                    <a:bodyPr/>
                    <a:lstStyle/>
                    <a:p>
                      <a:pPr indent="0" lvl="0" marL="0" marR="0" rtl="0" algn="ctr">
                        <a:lnSpc>
                          <a:spcPct val="100000"/>
                        </a:lnSpc>
                        <a:spcBef>
                          <a:spcPts val="0"/>
                        </a:spcBef>
                        <a:spcAft>
                          <a:spcPts val="0"/>
                        </a:spcAft>
                        <a:buClr>
                          <a:schemeClr val="dk1"/>
                        </a:buClr>
                        <a:buSzPts val="2200"/>
                        <a:buFont typeface="Comic Sans MS"/>
                        <a:buNone/>
                      </a:pPr>
                      <a:r>
                        <a:rPr b="0" i="0" lang="en-US" sz="2200" u="none" cap="none" strike="noStrike">
                          <a:solidFill>
                            <a:schemeClr val="dk1"/>
                          </a:solidFill>
                          <a:latin typeface="Comic Sans MS"/>
                          <a:ea typeface="Comic Sans MS"/>
                          <a:cs typeface="Comic Sans MS"/>
                          <a:sym typeface="Comic Sans MS"/>
                        </a:rPr>
                        <a:t>K</a:t>
                      </a:r>
                      <a:endParaRPr/>
                    </a:p>
                  </a:txBody>
                  <a:tcPr marT="46800" marB="46800" marR="90000" marL="90000" anchor="ct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FFF85"/>
                    </a:solidFill>
                  </a:tcPr>
                </a:tc>
                <a:tc>
                  <a:txBody>
                    <a:bodyPr/>
                    <a:lstStyle/>
                    <a:p>
                      <a:pPr indent="0" lvl="0" marL="0" marR="0" rtl="0" algn="ctr">
                        <a:lnSpc>
                          <a:spcPct val="100000"/>
                        </a:lnSpc>
                        <a:spcBef>
                          <a:spcPts val="0"/>
                        </a:spcBef>
                        <a:spcAft>
                          <a:spcPts val="0"/>
                        </a:spcAft>
                        <a:buClr>
                          <a:schemeClr val="dk1"/>
                        </a:buClr>
                        <a:buSzPts val="1700"/>
                        <a:buFont typeface="Comic Sans MS"/>
                        <a:buNone/>
                      </a:pPr>
                      <a:r>
                        <a:rPr b="1" i="0" lang="en-US" sz="1700" u="none" cap="none" strike="noStrike">
                          <a:solidFill>
                            <a:schemeClr val="dk1"/>
                          </a:solidFill>
                          <a:latin typeface="Comic Sans MS"/>
                          <a:ea typeface="Comic Sans MS"/>
                          <a:cs typeface="Comic Sans MS"/>
                          <a:sym typeface="Comic Sans MS"/>
                        </a:rPr>
                        <a:t>101</a:t>
                      </a:r>
                      <a:endParaRPr/>
                    </a:p>
                  </a:txBody>
                  <a:tcPr marT="46800" marB="46800" marR="90000" marL="90000" anchor="ct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FFF85"/>
                    </a:solidFill>
                  </a:tcPr>
                </a:tc>
                <a:tc>
                  <a:txBody>
                    <a:bodyPr/>
                    <a:lstStyle/>
                    <a:p>
                      <a:pPr indent="0" lvl="0" marL="0" marR="0" rtl="0" algn="ctr">
                        <a:lnSpc>
                          <a:spcPct val="100000"/>
                        </a:lnSpc>
                        <a:spcBef>
                          <a:spcPts val="0"/>
                        </a:spcBef>
                        <a:spcAft>
                          <a:spcPts val="0"/>
                        </a:spcAft>
                        <a:buClr>
                          <a:schemeClr val="dk1"/>
                        </a:buClr>
                        <a:buSzPts val="1700"/>
                        <a:buFont typeface="Comic Sans MS"/>
                        <a:buNone/>
                      </a:pPr>
                      <a:r>
                        <a:rPr b="1" i="0" lang="en-US" sz="1700" u="none" cap="none" strike="noStrike">
                          <a:solidFill>
                            <a:schemeClr val="dk1"/>
                          </a:solidFill>
                          <a:latin typeface="Comic Sans MS"/>
                          <a:ea typeface="Comic Sans MS"/>
                          <a:cs typeface="Comic Sans MS"/>
                          <a:sym typeface="Comic Sans MS"/>
                        </a:rPr>
                        <a:t>111</a:t>
                      </a:r>
                      <a:endParaRPr/>
                    </a:p>
                  </a:txBody>
                  <a:tcPr marT="46800" marB="46800" marR="90000" marL="90000" anchor="ct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FFF85"/>
                    </a:solidFill>
                  </a:tcPr>
                </a:tc>
                <a:tc>
                  <a:txBody>
                    <a:bodyPr/>
                    <a:lstStyle/>
                    <a:p>
                      <a:pPr indent="0" lvl="0" marL="0" marR="0" rtl="0" algn="ctr">
                        <a:lnSpc>
                          <a:spcPct val="100000"/>
                        </a:lnSpc>
                        <a:spcBef>
                          <a:spcPts val="0"/>
                        </a:spcBef>
                        <a:spcAft>
                          <a:spcPts val="0"/>
                        </a:spcAft>
                        <a:buClr>
                          <a:schemeClr val="dk1"/>
                        </a:buClr>
                        <a:buSzPts val="1700"/>
                        <a:buFont typeface="Comic Sans MS"/>
                        <a:buNone/>
                      </a:pPr>
                      <a:r>
                        <a:rPr b="1" i="0" lang="en-US" sz="1700" u="none" cap="none" strike="noStrike">
                          <a:solidFill>
                            <a:schemeClr val="dk1"/>
                          </a:solidFill>
                          <a:latin typeface="Comic Sans MS"/>
                          <a:ea typeface="Comic Sans MS"/>
                          <a:cs typeface="Comic Sans MS"/>
                          <a:sym typeface="Comic Sans MS"/>
                        </a:rPr>
                        <a:t>000</a:t>
                      </a:r>
                      <a:endParaRPr/>
                    </a:p>
                  </a:txBody>
                  <a:tcPr marT="46800" marB="46800" marR="90000" marL="90000" anchor="ct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FFF85"/>
                    </a:solidFill>
                  </a:tcPr>
                </a:tc>
                <a:tc>
                  <a:txBody>
                    <a:bodyPr/>
                    <a:lstStyle/>
                    <a:p>
                      <a:pPr indent="0" lvl="0" marL="0" marR="0" rtl="0" algn="ctr">
                        <a:lnSpc>
                          <a:spcPct val="100000"/>
                        </a:lnSpc>
                        <a:spcBef>
                          <a:spcPts val="0"/>
                        </a:spcBef>
                        <a:spcAft>
                          <a:spcPts val="0"/>
                        </a:spcAft>
                        <a:buClr>
                          <a:schemeClr val="dk1"/>
                        </a:buClr>
                        <a:buSzPts val="1700"/>
                        <a:buFont typeface="Comic Sans MS"/>
                        <a:buNone/>
                      </a:pPr>
                      <a:r>
                        <a:rPr b="1" i="0" lang="en-US" sz="1700" u="none" cap="none" strike="noStrike">
                          <a:solidFill>
                            <a:schemeClr val="dk1"/>
                          </a:solidFill>
                          <a:latin typeface="Comic Sans MS"/>
                          <a:ea typeface="Comic Sans MS"/>
                          <a:cs typeface="Comic Sans MS"/>
                          <a:sym typeface="Comic Sans MS"/>
                        </a:rPr>
                        <a:t>101</a:t>
                      </a:r>
                      <a:endParaRPr/>
                    </a:p>
                  </a:txBody>
                  <a:tcPr marT="46800" marB="46800" marR="90000" marL="90000" anchor="ct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FFF85"/>
                    </a:solidFill>
                  </a:tcPr>
                </a:tc>
                <a:tc>
                  <a:txBody>
                    <a:bodyPr/>
                    <a:lstStyle/>
                    <a:p>
                      <a:pPr indent="0" lvl="0" marL="0" marR="0" rtl="0" algn="ctr">
                        <a:lnSpc>
                          <a:spcPct val="100000"/>
                        </a:lnSpc>
                        <a:spcBef>
                          <a:spcPts val="0"/>
                        </a:spcBef>
                        <a:spcAft>
                          <a:spcPts val="0"/>
                        </a:spcAft>
                        <a:buClr>
                          <a:schemeClr val="dk1"/>
                        </a:buClr>
                        <a:buSzPts val="1700"/>
                        <a:buFont typeface="Comic Sans MS"/>
                        <a:buNone/>
                      </a:pPr>
                      <a:r>
                        <a:rPr b="1" i="0" lang="en-US" sz="1700" u="none" cap="none" strike="noStrike">
                          <a:solidFill>
                            <a:schemeClr val="dk1"/>
                          </a:solidFill>
                          <a:latin typeface="Comic Sans MS"/>
                          <a:ea typeface="Comic Sans MS"/>
                          <a:cs typeface="Comic Sans MS"/>
                          <a:sym typeface="Comic Sans MS"/>
                        </a:rPr>
                        <a:t>111</a:t>
                      </a:r>
                      <a:endParaRPr/>
                    </a:p>
                  </a:txBody>
                  <a:tcPr marT="46800" marB="46800" marR="90000" marL="90000" anchor="ct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FFF85"/>
                    </a:solidFill>
                  </a:tcPr>
                </a:tc>
                <a:tc>
                  <a:txBody>
                    <a:bodyPr/>
                    <a:lstStyle/>
                    <a:p>
                      <a:pPr indent="0" lvl="0" marL="0" marR="0" rtl="0" algn="ctr">
                        <a:lnSpc>
                          <a:spcPct val="100000"/>
                        </a:lnSpc>
                        <a:spcBef>
                          <a:spcPts val="0"/>
                        </a:spcBef>
                        <a:spcAft>
                          <a:spcPts val="0"/>
                        </a:spcAft>
                        <a:buClr>
                          <a:schemeClr val="dk1"/>
                        </a:buClr>
                        <a:buSzPts val="1700"/>
                        <a:buFont typeface="Comic Sans MS"/>
                        <a:buNone/>
                      </a:pPr>
                      <a:r>
                        <a:rPr b="1" i="0" lang="en-US" sz="1700" u="none" cap="none" strike="noStrike">
                          <a:solidFill>
                            <a:schemeClr val="dk1"/>
                          </a:solidFill>
                          <a:latin typeface="Comic Sans MS"/>
                          <a:ea typeface="Comic Sans MS"/>
                          <a:cs typeface="Comic Sans MS"/>
                          <a:sym typeface="Comic Sans MS"/>
                        </a:rPr>
                        <a:t>100</a:t>
                      </a:r>
                      <a:endParaRPr/>
                    </a:p>
                  </a:txBody>
                  <a:tcPr marT="46800" marB="46800" marR="90000" marL="90000" anchor="ct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FFF85"/>
                    </a:solidFill>
                  </a:tcPr>
                </a:tc>
                <a:tc>
                  <a:txBody>
                    <a:bodyPr/>
                    <a:lstStyle/>
                    <a:p>
                      <a:pPr indent="0" lvl="0" marL="0" marR="0" rtl="0" algn="ctr">
                        <a:lnSpc>
                          <a:spcPct val="100000"/>
                        </a:lnSpc>
                        <a:spcBef>
                          <a:spcPts val="0"/>
                        </a:spcBef>
                        <a:spcAft>
                          <a:spcPts val="0"/>
                        </a:spcAft>
                        <a:buClr>
                          <a:schemeClr val="dk1"/>
                        </a:buClr>
                        <a:buSzPts val="1700"/>
                        <a:buFont typeface="Comic Sans MS"/>
                        <a:buNone/>
                      </a:pPr>
                      <a:r>
                        <a:rPr b="1" i="0" lang="en-US" sz="1700" u="none" cap="none" strike="noStrike">
                          <a:solidFill>
                            <a:schemeClr val="dk1"/>
                          </a:solidFill>
                          <a:latin typeface="Comic Sans MS"/>
                          <a:ea typeface="Comic Sans MS"/>
                          <a:cs typeface="Comic Sans MS"/>
                          <a:sym typeface="Comic Sans MS"/>
                        </a:rPr>
                        <a:t>000</a:t>
                      </a:r>
                      <a:endParaRPr/>
                    </a:p>
                  </a:txBody>
                  <a:tcPr marT="46800" marB="46800" marR="90000" marL="90000" anchor="ct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FFF85"/>
                    </a:solidFill>
                  </a:tcPr>
                </a:tc>
                <a:tc>
                  <a:txBody>
                    <a:bodyPr/>
                    <a:lstStyle/>
                    <a:p>
                      <a:pPr indent="0" lvl="0" marL="0" marR="0" rtl="0" algn="ctr">
                        <a:lnSpc>
                          <a:spcPct val="100000"/>
                        </a:lnSpc>
                        <a:spcBef>
                          <a:spcPts val="0"/>
                        </a:spcBef>
                        <a:spcAft>
                          <a:spcPts val="0"/>
                        </a:spcAft>
                        <a:buClr>
                          <a:schemeClr val="dk1"/>
                        </a:buClr>
                        <a:buSzPts val="1700"/>
                        <a:buFont typeface="Comic Sans MS"/>
                        <a:buNone/>
                      </a:pPr>
                      <a:r>
                        <a:rPr b="1" i="0" lang="en-US" sz="1700" u="none" cap="none" strike="noStrike">
                          <a:solidFill>
                            <a:schemeClr val="dk1"/>
                          </a:solidFill>
                          <a:latin typeface="Comic Sans MS"/>
                          <a:ea typeface="Comic Sans MS"/>
                          <a:cs typeface="Comic Sans MS"/>
                          <a:sym typeface="Comic Sans MS"/>
                        </a:rPr>
                        <a:t>101</a:t>
                      </a:r>
                      <a:endParaRPr/>
                    </a:p>
                  </a:txBody>
                  <a:tcPr marT="46800" marB="46800" marR="90000" marL="90000" anchor="ct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FFF85"/>
                    </a:solidFill>
                  </a:tcPr>
                </a:tc>
                <a:tc>
                  <a:txBody>
                    <a:bodyPr/>
                    <a:lstStyle/>
                    <a:p>
                      <a:pPr indent="0" lvl="0" marL="0" marR="0" rtl="0" algn="ctr">
                        <a:lnSpc>
                          <a:spcPct val="100000"/>
                        </a:lnSpc>
                        <a:spcBef>
                          <a:spcPts val="0"/>
                        </a:spcBef>
                        <a:spcAft>
                          <a:spcPts val="0"/>
                        </a:spcAft>
                        <a:buClr>
                          <a:schemeClr val="dk1"/>
                        </a:buClr>
                        <a:buSzPts val="1700"/>
                        <a:buFont typeface="Comic Sans MS"/>
                        <a:buNone/>
                      </a:pPr>
                      <a:r>
                        <a:rPr b="1" i="0" lang="en-US" sz="1700" u="none" cap="none" strike="noStrike">
                          <a:solidFill>
                            <a:schemeClr val="dk1"/>
                          </a:solidFill>
                          <a:latin typeface="Comic Sans MS"/>
                          <a:ea typeface="Comic Sans MS"/>
                          <a:cs typeface="Comic Sans MS"/>
                          <a:sym typeface="Comic Sans MS"/>
                        </a:rPr>
                        <a:t>110</a:t>
                      </a:r>
                      <a:endParaRPr/>
                    </a:p>
                  </a:txBody>
                  <a:tcPr marT="46800" marB="46800" marR="90000" marL="90000" anchor="ct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FFF85"/>
                    </a:solidFill>
                  </a:tcPr>
                </a:tc>
                <a:tc>
                  <a:txBody>
                    <a:bodyPr/>
                    <a:lstStyle/>
                    <a:p>
                      <a:pPr indent="0" lvl="0" marL="0" marR="0" rtl="0" algn="ctr">
                        <a:lnSpc>
                          <a:spcPct val="100000"/>
                        </a:lnSpc>
                        <a:spcBef>
                          <a:spcPts val="0"/>
                        </a:spcBef>
                        <a:spcAft>
                          <a:spcPts val="0"/>
                        </a:spcAft>
                        <a:buClr>
                          <a:schemeClr val="dk1"/>
                        </a:buClr>
                        <a:buSzPts val="1700"/>
                        <a:buFont typeface="Comic Sans MS"/>
                        <a:buNone/>
                      </a:pPr>
                      <a:r>
                        <a:rPr b="1" i="0" lang="en-US" sz="1700" u="none" cap="none" strike="noStrike">
                          <a:solidFill>
                            <a:schemeClr val="dk1"/>
                          </a:solidFill>
                          <a:latin typeface="Comic Sans MS"/>
                          <a:ea typeface="Comic Sans MS"/>
                          <a:cs typeface="Comic Sans MS"/>
                          <a:sym typeface="Comic Sans MS"/>
                        </a:rPr>
                        <a:t>000</a:t>
                      </a:r>
                      <a:endParaRPr/>
                    </a:p>
                  </a:txBody>
                  <a:tcPr marT="46800" marB="46800" marR="90000" marL="90000" anchor="ct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FFF85"/>
                    </a:solidFill>
                  </a:tcPr>
                </a:tc>
              </a:tr>
              <a:tr h="552450">
                <a:tc rowSpan="2">
                  <a:txBody>
                    <a:bodyPr/>
                    <a:lstStyle/>
                    <a:p>
                      <a:pPr indent="0" lvl="0" marL="0" marR="0" rtl="0" algn="ctr">
                        <a:lnSpc>
                          <a:spcPct val="100000"/>
                        </a:lnSpc>
                        <a:spcBef>
                          <a:spcPts val="0"/>
                        </a:spcBef>
                        <a:spcAft>
                          <a:spcPts val="0"/>
                        </a:spcAft>
                        <a:buClr>
                          <a:srgbClr val="FF0000"/>
                        </a:buClr>
                        <a:buSzPts val="2600"/>
                        <a:buFont typeface="Comic Sans MS"/>
                        <a:buNone/>
                      </a:pPr>
                      <a:r>
                        <a:rPr b="0" i="0" lang="en-US" sz="2600" u="none" cap="none" strike="noStrike">
                          <a:solidFill>
                            <a:srgbClr val="FF0000"/>
                          </a:solidFill>
                          <a:latin typeface="Comic Sans MS"/>
                          <a:ea typeface="Comic Sans MS"/>
                          <a:cs typeface="Comic Sans MS"/>
                          <a:sym typeface="Comic Sans MS"/>
                        </a:rPr>
                        <a:t>P</a:t>
                      </a:r>
                      <a:endParaRPr/>
                    </a:p>
                  </a:txBody>
                  <a:tcPr marT="46800" marB="46800" marR="90000" marL="90000" anchor="ctr">
                    <a:lnT cap="flat" cmpd="sng" w="28575">
                      <a:solidFill>
                        <a:schemeClr val="dk1"/>
                      </a:solidFill>
                      <a:prstDash val="solid"/>
                      <a:round/>
                      <a:headEnd len="sm" w="sm" type="none"/>
                      <a:tailEnd len="sm" w="sm" type="none"/>
                    </a:lnT>
                    <a:noFill/>
                  </a:tcPr>
                </a:tc>
                <a:tc>
                  <a:txBody>
                    <a:bodyPr/>
                    <a:lstStyle/>
                    <a:p>
                      <a:pPr indent="0" lvl="0" marL="0" marR="0" rtl="0" algn="ctr">
                        <a:lnSpc>
                          <a:spcPct val="100000"/>
                        </a:lnSpc>
                        <a:spcBef>
                          <a:spcPts val="0"/>
                        </a:spcBef>
                        <a:spcAft>
                          <a:spcPts val="0"/>
                        </a:spcAft>
                        <a:buClr>
                          <a:srgbClr val="FF0000"/>
                        </a:buClr>
                        <a:buSzPts val="1700"/>
                        <a:buFont typeface="Comic Sans MS"/>
                        <a:buNone/>
                      </a:pPr>
                      <a:r>
                        <a:rPr b="0" i="0" lang="en-US" sz="1700" u="none" cap="none" strike="noStrike">
                          <a:solidFill>
                            <a:srgbClr val="FF0000"/>
                          </a:solidFill>
                          <a:latin typeface="Comic Sans MS"/>
                          <a:ea typeface="Comic Sans MS"/>
                          <a:cs typeface="Comic Sans MS"/>
                          <a:sym typeface="Comic Sans MS"/>
                        </a:rPr>
                        <a:t>011</a:t>
                      </a:r>
                      <a:endParaRPr/>
                    </a:p>
                  </a:txBody>
                  <a:tcPr marT="46800" marB="46800" marR="90000" marL="90000" anchor="ct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ctr">
                        <a:lnSpc>
                          <a:spcPct val="100000"/>
                        </a:lnSpc>
                        <a:spcBef>
                          <a:spcPts val="0"/>
                        </a:spcBef>
                        <a:spcAft>
                          <a:spcPts val="0"/>
                        </a:spcAft>
                        <a:buClr>
                          <a:srgbClr val="FF0000"/>
                        </a:buClr>
                        <a:buSzPts val="1700"/>
                        <a:buFont typeface="Comic Sans MS"/>
                        <a:buNone/>
                      </a:pPr>
                      <a:r>
                        <a:rPr b="0" i="0" lang="en-US" sz="1700" u="none" cap="none" strike="noStrike">
                          <a:solidFill>
                            <a:srgbClr val="FF0000"/>
                          </a:solidFill>
                          <a:latin typeface="Comic Sans MS"/>
                          <a:ea typeface="Comic Sans MS"/>
                          <a:cs typeface="Comic Sans MS"/>
                          <a:sym typeface="Comic Sans MS"/>
                        </a:rPr>
                        <a:t>010</a:t>
                      </a:r>
                      <a:endParaRPr/>
                    </a:p>
                  </a:txBody>
                  <a:tcPr marT="46800" marB="46800" marR="90000" marL="90000" anchor="ct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ctr">
                        <a:lnSpc>
                          <a:spcPct val="100000"/>
                        </a:lnSpc>
                        <a:spcBef>
                          <a:spcPts val="0"/>
                        </a:spcBef>
                        <a:spcAft>
                          <a:spcPts val="0"/>
                        </a:spcAft>
                        <a:buClr>
                          <a:srgbClr val="FF0000"/>
                        </a:buClr>
                        <a:buSzPts val="1700"/>
                        <a:buFont typeface="Comic Sans MS"/>
                        <a:buNone/>
                      </a:pPr>
                      <a:r>
                        <a:rPr b="0" i="0" lang="en-US" sz="1700" u="none" cap="none" strike="noStrike">
                          <a:solidFill>
                            <a:srgbClr val="FF0000"/>
                          </a:solidFill>
                          <a:latin typeface="Comic Sans MS"/>
                          <a:ea typeface="Comic Sans MS"/>
                          <a:cs typeface="Comic Sans MS"/>
                          <a:sym typeface="Comic Sans MS"/>
                        </a:rPr>
                        <a:t>100</a:t>
                      </a:r>
                      <a:endParaRPr/>
                    </a:p>
                  </a:txBody>
                  <a:tcPr marT="46800" marB="46800" marR="90000" marL="90000" anchor="ct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ctr">
                        <a:lnSpc>
                          <a:spcPct val="100000"/>
                        </a:lnSpc>
                        <a:spcBef>
                          <a:spcPts val="0"/>
                        </a:spcBef>
                        <a:spcAft>
                          <a:spcPts val="0"/>
                        </a:spcAft>
                        <a:buClr>
                          <a:srgbClr val="FF0000"/>
                        </a:buClr>
                        <a:buSzPts val="1700"/>
                        <a:buFont typeface="Comic Sans MS"/>
                        <a:buNone/>
                      </a:pPr>
                      <a:r>
                        <a:rPr b="0" i="0" lang="en-US" sz="1700" u="none" cap="none" strike="noStrike">
                          <a:solidFill>
                            <a:srgbClr val="FF0000"/>
                          </a:solidFill>
                          <a:latin typeface="Comic Sans MS"/>
                          <a:ea typeface="Comic Sans MS"/>
                          <a:cs typeface="Comic Sans MS"/>
                          <a:sym typeface="Comic Sans MS"/>
                        </a:rPr>
                        <a:t>100</a:t>
                      </a:r>
                      <a:endParaRPr/>
                    </a:p>
                  </a:txBody>
                  <a:tcPr marT="46800" marB="46800" marR="90000" marL="90000" anchor="ct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ctr">
                        <a:lnSpc>
                          <a:spcPct val="100000"/>
                        </a:lnSpc>
                        <a:spcBef>
                          <a:spcPts val="0"/>
                        </a:spcBef>
                        <a:spcAft>
                          <a:spcPts val="0"/>
                        </a:spcAft>
                        <a:buClr>
                          <a:srgbClr val="FF0000"/>
                        </a:buClr>
                        <a:buSzPts val="1700"/>
                        <a:buFont typeface="Comic Sans MS"/>
                        <a:buNone/>
                      </a:pPr>
                      <a:r>
                        <a:rPr b="0" i="0" lang="en-US" sz="1700" u="none" cap="none" strike="noStrike">
                          <a:solidFill>
                            <a:srgbClr val="FF0000"/>
                          </a:solidFill>
                          <a:latin typeface="Comic Sans MS"/>
                          <a:ea typeface="Comic Sans MS"/>
                          <a:cs typeface="Comic Sans MS"/>
                          <a:sym typeface="Comic Sans MS"/>
                        </a:rPr>
                        <a:t>001</a:t>
                      </a:r>
                      <a:endParaRPr/>
                    </a:p>
                  </a:txBody>
                  <a:tcPr marT="46800" marB="46800" marR="90000" marL="90000" anchor="ct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ctr">
                        <a:lnSpc>
                          <a:spcPct val="100000"/>
                        </a:lnSpc>
                        <a:spcBef>
                          <a:spcPts val="0"/>
                        </a:spcBef>
                        <a:spcAft>
                          <a:spcPts val="0"/>
                        </a:spcAft>
                        <a:buClr>
                          <a:srgbClr val="FF0000"/>
                        </a:buClr>
                        <a:buSzPts val="1700"/>
                        <a:buFont typeface="Comic Sans MS"/>
                        <a:buNone/>
                      </a:pPr>
                      <a:r>
                        <a:rPr b="0" i="0" lang="en-US" sz="1700" u="none" cap="none" strike="noStrike">
                          <a:solidFill>
                            <a:srgbClr val="FF0000"/>
                          </a:solidFill>
                          <a:latin typeface="Comic Sans MS"/>
                          <a:ea typeface="Comic Sans MS"/>
                          <a:cs typeface="Comic Sans MS"/>
                          <a:sym typeface="Comic Sans MS"/>
                        </a:rPr>
                        <a:t>010</a:t>
                      </a:r>
                      <a:endParaRPr/>
                    </a:p>
                  </a:txBody>
                  <a:tcPr marT="46800" marB="46800" marR="90000" marL="90000" anchor="ct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ctr">
                        <a:lnSpc>
                          <a:spcPct val="100000"/>
                        </a:lnSpc>
                        <a:spcBef>
                          <a:spcPts val="0"/>
                        </a:spcBef>
                        <a:spcAft>
                          <a:spcPts val="0"/>
                        </a:spcAft>
                        <a:buClr>
                          <a:srgbClr val="FF0000"/>
                        </a:buClr>
                        <a:buSzPts val="1700"/>
                        <a:buFont typeface="Comic Sans MS"/>
                        <a:buNone/>
                      </a:pPr>
                      <a:r>
                        <a:rPr b="0" i="0" lang="en-US" sz="1700" u="none" cap="none" strike="noStrike">
                          <a:solidFill>
                            <a:srgbClr val="FF0000"/>
                          </a:solidFill>
                          <a:latin typeface="Comic Sans MS"/>
                          <a:ea typeface="Comic Sans MS"/>
                          <a:cs typeface="Comic Sans MS"/>
                          <a:sym typeface="Comic Sans MS"/>
                        </a:rPr>
                        <a:t>111</a:t>
                      </a:r>
                      <a:endParaRPr/>
                    </a:p>
                  </a:txBody>
                  <a:tcPr marT="46800" marB="46800" marR="90000" marL="90000" anchor="ct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ctr">
                        <a:lnSpc>
                          <a:spcPct val="100000"/>
                        </a:lnSpc>
                        <a:spcBef>
                          <a:spcPts val="0"/>
                        </a:spcBef>
                        <a:spcAft>
                          <a:spcPts val="0"/>
                        </a:spcAft>
                        <a:buClr>
                          <a:srgbClr val="FF0000"/>
                        </a:buClr>
                        <a:buSzPts val="1700"/>
                        <a:buFont typeface="Comic Sans MS"/>
                        <a:buNone/>
                      </a:pPr>
                      <a:r>
                        <a:rPr b="0" i="0" lang="en-US" sz="1700" u="none" cap="none" strike="noStrike">
                          <a:solidFill>
                            <a:srgbClr val="FF0000"/>
                          </a:solidFill>
                          <a:latin typeface="Comic Sans MS"/>
                          <a:ea typeface="Comic Sans MS"/>
                          <a:cs typeface="Comic Sans MS"/>
                          <a:sym typeface="Comic Sans MS"/>
                        </a:rPr>
                        <a:t>100</a:t>
                      </a:r>
                      <a:endParaRPr/>
                    </a:p>
                  </a:txBody>
                  <a:tcPr marT="46800" marB="46800" marR="90000" marL="90000" anchor="ct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ctr">
                        <a:lnSpc>
                          <a:spcPct val="100000"/>
                        </a:lnSpc>
                        <a:spcBef>
                          <a:spcPts val="0"/>
                        </a:spcBef>
                        <a:spcAft>
                          <a:spcPts val="0"/>
                        </a:spcAft>
                        <a:buClr>
                          <a:srgbClr val="FF0000"/>
                        </a:buClr>
                        <a:buSzPts val="1700"/>
                        <a:buFont typeface="Comic Sans MS"/>
                        <a:buNone/>
                      </a:pPr>
                      <a:r>
                        <a:rPr b="0" i="0" lang="en-US" sz="1700" u="none" cap="none" strike="noStrike">
                          <a:solidFill>
                            <a:srgbClr val="FF0000"/>
                          </a:solidFill>
                          <a:latin typeface="Comic Sans MS"/>
                          <a:ea typeface="Comic Sans MS"/>
                          <a:cs typeface="Comic Sans MS"/>
                          <a:sym typeface="Comic Sans MS"/>
                        </a:rPr>
                        <a:t>000</a:t>
                      </a:r>
                      <a:endParaRPr/>
                    </a:p>
                  </a:txBody>
                  <a:tcPr marT="46800" marB="46800" marR="90000" marL="90000" anchor="ct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ctr">
                        <a:lnSpc>
                          <a:spcPct val="100000"/>
                        </a:lnSpc>
                        <a:spcBef>
                          <a:spcPts val="0"/>
                        </a:spcBef>
                        <a:spcAft>
                          <a:spcPts val="0"/>
                        </a:spcAft>
                        <a:buClr>
                          <a:srgbClr val="FF0000"/>
                        </a:buClr>
                        <a:buSzPts val="1700"/>
                        <a:buFont typeface="Comic Sans MS"/>
                        <a:buNone/>
                      </a:pPr>
                      <a:r>
                        <a:rPr b="0" i="0" lang="en-US" sz="1700" u="none" cap="none" strike="noStrike">
                          <a:solidFill>
                            <a:srgbClr val="FF0000"/>
                          </a:solidFill>
                          <a:latin typeface="Comic Sans MS"/>
                          <a:ea typeface="Comic Sans MS"/>
                          <a:cs typeface="Comic Sans MS"/>
                          <a:sym typeface="Comic Sans MS"/>
                        </a:rPr>
                        <a:t>101</a:t>
                      </a:r>
                      <a:endParaRPr/>
                    </a:p>
                  </a:txBody>
                  <a:tcPr marT="46800" marB="46800" marR="90000" marL="90000" anchor="ct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r>
              <a:tr h="500050">
                <a:tc vMerge="1"/>
                <a:tc>
                  <a:txBody>
                    <a:bodyPr/>
                    <a:lstStyle/>
                    <a:p>
                      <a:pPr indent="0" lvl="0" marL="0" marR="0" rtl="0" algn="ctr">
                        <a:lnSpc>
                          <a:spcPct val="100000"/>
                        </a:lnSpc>
                        <a:spcBef>
                          <a:spcPts val="0"/>
                        </a:spcBef>
                        <a:spcAft>
                          <a:spcPts val="0"/>
                        </a:spcAft>
                        <a:buClr>
                          <a:srgbClr val="FF0000"/>
                        </a:buClr>
                        <a:buSzPts val="2200"/>
                        <a:buFont typeface="Comic Sans MS"/>
                        <a:buNone/>
                      </a:pPr>
                      <a:r>
                        <a:rPr b="0" i="0" lang="en-US" sz="2200" u="none" cap="none" strike="noStrike">
                          <a:solidFill>
                            <a:srgbClr val="FF0000"/>
                          </a:solidFill>
                          <a:latin typeface="Comic Sans MS"/>
                          <a:ea typeface="Comic Sans MS"/>
                          <a:cs typeface="Comic Sans MS"/>
                          <a:sym typeface="Comic Sans MS"/>
                        </a:rPr>
                        <a:t>k</a:t>
                      </a:r>
                      <a:endParaRPr/>
                    </a:p>
                  </a:txBody>
                  <a:tcPr marT="46800" marB="46800" marR="90000" marL="90000" anchor="ctr">
                    <a:lnT cap="flat" cmpd="sng" w="12700">
                      <a:solidFill>
                        <a:schemeClr val="dk1"/>
                      </a:solidFill>
                      <a:prstDash val="solid"/>
                      <a:round/>
                      <a:headEnd len="sm" w="sm" type="none"/>
                      <a:tailEnd len="sm" w="sm" type="none"/>
                    </a:lnT>
                    <a:noFill/>
                  </a:tcPr>
                </a:tc>
                <a:tc>
                  <a:txBody>
                    <a:bodyPr/>
                    <a:lstStyle/>
                    <a:p>
                      <a:pPr indent="0" lvl="0" marL="0" marR="0" rtl="0" algn="ctr">
                        <a:lnSpc>
                          <a:spcPct val="100000"/>
                        </a:lnSpc>
                        <a:spcBef>
                          <a:spcPts val="0"/>
                        </a:spcBef>
                        <a:spcAft>
                          <a:spcPts val="0"/>
                        </a:spcAft>
                        <a:buClr>
                          <a:srgbClr val="FF0000"/>
                        </a:buClr>
                        <a:buSzPts val="2200"/>
                        <a:buFont typeface="Comic Sans MS"/>
                        <a:buNone/>
                      </a:pPr>
                      <a:r>
                        <a:rPr b="0" i="0" lang="en-US" sz="2200" u="none" cap="none" strike="noStrike">
                          <a:solidFill>
                            <a:srgbClr val="FF0000"/>
                          </a:solidFill>
                          <a:latin typeface="Comic Sans MS"/>
                          <a:ea typeface="Comic Sans MS"/>
                          <a:cs typeface="Comic Sans MS"/>
                          <a:sym typeface="Comic Sans MS"/>
                        </a:rPr>
                        <a:t>i</a:t>
                      </a:r>
                      <a:endParaRPr/>
                    </a:p>
                  </a:txBody>
                  <a:tcPr marT="46800" marB="46800" marR="90000" marL="90000" anchor="ctr">
                    <a:lnT cap="flat" cmpd="sng" w="12700">
                      <a:solidFill>
                        <a:schemeClr val="dk1"/>
                      </a:solidFill>
                      <a:prstDash val="solid"/>
                      <a:round/>
                      <a:headEnd len="sm" w="sm" type="none"/>
                      <a:tailEnd len="sm" w="sm" type="none"/>
                    </a:lnT>
                    <a:noFill/>
                  </a:tcPr>
                </a:tc>
                <a:tc>
                  <a:txBody>
                    <a:bodyPr/>
                    <a:lstStyle/>
                    <a:p>
                      <a:pPr indent="0" lvl="0" marL="0" marR="0" rtl="0" algn="ctr">
                        <a:lnSpc>
                          <a:spcPct val="100000"/>
                        </a:lnSpc>
                        <a:spcBef>
                          <a:spcPts val="0"/>
                        </a:spcBef>
                        <a:spcAft>
                          <a:spcPts val="0"/>
                        </a:spcAft>
                        <a:buClr>
                          <a:srgbClr val="FF0000"/>
                        </a:buClr>
                        <a:buSzPts val="2200"/>
                        <a:buFont typeface="Comic Sans MS"/>
                        <a:buNone/>
                      </a:pPr>
                      <a:r>
                        <a:rPr b="0" i="0" lang="en-US" sz="2200" u="none" cap="none" strike="noStrike">
                          <a:solidFill>
                            <a:srgbClr val="FF0000"/>
                          </a:solidFill>
                          <a:latin typeface="Comic Sans MS"/>
                          <a:ea typeface="Comic Sans MS"/>
                          <a:cs typeface="Comic Sans MS"/>
                          <a:sym typeface="Comic Sans MS"/>
                        </a:rPr>
                        <a:t>l</a:t>
                      </a:r>
                      <a:endParaRPr/>
                    </a:p>
                  </a:txBody>
                  <a:tcPr marT="46800" marB="46800" marR="90000" marL="90000" anchor="ctr">
                    <a:lnT cap="flat" cmpd="sng" w="12700">
                      <a:solidFill>
                        <a:schemeClr val="dk1"/>
                      </a:solidFill>
                      <a:prstDash val="solid"/>
                      <a:round/>
                      <a:headEnd len="sm" w="sm" type="none"/>
                      <a:tailEnd len="sm" w="sm" type="none"/>
                    </a:lnT>
                    <a:noFill/>
                  </a:tcPr>
                </a:tc>
                <a:tc>
                  <a:txBody>
                    <a:bodyPr/>
                    <a:lstStyle/>
                    <a:p>
                      <a:pPr indent="0" lvl="0" marL="0" marR="0" rtl="0" algn="ctr">
                        <a:lnSpc>
                          <a:spcPct val="100000"/>
                        </a:lnSpc>
                        <a:spcBef>
                          <a:spcPts val="0"/>
                        </a:spcBef>
                        <a:spcAft>
                          <a:spcPts val="0"/>
                        </a:spcAft>
                        <a:buClr>
                          <a:srgbClr val="FF0000"/>
                        </a:buClr>
                        <a:buSzPts val="2200"/>
                        <a:buFont typeface="Comic Sans MS"/>
                        <a:buNone/>
                      </a:pPr>
                      <a:r>
                        <a:rPr b="0" i="0" lang="en-US" sz="2200" u="none" cap="none" strike="noStrike">
                          <a:solidFill>
                            <a:srgbClr val="FF0000"/>
                          </a:solidFill>
                          <a:latin typeface="Comic Sans MS"/>
                          <a:ea typeface="Comic Sans MS"/>
                          <a:cs typeface="Comic Sans MS"/>
                          <a:sym typeface="Comic Sans MS"/>
                        </a:rPr>
                        <a:t>l</a:t>
                      </a:r>
                      <a:endParaRPr/>
                    </a:p>
                  </a:txBody>
                  <a:tcPr marT="46800" marB="46800" marR="90000" marL="90000" anchor="ctr">
                    <a:lnT cap="flat" cmpd="sng" w="12700">
                      <a:solidFill>
                        <a:schemeClr val="dk1"/>
                      </a:solidFill>
                      <a:prstDash val="solid"/>
                      <a:round/>
                      <a:headEnd len="sm" w="sm" type="none"/>
                      <a:tailEnd len="sm" w="sm" type="none"/>
                    </a:lnT>
                    <a:noFill/>
                  </a:tcPr>
                </a:tc>
                <a:tc>
                  <a:txBody>
                    <a:bodyPr/>
                    <a:lstStyle/>
                    <a:p>
                      <a:pPr indent="0" lvl="0" marL="0" marR="0" rtl="0" algn="ctr">
                        <a:lnSpc>
                          <a:spcPct val="100000"/>
                        </a:lnSpc>
                        <a:spcBef>
                          <a:spcPts val="0"/>
                        </a:spcBef>
                        <a:spcAft>
                          <a:spcPts val="0"/>
                        </a:spcAft>
                        <a:buClr>
                          <a:srgbClr val="FF0000"/>
                        </a:buClr>
                        <a:buSzPts val="2200"/>
                        <a:buFont typeface="Comic Sans MS"/>
                        <a:buNone/>
                      </a:pPr>
                      <a:r>
                        <a:rPr b="0" i="0" lang="en-US" sz="2200" u="none" cap="none" strike="noStrike">
                          <a:solidFill>
                            <a:srgbClr val="FF0000"/>
                          </a:solidFill>
                          <a:latin typeface="Comic Sans MS"/>
                          <a:ea typeface="Comic Sans MS"/>
                          <a:cs typeface="Comic Sans MS"/>
                          <a:sym typeface="Comic Sans MS"/>
                        </a:rPr>
                        <a:t>h</a:t>
                      </a:r>
                      <a:endParaRPr/>
                    </a:p>
                  </a:txBody>
                  <a:tcPr marT="46800" marB="46800" marR="90000" marL="90000" anchor="ctr">
                    <a:lnT cap="flat" cmpd="sng" w="12700">
                      <a:solidFill>
                        <a:schemeClr val="dk1"/>
                      </a:solidFill>
                      <a:prstDash val="solid"/>
                      <a:round/>
                      <a:headEnd len="sm" w="sm" type="none"/>
                      <a:tailEnd len="sm" w="sm" type="none"/>
                    </a:lnT>
                    <a:noFill/>
                  </a:tcPr>
                </a:tc>
                <a:tc>
                  <a:txBody>
                    <a:bodyPr/>
                    <a:lstStyle/>
                    <a:p>
                      <a:pPr indent="0" lvl="0" marL="0" marR="0" rtl="0" algn="ctr">
                        <a:lnSpc>
                          <a:spcPct val="100000"/>
                        </a:lnSpc>
                        <a:spcBef>
                          <a:spcPts val="0"/>
                        </a:spcBef>
                        <a:spcAft>
                          <a:spcPts val="0"/>
                        </a:spcAft>
                        <a:buClr>
                          <a:srgbClr val="FF0000"/>
                        </a:buClr>
                        <a:buSzPts val="2200"/>
                        <a:buFont typeface="Comic Sans MS"/>
                        <a:buNone/>
                      </a:pPr>
                      <a:r>
                        <a:rPr b="0" i="0" lang="en-US" sz="2200" u="none" cap="none" strike="noStrike">
                          <a:solidFill>
                            <a:srgbClr val="FF0000"/>
                          </a:solidFill>
                          <a:latin typeface="Comic Sans MS"/>
                          <a:ea typeface="Comic Sans MS"/>
                          <a:cs typeface="Comic Sans MS"/>
                          <a:sym typeface="Comic Sans MS"/>
                        </a:rPr>
                        <a:t>i</a:t>
                      </a:r>
                      <a:endParaRPr/>
                    </a:p>
                  </a:txBody>
                  <a:tcPr marT="46800" marB="46800" marR="90000" marL="90000" anchor="ctr">
                    <a:lnT cap="flat" cmpd="sng" w="12700">
                      <a:solidFill>
                        <a:schemeClr val="dk1"/>
                      </a:solidFill>
                      <a:prstDash val="solid"/>
                      <a:round/>
                      <a:headEnd len="sm" w="sm" type="none"/>
                      <a:tailEnd len="sm" w="sm" type="none"/>
                    </a:lnT>
                    <a:noFill/>
                  </a:tcPr>
                </a:tc>
                <a:tc>
                  <a:txBody>
                    <a:bodyPr/>
                    <a:lstStyle/>
                    <a:p>
                      <a:pPr indent="0" lvl="0" marL="0" marR="0" rtl="0" algn="ctr">
                        <a:lnSpc>
                          <a:spcPct val="100000"/>
                        </a:lnSpc>
                        <a:spcBef>
                          <a:spcPts val="0"/>
                        </a:spcBef>
                        <a:spcAft>
                          <a:spcPts val="0"/>
                        </a:spcAft>
                        <a:buClr>
                          <a:srgbClr val="FF0000"/>
                        </a:buClr>
                        <a:buSzPts val="2200"/>
                        <a:buFont typeface="Comic Sans MS"/>
                        <a:buNone/>
                      </a:pPr>
                      <a:r>
                        <a:rPr b="0" i="0" lang="en-US" sz="2200" u="none" cap="none" strike="noStrike">
                          <a:solidFill>
                            <a:srgbClr val="FF0000"/>
                          </a:solidFill>
                          <a:latin typeface="Comic Sans MS"/>
                          <a:ea typeface="Comic Sans MS"/>
                          <a:cs typeface="Comic Sans MS"/>
                          <a:sym typeface="Comic Sans MS"/>
                        </a:rPr>
                        <a:t>t</a:t>
                      </a:r>
                      <a:endParaRPr/>
                    </a:p>
                  </a:txBody>
                  <a:tcPr marT="46800" marB="46800" marR="90000" marL="90000" anchor="ctr">
                    <a:lnT cap="flat" cmpd="sng" w="12700">
                      <a:solidFill>
                        <a:schemeClr val="dk1"/>
                      </a:solidFill>
                      <a:prstDash val="solid"/>
                      <a:round/>
                      <a:headEnd len="sm" w="sm" type="none"/>
                      <a:tailEnd len="sm" w="sm" type="none"/>
                    </a:lnT>
                    <a:noFill/>
                  </a:tcPr>
                </a:tc>
                <a:tc>
                  <a:txBody>
                    <a:bodyPr/>
                    <a:lstStyle/>
                    <a:p>
                      <a:pPr indent="0" lvl="0" marL="0" marR="0" rtl="0" algn="ctr">
                        <a:lnSpc>
                          <a:spcPct val="100000"/>
                        </a:lnSpc>
                        <a:spcBef>
                          <a:spcPts val="0"/>
                        </a:spcBef>
                        <a:spcAft>
                          <a:spcPts val="0"/>
                        </a:spcAft>
                        <a:buClr>
                          <a:srgbClr val="FF0000"/>
                        </a:buClr>
                        <a:buSzPts val="2200"/>
                        <a:buFont typeface="Comic Sans MS"/>
                        <a:buNone/>
                      </a:pPr>
                      <a:r>
                        <a:rPr b="0" i="0" lang="en-US" sz="2200" u="none" cap="none" strike="noStrike">
                          <a:solidFill>
                            <a:srgbClr val="FF0000"/>
                          </a:solidFill>
                          <a:latin typeface="Comic Sans MS"/>
                          <a:ea typeface="Comic Sans MS"/>
                          <a:cs typeface="Comic Sans MS"/>
                          <a:sym typeface="Comic Sans MS"/>
                        </a:rPr>
                        <a:t>l</a:t>
                      </a:r>
                      <a:endParaRPr/>
                    </a:p>
                  </a:txBody>
                  <a:tcPr marT="46800" marB="46800" marR="90000" marL="90000" anchor="ctr">
                    <a:lnT cap="flat" cmpd="sng" w="12700">
                      <a:solidFill>
                        <a:schemeClr val="dk1"/>
                      </a:solidFill>
                      <a:prstDash val="solid"/>
                      <a:round/>
                      <a:headEnd len="sm" w="sm" type="none"/>
                      <a:tailEnd len="sm" w="sm" type="none"/>
                    </a:lnT>
                    <a:noFill/>
                  </a:tcPr>
                </a:tc>
                <a:tc>
                  <a:txBody>
                    <a:bodyPr/>
                    <a:lstStyle/>
                    <a:p>
                      <a:pPr indent="0" lvl="0" marL="0" marR="0" rtl="0" algn="ctr">
                        <a:lnSpc>
                          <a:spcPct val="100000"/>
                        </a:lnSpc>
                        <a:spcBef>
                          <a:spcPts val="0"/>
                        </a:spcBef>
                        <a:spcAft>
                          <a:spcPts val="0"/>
                        </a:spcAft>
                        <a:buClr>
                          <a:srgbClr val="FF0000"/>
                        </a:buClr>
                        <a:buSzPts val="2200"/>
                        <a:buFont typeface="Comic Sans MS"/>
                        <a:buNone/>
                      </a:pPr>
                      <a:r>
                        <a:rPr b="0" i="0" lang="en-US" sz="2200" u="none" cap="none" strike="noStrike">
                          <a:solidFill>
                            <a:srgbClr val="FF0000"/>
                          </a:solidFill>
                          <a:latin typeface="Comic Sans MS"/>
                          <a:ea typeface="Comic Sans MS"/>
                          <a:cs typeface="Comic Sans MS"/>
                          <a:sym typeface="Comic Sans MS"/>
                        </a:rPr>
                        <a:t>e</a:t>
                      </a:r>
                      <a:endParaRPr/>
                    </a:p>
                  </a:txBody>
                  <a:tcPr marT="46800" marB="46800" marR="90000" marL="90000" anchor="ctr">
                    <a:lnT cap="flat" cmpd="sng" w="12700">
                      <a:solidFill>
                        <a:schemeClr val="dk1"/>
                      </a:solidFill>
                      <a:prstDash val="solid"/>
                      <a:round/>
                      <a:headEnd len="sm" w="sm" type="none"/>
                      <a:tailEnd len="sm" w="sm" type="none"/>
                    </a:lnT>
                    <a:noFill/>
                  </a:tcPr>
                </a:tc>
                <a:tc>
                  <a:txBody>
                    <a:bodyPr/>
                    <a:lstStyle/>
                    <a:p>
                      <a:pPr indent="0" lvl="0" marL="0" marR="0" rtl="0" algn="ctr">
                        <a:lnSpc>
                          <a:spcPct val="100000"/>
                        </a:lnSpc>
                        <a:spcBef>
                          <a:spcPts val="0"/>
                        </a:spcBef>
                        <a:spcAft>
                          <a:spcPts val="0"/>
                        </a:spcAft>
                        <a:buClr>
                          <a:srgbClr val="FF0000"/>
                        </a:buClr>
                        <a:buSzPts val="2200"/>
                        <a:buFont typeface="Comic Sans MS"/>
                        <a:buNone/>
                      </a:pPr>
                      <a:r>
                        <a:rPr b="0" i="0" lang="en-US" sz="2200" u="none" cap="none" strike="noStrike">
                          <a:solidFill>
                            <a:srgbClr val="FF0000"/>
                          </a:solidFill>
                          <a:latin typeface="Comic Sans MS"/>
                          <a:ea typeface="Comic Sans MS"/>
                          <a:cs typeface="Comic Sans MS"/>
                          <a:sym typeface="Comic Sans MS"/>
                        </a:rPr>
                        <a:t>r</a:t>
                      </a:r>
                      <a:endParaRPr/>
                    </a:p>
                  </a:txBody>
                  <a:tcPr marT="46800" marB="46800" marR="90000" marL="90000" anchor="ctr">
                    <a:lnT cap="flat" cmpd="sng" w="12700">
                      <a:solidFill>
                        <a:schemeClr val="dk1"/>
                      </a:solidFill>
                      <a:prstDash val="solid"/>
                      <a:round/>
                      <a:headEnd len="sm" w="sm" type="none"/>
                      <a:tailEnd len="sm" w="sm" type="none"/>
                    </a:lnT>
                    <a:noFill/>
                  </a:tcPr>
                </a:tc>
              </a:tr>
            </a:tbl>
          </a:graphicData>
        </a:graphic>
      </p:graphicFrame>
      <p:sp>
        <p:nvSpPr>
          <p:cNvPr id="462" name="Google Shape;462;p23"/>
          <p:cNvSpPr txBox="1"/>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900"/>
              <a:buFont typeface="Gill Sans"/>
              <a:buNone/>
            </a:pPr>
            <a:r>
              <a:rPr b="0" i="0" lang="en-US" sz="900" u="none">
                <a:solidFill>
                  <a:schemeClr val="accent2"/>
                </a:solidFill>
                <a:latin typeface="Gill Sans"/>
                <a:ea typeface="Gill Sans"/>
                <a:cs typeface="Gill Sans"/>
                <a:sym typeface="Gill Sans"/>
              </a:rPr>
              <a:t>*</a:t>
            </a:r>
            <a:endParaRPr/>
          </a:p>
        </p:txBody>
      </p:sp>
      <p:sp>
        <p:nvSpPr>
          <p:cNvPr id="463" name="Google Shape;463;p23"/>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Gill Sans"/>
              <a:buNone/>
            </a:pPr>
            <a:r>
              <a:rPr b="0" i="0" lang="en-US" sz="900" u="none">
                <a:solidFill>
                  <a:srgbClr val="898989"/>
                </a:solidFill>
                <a:latin typeface="Gill Sans"/>
                <a:ea typeface="Gill Sans"/>
                <a:cs typeface="Gill Sans"/>
                <a:sym typeface="Gill Sans"/>
              </a:rPr>
              <a:t>Chapter 2 Crypto Basics.     Dr. Muhammad Iqbal Hossain</a:t>
            </a:r>
            <a:endParaRPr/>
          </a:p>
        </p:txBody>
      </p:sp>
      <p:sp>
        <p:nvSpPr>
          <p:cNvPr id="464" name="Google Shape;464;p23"/>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sp>
        <p:nvSpPr>
          <p:cNvPr id="465" name="Google Shape;465;p23"/>
          <p:cNvSpPr txBox="1"/>
          <p:nvPr/>
        </p:nvSpPr>
        <p:spPr>
          <a:xfrm>
            <a:off x="785812" y="1700212"/>
            <a:ext cx="7215187" cy="519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Comic Sans MS"/>
              <a:buNone/>
            </a:pPr>
            <a:r>
              <a:rPr b="0" i="0" lang="en-US" sz="2800" u="none">
                <a:solidFill>
                  <a:schemeClr val="dk1"/>
                </a:solidFill>
                <a:latin typeface="Comic Sans MS"/>
                <a:ea typeface="Comic Sans MS"/>
                <a:cs typeface="Comic Sans MS"/>
                <a:sym typeface="Comic Sans MS"/>
              </a:rPr>
              <a:t>Double agent claims sender used “</a:t>
            </a:r>
            <a:r>
              <a:rPr b="1" i="0" lang="en-US" sz="2800" u="none">
                <a:solidFill>
                  <a:schemeClr val="dk1"/>
                </a:solidFill>
                <a:latin typeface="Comic Sans MS"/>
                <a:ea typeface="Comic Sans MS"/>
                <a:cs typeface="Comic Sans MS"/>
                <a:sym typeface="Comic Sans MS"/>
              </a:rPr>
              <a:t>key</a:t>
            </a:r>
            <a:r>
              <a:rPr b="0" i="0" lang="en-US" sz="2800" u="none">
                <a:solidFill>
                  <a:schemeClr val="dk1"/>
                </a:solidFill>
                <a:latin typeface="Comic Sans MS"/>
                <a:ea typeface="Comic Sans MS"/>
                <a:cs typeface="Comic Sans MS"/>
                <a:sym typeface="Comic Sans MS"/>
              </a:rPr>
              <a:t>”:</a:t>
            </a:r>
            <a:endParaRPr/>
          </a:p>
        </p:txBody>
      </p:sp>
      <p:sp>
        <p:nvSpPr>
          <p:cNvPr id="466" name="Google Shape;466;p23"/>
          <p:cNvSpPr txBox="1"/>
          <p:nvPr/>
        </p:nvSpPr>
        <p:spPr>
          <a:xfrm>
            <a:off x="785800" y="5347900"/>
            <a:ext cx="8131500" cy="400200"/>
          </a:xfrm>
          <a:prstGeom prst="rect">
            <a:avLst/>
          </a:prstGeom>
          <a:noFill/>
          <a:ln cap="flat" cmpd="sng" w="9525">
            <a:solidFill>
              <a:srgbClr val="FF0000"/>
            </a:solidFill>
            <a:prstDash val="solid"/>
            <a:miter lim="800000"/>
            <a:headEnd len="sm" w="sm" type="none"/>
            <a:tailEnd len="sm" w="sm" type="none"/>
          </a:ln>
        </p:spPr>
        <p:txBody>
          <a:bodyPr anchorCtr="0" anchor="t" bIns="45700" lIns="91425" spcFirstLastPara="1" rIns="91425" wrap="square" tIns="45700">
            <a:spAutoFit/>
          </a:bodyPr>
          <a:lstStyle/>
          <a:p>
            <a:pPr indent="-457200" lvl="0" marL="457200" marR="0" rtl="0" algn="l">
              <a:lnSpc>
                <a:spcPct val="100000"/>
              </a:lnSpc>
              <a:spcBef>
                <a:spcPts val="0"/>
              </a:spcBef>
              <a:spcAft>
                <a:spcPts val="0"/>
              </a:spcAft>
              <a:buClr>
                <a:schemeClr val="dk1"/>
              </a:buClr>
              <a:buSzPts val="2000"/>
              <a:buFont typeface="Lemon"/>
              <a:buNone/>
            </a:pPr>
            <a:r>
              <a:rPr b="0" i="0" lang="en-US" sz="2000" u="none">
                <a:solidFill>
                  <a:schemeClr val="dk1"/>
                </a:solidFill>
                <a:latin typeface="Lemon"/>
                <a:ea typeface="Lemon"/>
                <a:cs typeface="Lemon"/>
                <a:sym typeface="Lemon"/>
              </a:rPr>
              <a:t>e=000  h=001  i=010  k=011  l=100  r=101  s=110  t=111</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24"/>
          <p:cNvSpPr txBox="1"/>
          <p:nvPr>
            <p:ph type="title"/>
          </p:nvPr>
        </p:nvSpPr>
        <p:spPr>
          <a:xfrm>
            <a:off x="785812" y="333375"/>
            <a:ext cx="7026275" cy="1023937"/>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300"/>
              <a:buFont typeface="Calibri"/>
              <a:buNone/>
            </a:pPr>
            <a:r>
              <a:rPr b="0" i="0" lang="en-US" sz="3300" u="none">
                <a:solidFill>
                  <a:schemeClr val="lt1"/>
                </a:solidFill>
                <a:latin typeface="Calibri"/>
                <a:ea typeface="Calibri"/>
                <a:cs typeface="Calibri"/>
                <a:sym typeface="Calibri"/>
              </a:rPr>
              <a:t>One-time Pad</a:t>
            </a:r>
            <a:endParaRPr/>
          </a:p>
        </p:txBody>
      </p:sp>
      <p:graphicFrame>
        <p:nvGraphicFramePr>
          <p:cNvPr id="472" name="Google Shape;472;p24"/>
          <p:cNvGraphicFramePr/>
          <p:nvPr/>
        </p:nvGraphicFramePr>
        <p:xfrm>
          <a:off x="785812" y="2286000"/>
          <a:ext cx="3000000" cy="3000000"/>
        </p:xfrm>
        <a:graphic>
          <a:graphicData uri="http://schemas.openxmlformats.org/drawingml/2006/table">
            <a:tbl>
              <a:tblPr>
                <a:noFill/>
                <a:tableStyleId>{9C8D57EF-903D-4D1E-BFAB-AFA734AC7F87}</a:tableStyleId>
              </a:tblPr>
              <a:tblGrid>
                <a:gridCol w="722300"/>
                <a:gridCol w="717550"/>
                <a:gridCol w="723900"/>
                <a:gridCol w="717550"/>
                <a:gridCol w="720725"/>
                <a:gridCol w="719125"/>
                <a:gridCol w="720725"/>
                <a:gridCol w="717550"/>
                <a:gridCol w="723900"/>
                <a:gridCol w="717550"/>
                <a:gridCol w="722300"/>
              </a:tblGrid>
              <a:tr h="534975">
                <a:tc rowSpan="2">
                  <a:txBody>
                    <a:bodyPr/>
                    <a:lstStyle/>
                    <a:p>
                      <a:pPr indent="0" lvl="0" marL="0" marR="0" rtl="0" algn="ctr">
                        <a:lnSpc>
                          <a:spcPct val="100000"/>
                        </a:lnSpc>
                        <a:spcBef>
                          <a:spcPts val="0"/>
                        </a:spcBef>
                        <a:spcAft>
                          <a:spcPts val="0"/>
                        </a:spcAft>
                        <a:buClr>
                          <a:srgbClr val="2B10F0"/>
                        </a:buClr>
                        <a:buSzPts val="2600"/>
                        <a:buFont typeface="Comic Sans MS"/>
                        <a:buNone/>
                      </a:pPr>
                      <a:r>
                        <a:rPr b="0" i="0" lang="en-US" sz="2600" u="none" cap="none" strike="noStrike">
                          <a:solidFill>
                            <a:srgbClr val="2B10F0"/>
                          </a:solidFill>
                          <a:latin typeface="Comic Sans MS"/>
                          <a:ea typeface="Comic Sans MS"/>
                          <a:cs typeface="Comic Sans MS"/>
                          <a:sym typeface="Comic Sans MS"/>
                        </a:rPr>
                        <a:t>C</a:t>
                      </a:r>
                      <a:endParaRPr/>
                    </a:p>
                  </a:txBody>
                  <a:tcPr marT="46800" marB="46800" marR="90000" marL="90000" anchor="ctr">
                    <a:lnB cap="flat" cmpd="sng" w="28575">
                      <a:solidFill>
                        <a:schemeClr val="dk1"/>
                      </a:solidFill>
                      <a:prstDash val="solid"/>
                      <a:round/>
                      <a:headEnd len="sm" w="sm" type="none"/>
                      <a:tailEnd len="sm" w="sm" type="none"/>
                    </a:lnB>
                    <a:noFill/>
                  </a:tcPr>
                </a:tc>
                <a:tc>
                  <a:txBody>
                    <a:bodyPr/>
                    <a:lstStyle/>
                    <a:p>
                      <a:pPr indent="0" lvl="0" marL="0" marR="0" rtl="0" algn="ctr">
                        <a:lnSpc>
                          <a:spcPct val="100000"/>
                        </a:lnSpc>
                        <a:spcBef>
                          <a:spcPts val="0"/>
                        </a:spcBef>
                        <a:spcAft>
                          <a:spcPts val="0"/>
                        </a:spcAft>
                        <a:buClr>
                          <a:srgbClr val="2B10F0"/>
                        </a:buClr>
                        <a:buSzPts val="2200"/>
                        <a:buFont typeface="Comic Sans MS"/>
                        <a:buNone/>
                      </a:pPr>
                      <a:r>
                        <a:rPr b="0" i="0" lang="en-US" sz="2200" u="none" cap="none" strike="noStrike">
                          <a:solidFill>
                            <a:srgbClr val="2B10F0"/>
                          </a:solidFill>
                          <a:latin typeface="Comic Sans MS"/>
                          <a:ea typeface="Comic Sans MS"/>
                          <a:cs typeface="Comic Sans MS"/>
                          <a:sym typeface="Comic Sans MS"/>
                        </a:rPr>
                        <a:t>s</a:t>
                      </a:r>
                      <a:endParaRPr/>
                    </a:p>
                  </a:txBody>
                  <a:tcPr marT="46800" marB="46800" marR="90000" marL="90000" anchor="ctr">
                    <a:lnB cap="flat" cmpd="sng" w="12700">
                      <a:solidFill>
                        <a:schemeClr val="dk1"/>
                      </a:solidFill>
                      <a:prstDash val="solid"/>
                      <a:round/>
                      <a:headEnd len="sm" w="sm" type="none"/>
                      <a:tailEnd len="sm" w="sm" type="none"/>
                    </a:lnB>
                    <a:noFill/>
                  </a:tcPr>
                </a:tc>
                <a:tc>
                  <a:txBody>
                    <a:bodyPr/>
                    <a:lstStyle/>
                    <a:p>
                      <a:pPr indent="0" lvl="0" marL="0" marR="0" rtl="0" algn="ctr">
                        <a:lnSpc>
                          <a:spcPct val="100000"/>
                        </a:lnSpc>
                        <a:spcBef>
                          <a:spcPts val="0"/>
                        </a:spcBef>
                        <a:spcAft>
                          <a:spcPts val="0"/>
                        </a:spcAft>
                        <a:buClr>
                          <a:srgbClr val="2B10F0"/>
                        </a:buClr>
                        <a:buSzPts val="2200"/>
                        <a:buFont typeface="Comic Sans MS"/>
                        <a:buNone/>
                      </a:pPr>
                      <a:r>
                        <a:rPr b="0" i="0" lang="en-US" sz="2200" u="none" cap="none" strike="noStrike">
                          <a:solidFill>
                            <a:srgbClr val="2B10F0"/>
                          </a:solidFill>
                          <a:latin typeface="Comic Sans MS"/>
                          <a:ea typeface="Comic Sans MS"/>
                          <a:cs typeface="Comic Sans MS"/>
                          <a:sym typeface="Comic Sans MS"/>
                        </a:rPr>
                        <a:t>r</a:t>
                      </a:r>
                      <a:endParaRPr/>
                    </a:p>
                  </a:txBody>
                  <a:tcPr marT="46800" marB="46800" marR="90000" marL="90000" anchor="ctr">
                    <a:lnB cap="flat" cmpd="sng" w="12700">
                      <a:solidFill>
                        <a:schemeClr val="dk1"/>
                      </a:solidFill>
                      <a:prstDash val="solid"/>
                      <a:round/>
                      <a:headEnd len="sm" w="sm" type="none"/>
                      <a:tailEnd len="sm" w="sm" type="none"/>
                    </a:lnB>
                    <a:noFill/>
                  </a:tcPr>
                </a:tc>
                <a:tc>
                  <a:txBody>
                    <a:bodyPr/>
                    <a:lstStyle/>
                    <a:p>
                      <a:pPr indent="0" lvl="0" marL="0" marR="0" rtl="0" algn="ctr">
                        <a:lnSpc>
                          <a:spcPct val="100000"/>
                        </a:lnSpc>
                        <a:spcBef>
                          <a:spcPts val="0"/>
                        </a:spcBef>
                        <a:spcAft>
                          <a:spcPts val="0"/>
                        </a:spcAft>
                        <a:buClr>
                          <a:srgbClr val="2B10F0"/>
                        </a:buClr>
                        <a:buSzPts val="2200"/>
                        <a:buFont typeface="Comic Sans MS"/>
                        <a:buNone/>
                      </a:pPr>
                      <a:r>
                        <a:rPr b="0" i="0" lang="en-US" sz="2200" u="none" cap="none" strike="noStrike">
                          <a:solidFill>
                            <a:srgbClr val="2B10F0"/>
                          </a:solidFill>
                          <a:latin typeface="Comic Sans MS"/>
                          <a:ea typeface="Comic Sans MS"/>
                          <a:cs typeface="Comic Sans MS"/>
                          <a:sym typeface="Comic Sans MS"/>
                        </a:rPr>
                        <a:t>l</a:t>
                      </a:r>
                      <a:endParaRPr/>
                    </a:p>
                  </a:txBody>
                  <a:tcPr marT="46800" marB="46800" marR="90000" marL="90000" anchor="ctr">
                    <a:lnB cap="flat" cmpd="sng" w="12700">
                      <a:solidFill>
                        <a:schemeClr val="dk1"/>
                      </a:solidFill>
                      <a:prstDash val="solid"/>
                      <a:round/>
                      <a:headEnd len="sm" w="sm" type="none"/>
                      <a:tailEnd len="sm" w="sm" type="none"/>
                    </a:lnB>
                    <a:noFill/>
                  </a:tcPr>
                </a:tc>
                <a:tc>
                  <a:txBody>
                    <a:bodyPr/>
                    <a:lstStyle/>
                    <a:p>
                      <a:pPr indent="0" lvl="0" marL="0" marR="0" rtl="0" algn="ctr">
                        <a:lnSpc>
                          <a:spcPct val="100000"/>
                        </a:lnSpc>
                        <a:spcBef>
                          <a:spcPts val="0"/>
                        </a:spcBef>
                        <a:spcAft>
                          <a:spcPts val="0"/>
                        </a:spcAft>
                        <a:buClr>
                          <a:srgbClr val="2B10F0"/>
                        </a:buClr>
                        <a:buSzPts val="2200"/>
                        <a:buFont typeface="Comic Sans MS"/>
                        <a:buNone/>
                      </a:pPr>
                      <a:r>
                        <a:rPr b="0" i="0" lang="en-US" sz="2200" u="none" cap="none" strike="noStrike">
                          <a:solidFill>
                            <a:srgbClr val="2B10F0"/>
                          </a:solidFill>
                          <a:latin typeface="Comic Sans MS"/>
                          <a:ea typeface="Comic Sans MS"/>
                          <a:cs typeface="Comic Sans MS"/>
                          <a:sym typeface="Comic Sans MS"/>
                        </a:rPr>
                        <a:t>h</a:t>
                      </a:r>
                      <a:endParaRPr/>
                    </a:p>
                  </a:txBody>
                  <a:tcPr marT="46800" marB="46800" marR="90000" marL="90000" anchor="ctr">
                    <a:lnB cap="flat" cmpd="sng" w="12700">
                      <a:solidFill>
                        <a:schemeClr val="dk1"/>
                      </a:solidFill>
                      <a:prstDash val="solid"/>
                      <a:round/>
                      <a:headEnd len="sm" w="sm" type="none"/>
                      <a:tailEnd len="sm" w="sm" type="none"/>
                    </a:lnB>
                    <a:noFill/>
                  </a:tcPr>
                </a:tc>
                <a:tc>
                  <a:txBody>
                    <a:bodyPr/>
                    <a:lstStyle/>
                    <a:p>
                      <a:pPr indent="0" lvl="0" marL="0" marR="0" rtl="0" algn="ctr">
                        <a:lnSpc>
                          <a:spcPct val="100000"/>
                        </a:lnSpc>
                        <a:spcBef>
                          <a:spcPts val="0"/>
                        </a:spcBef>
                        <a:spcAft>
                          <a:spcPts val="0"/>
                        </a:spcAft>
                        <a:buClr>
                          <a:srgbClr val="2B10F0"/>
                        </a:buClr>
                        <a:buSzPts val="2200"/>
                        <a:buFont typeface="Comic Sans MS"/>
                        <a:buNone/>
                      </a:pPr>
                      <a:r>
                        <a:rPr b="0" i="0" lang="en-US" sz="2200" u="none" cap="none" strike="noStrike">
                          <a:solidFill>
                            <a:srgbClr val="2B10F0"/>
                          </a:solidFill>
                          <a:latin typeface="Comic Sans MS"/>
                          <a:ea typeface="Comic Sans MS"/>
                          <a:cs typeface="Comic Sans MS"/>
                          <a:sym typeface="Comic Sans MS"/>
                        </a:rPr>
                        <a:t>s</a:t>
                      </a:r>
                      <a:endParaRPr/>
                    </a:p>
                  </a:txBody>
                  <a:tcPr marT="46800" marB="46800" marR="90000" marL="90000" anchor="ctr">
                    <a:lnB cap="flat" cmpd="sng" w="12700">
                      <a:solidFill>
                        <a:schemeClr val="dk1"/>
                      </a:solidFill>
                      <a:prstDash val="solid"/>
                      <a:round/>
                      <a:headEnd len="sm" w="sm" type="none"/>
                      <a:tailEnd len="sm" w="sm" type="none"/>
                    </a:lnB>
                    <a:noFill/>
                  </a:tcPr>
                </a:tc>
                <a:tc>
                  <a:txBody>
                    <a:bodyPr/>
                    <a:lstStyle/>
                    <a:p>
                      <a:pPr indent="0" lvl="0" marL="0" marR="0" rtl="0" algn="ctr">
                        <a:lnSpc>
                          <a:spcPct val="100000"/>
                        </a:lnSpc>
                        <a:spcBef>
                          <a:spcPts val="0"/>
                        </a:spcBef>
                        <a:spcAft>
                          <a:spcPts val="0"/>
                        </a:spcAft>
                        <a:buClr>
                          <a:srgbClr val="2B10F0"/>
                        </a:buClr>
                        <a:buSzPts val="2200"/>
                        <a:buFont typeface="Comic Sans MS"/>
                        <a:buNone/>
                      </a:pPr>
                      <a:r>
                        <a:rPr b="0" i="0" lang="en-US" sz="2200" u="none" cap="none" strike="noStrike">
                          <a:solidFill>
                            <a:srgbClr val="2B10F0"/>
                          </a:solidFill>
                          <a:latin typeface="Comic Sans MS"/>
                          <a:ea typeface="Comic Sans MS"/>
                          <a:cs typeface="Comic Sans MS"/>
                          <a:sym typeface="Comic Sans MS"/>
                        </a:rPr>
                        <a:t>s</a:t>
                      </a:r>
                      <a:endParaRPr/>
                    </a:p>
                  </a:txBody>
                  <a:tcPr marT="46800" marB="46800" marR="90000" marL="90000" anchor="ctr">
                    <a:lnB cap="flat" cmpd="sng" w="12700">
                      <a:solidFill>
                        <a:schemeClr val="dk1"/>
                      </a:solidFill>
                      <a:prstDash val="solid"/>
                      <a:round/>
                      <a:headEnd len="sm" w="sm" type="none"/>
                      <a:tailEnd len="sm" w="sm" type="none"/>
                    </a:lnB>
                    <a:noFill/>
                  </a:tcPr>
                </a:tc>
                <a:tc>
                  <a:txBody>
                    <a:bodyPr/>
                    <a:lstStyle/>
                    <a:p>
                      <a:pPr indent="0" lvl="0" marL="0" marR="0" rtl="0" algn="ctr">
                        <a:lnSpc>
                          <a:spcPct val="100000"/>
                        </a:lnSpc>
                        <a:spcBef>
                          <a:spcPts val="0"/>
                        </a:spcBef>
                        <a:spcAft>
                          <a:spcPts val="0"/>
                        </a:spcAft>
                        <a:buClr>
                          <a:srgbClr val="2B10F0"/>
                        </a:buClr>
                        <a:buSzPts val="2200"/>
                        <a:buFont typeface="Comic Sans MS"/>
                        <a:buNone/>
                      </a:pPr>
                      <a:r>
                        <a:rPr b="0" i="0" lang="en-US" sz="2200" u="none" cap="none" strike="noStrike">
                          <a:solidFill>
                            <a:srgbClr val="2B10F0"/>
                          </a:solidFill>
                          <a:latin typeface="Comic Sans MS"/>
                          <a:ea typeface="Comic Sans MS"/>
                          <a:cs typeface="Comic Sans MS"/>
                          <a:sym typeface="Comic Sans MS"/>
                        </a:rPr>
                        <a:t>t</a:t>
                      </a:r>
                      <a:endParaRPr/>
                    </a:p>
                  </a:txBody>
                  <a:tcPr marT="46800" marB="46800" marR="90000" marL="90000" anchor="ctr">
                    <a:lnB cap="flat" cmpd="sng" w="12700">
                      <a:solidFill>
                        <a:schemeClr val="dk1"/>
                      </a:solidFill>
                      <a:prstDash val="solid"/>
                      <a:round/>
                      <a:headEnd len="sm" w="sm" type="none"/>
                      <a:tailEnd len="sm" w="sm" type="none"/>
                    </a:lnB>
                    <a:noFill/>
                  </a:tcPr>
                </a:tc>
                <a:tc>
                  <a:txBody>
                    <a:bodyPr/>
                    <a:lstStyle/>
                    <a:p>
                      <a:pPr indent="0" lvl="0" marL="0" marR="0" rtl="0" algn="ctr">
                        <a:lnSpc>
                          <a:spcPct val="100000"/>
                        </a:lnSpc>
                        <a:spcBef>
                          <a:spcPts val="0"/>
                        </a:spcBef>
                        <a:spcAft>
                          <a:spcPts val="0"/>
                        </a:spcAft>
                        <a:buClr>
                          <a:srgbClr val="2B10F0"/>
                        </a:buClr>
                        <a:buSzPts val="2200"/>
                        <a:buFont typeface="Comic Sans MS"/>
                        <a:buNone/>
                      </a:pPr>
                      <a:r>
                        <a:rPr b="0" i="0" lang="en-US" sz="2200" u="none" cap="none" strike="noStrike">
                          <a:solidFill>
                            <a:srgbClr val="2B10F0"/>
                          </a:solidFill>
                          <a:latin typeface="Comic Sans MS"/>
                          <a:ea typeface="Comic Sans MS"/>
                          <a:cs typeface="Comic Sans MS"/>
                          <a:sym typeface="Comic Sans MS"/>
                        </a:rPr>
                        <a:t>h</a:t>
                      </a:r>
                      <a:endParaRPr/>
                    </a:p>
                  </a:txBody>
                  <a:tcPr marT="46800" marB="46800" marR="90000" marL="90000" anchor="ctr">
                    <a:lnB cap="flat" cmpd="sng" w="12700">
                      <a:solidFill>
                        <a:schemeClr val="dk1"/>
                      </a:solidFill>
                      <a:prstDash val="solid"/>
                      <a:round/>
                      <a:headEnd len="sm" w="sm" type="none"/>
                      <a:tailEnd len="sm" w="sm" type="none"/>
                    </a:lnB>
                    <a:noFill/>
                  </a:tcPr>
                </a:tc>
                <a:tc>
                  <a:txBody>
                    <a:bodyPr/>
                    <a:lstStyle/>
                    <a:p>
                      <a:pPr indent="0" lvl="0" marL="0" marR="0" rtl="0" algn="ctr">
                        <a:lnSpc>
                          <a:spcPct val="100000"/>
                        </a:lnSpc>
                        <a:spcBef>
                          <a:spcPts val="0"/>
                        </a:spcBef>
                        <a:spcAft>
                          <a:spcPts val="0"/>
                        </a:spcAft>
                        <a:buClr>
                          <a:srgbClr val="2B10F0"/>
                        </a:buClr>
                        <a:buSzPts val="2200"/>
                        <a:buFont typeface="Comic Sans MS"/>
                        <a:buNone/>
                      </a:pPr>
                      <a:r>
                        <a:rPr b="0" i="0" lang="en-US" sz="2200" u="none" cap="none" strike="noStrike">
                          <a:solidFill>
                            <a:srgbClr val="2B10F0"/>
                          </a:solidFill>
                          <a:latin typeface="Comic Sans MS"/>
                          <a:ea typeface="Comic Sans MS"/>
                          <a:cs typeface="Comic Sans MS"/>
                          <a:sym typeface="Comic Sans MS"/>
                        </a:rPr>
                        <a:t>s</a:t>
                      </a:r>
                      <a:endParaRPr/>
                    </a:p>
                  </a:txBody>
                  <a:tcPr marT="46800" marB="46800" marR="90000" marL="90000" anchor="ctr">
                    <a:lnB cap="flat" cmpd="sng" w="12700">
                      <a:solidFill>
                        <a:schemeClr val="dk1"/>
                      </a:solidFill>
                      <a:prstDash val="solid"/>
                      <a:round/>
                      <a:headEnd len="sm" w="sm" type="none"/>
                      <a:tailEnd len="sm" w="sm" type="none"/>
                    </a:lnB>
                    <a:noFill/>
                  </a:tcPr>
                </a:tc>
                <a:tc>
                  <a:txBody>
                    <a:bodyPr/>
                    <a:lstStyle/>
                    <a:p>
                      <a:pPr indent="0" lvl="0" marL="0" marR="0" rtl="0" algn="ctr">
                        <a:lnSpc>
                          <a:spcPct val="100000"/>
                        </a:lnSpc>
                        <a:spcBef>
                          <a:spcPts val="0"/>
                        </a:spcBef>
                        <a:spcAft>
                          <a:spcPts val="0"/>
                        </a:spcAft>
                        <a:buClr>
                          <a:srgbClr val="2B10F0"/>
                        </a:buClr>
                        <a:buSzPts val="2200"/>
                        <a:buFont typeface="Comic Sans MS"/>
                        <a:buNone/>
                      </a:pPr>
                      <a:r>
                        <a:rPr b="0" i="0" lang="en-US" sz="2200" u="none" cap="none" strike="noStrike">
                          <a:solidFill>
                            <a:srgbClr val="2B10F0"/>
                          </a:solidFill>
                          <a:latin typeface="Comic Sans MS"/>
                          <a:ea typeface="Comic Sans MS"/>
                          <a:cs typeface="Comic Sans MS"/>
                          <a:sym typeface="Comic Sans MS"/>
                        </a:rPr>
                        <a:t>r</a:t>
                      </a:r>
                      <a:endParaRPr/>
                    </a:p>
                  </a:txBody>
                  <a:tcPr marT="46800" marB="46800" marR="90000" marL="90000" anchor="ctr">
                    <a:lnB cap="flat" cmpd="sng" w="12700">
                      <a:solidFill>
                        <a:schemeClr val="dk1"/>
                      </a:solidFill>
                      <a:prstDash val="solid"/>
                      <a:round/>
                      <a:headEnd len="sm" w="sm" type="none"/>
                      <a:tailEnd len="sm" w="sm" type="none"/>
                    </a:lnB>
                    <a:noFill/>
                  </a:tcPr>
                </a:tc>
              </a:tr>
              <a:tr h="568325">
                <a:tc vMerge="1"/>
                <a:tc>
                  <a:txBody>
                    <a:bodyPr/>
                    <a:lstStyle/>
                    <a:p>
                      <a:pPr indent="0" lvl="0" marL="0" marR="0" rtl="0" algn="ctr">
                        <a:lnSpc>
                          <a:spcPct val="100000"/>
                        </a:lnSpc>
                        <a:spcBef>
                          <a:spcPts val="0"/>
                        </a:spcBef>
                        <a:spcAft>
                          <a:spcPts val="0"/>
                        </a:spcAft>
                        <a:buClr>
                          <a:srgbClr val="2B10F0"/>
                        </a:buClr>
                        <a:buSzPts val="1700"/>
                        <a:buFont typeface="Comic Sans MS"/>
                        <a:buNone/>
                      </a:pPr>
                      <a:r>
                        <a:rPr b="0" i="0" lang="en-US" sz="1700" u="none" cap="none" strike="noStrike">
                          <a:solidFill>
                            <a:srgbClr val="2B10F0"/>
                          </a:solidFill>
                          <a:latin typeface="Comic Sans MS"/>
                          <a:ea typeface="Comic Sans MS"/>
                          <a:cs typeface="Comic Sans MS"/>
                          <a:sym typeface="Comic Sans MS"/>
                        </a:rPr>
                        <a:t>110</a:t>
                      </a:r>
                      <a:endParaRPr/>
                    </a:p>
                  </a:txBody>
                  <a:tcPr marT="46800" marB="46800" marR="90000" marL="90000" anchor="ct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ctr">
                        <a:lnSpc>
                          <a:spcPct val="100000"/>
                        </a:lnSpc>
                        <a:spcBef>
                          <a:spcPts val="0"/>
                        </a:spcBef>
                        <a:spcAft>
                          <a:spcPts val="0"/>
                        </a:spcAft>
                        <a:buClr>
                          <a:srgbClr val="2B10F0"/>
                        </a:buClr>
                        <a:buSzPts val="1700"/>
                        <a:buFont typeface="Comic Sans MS"/>
                        <a:buNone/>
                      </a:pPr>
                      <a:r>
                        <a:rPr b="0" i="0" lang="en-US" sz="1700" u="none" cap="none" strike="noStrike">
                          <a:solidFill>
                            <a:srgbClr val="2B10F0"/>
                          </a:solidFill>
                          <a:latin typeface="Comic Sans MS"/>
                          <a:ea typeface="Comic Sans MS"/>
                          <a:cs typeface="Comic Sans MS"/>
                          <a:sym typeface="Comic Sans MS"/>
                        </a:rPr>
                        <a:t>101</a:t>
                      </a:r>
                      <a:endParaRPr/>
                    </a:p>
                  </a:txBody>
                  <a:tcPr marT="46800" marB="46800" marR="90000" marL="90000" anchor="ct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ctr">
                        <a:lnSpc>
                          <a:spcPct val="100000"/>
                        </a:lnSpc>
                        <a:spcBef>
                          <a:spcPts val="0"/>
                        </a:spcBef>
                        <a:spcAft>
                          <a:spcPts val="0"/>
                        </a:spcAft>
                        <a:buClr>
                          <a:srgbClr val="2B10F0"/>
                        </a:buClr>
                        <a:buSzPts val="1700"/>
                        <a:buFont typeface="Comic Sans MS"/>
                        <a:buNone/>
                      </a:pPr>
                      <a:r>
                        <a:rPr b="0" i="0" lang="en-US" sz="1700" u="none" cap="none" strike="noStrike">
                          <a:solidFill>
                            <a:srgbClr val="2B10F0"/>
                          </a:solidFill>
                          <a:latin typeface="Comic Sans MS"/>
                          <a:ea typeface="Comic Sans MS"/>
                          <a:cs typeface="Comic Sans MS"/>
                          <a:sym typeface="Comic Sans MS"/>
                        </a:rPr>
                        <a:t>100</a:t>
                      </a:r>
                      <a:endParaRPr/>
                    </a:p>
                  </a:txBody>
                  <a:tcPr marT="46800" marB="46800" marR="90000" marL="90000" anchor="ct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ctr">
                        <a:lnSpc>
                          <a:spcPct val="100000"/>
                        </a:lnSpc>
                        <a:spcBef>
                          <a:spcPts val="0"/>
                        </a:spcBef>
                        <a:spcAft>
                          <a:spcPts val="0"/>
                        </a:spcAft>
                        <a:buClr>
                          <a:srgbClr val="2B10F0"/>
                        </a:buClr>
                        <a:buSzPts val="1700"/>
                        <a:buFont typeface="Comic Sans MS"/>
                        <a:buNone/>
                      </a:pPr>
                      <a:r>
                        <a:rPr b="0" i="0" lang="en-US" sz="1700" u="none" cap="none" strike="noStrike">
                          <a:solidFill>
                            <a:srgbClr val="2B10F0"/>
                          </a:solidFill>
                          <a:latin typeface="Comic Sans MS"/>
                          <a:ea typeface="Comic Sans MS"/>
                          <a:cs typeface="Comic Sans MS"/>
                          <a:sym typeface="Comic Sans MS"/>
                        </a:rPr>
                        <a:t>001</a:t>
                      </a:r>
                      <a:endParaRPr/>
                    </a:p>
                  </a:txBody>
                  <a:tcPr marT="46800" marB="46800" marR="90000" marL="90000" anchor="ct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ctr">
                        <a:lnSpc>
                          <a:spcPct val="100000"/>
                        </a:lnSpc>
                        <a:spcBef>
                          <a:spcPts val="0"/>
                        </a:spcBef>
                        <a:spcAft>
                          <a:spcPts val="0"/>
                        </a:spcAft>
                        <a:buClr>
                          <a:srgbClr val="2B10F0"/>
                        </a:buClr>
                        <a:buSzPts val="1700"/>
                        <a:buFont typeface="Comic Sans MS"/>
                        <a:buNone/>
                      </a:pPr>
                      <a:r>
                        <a:rPr b="0" i="0" lang="en-US" sz="1700" u="none" cap="none" strike="noStrike">
                          <a:solidFill>
                            <a:srgbClr val="2B10F0"/>
                          </a:solidFill>
                          <a:latin typeface="Comic Sans MS"/>
                          <a:ea typeface="Comic Sans MS"/>
                          <a:cs typeface="Comic Sans MS"/>
                          <a:sym typeface="Comic Sans MS"/>
                        </a:rPr>
                        <a:t>110</a:t>
                      </a:r>
                      <a:endParaRPr/>
                    </a:p>
                  </a:txBody>
                  <a:tcPr marT="46800" marB="46800" marR="90000" marL="90000" anchor="ct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ctr">
                        <a:lnSpc>
                          <a:spcPct val="100000"/>
                        </a:lnSpc>
                        <a:spcBef>
                          <a:spcPts val="0"/>
                        </a:spcBef>
                        <a:spcAft>
                          <a:spcPts val="0"/>
                        </a:spcAft>
                        <a:buClr>
                          <a:srgbClr val="2B10F0"/>
                        </a:buClr>
                        <a:buSzPts val="1700"/>
                        <a:buFont typeface="Comic Sans MS"/>
                        <a:buNone/>
                      </a:pPr>
                      <a:r>
                        <a:rPr b="0" i="0" lang="en-US" sz="1700" u="none" cap="none" strike="noStrike">
                          <a:solidFill>
                            <a:srgbClr val="2B10F0"/>
                          </a:solidFill>
                          <a:latin typeface="Comic Sans MS"/>
                          <a:ea typeface="Comic Sans MS"/>
                          <a:cs typeface="Comic Sans MS"/>
                          <a:sym typeface="Comic Sans MS"/>
                        </a:rPr>
                        <a:t>110</a:t>
                      </a:r>
                      <a:endParaRPr/>
                    </a:p>
                  </a:txBody>
                  <a:tcPr marT="46800" marB="46800" marR="90000" marL="90000" anchor="ct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ctr">
                        <a:lnSpc>
                          <a:spcPct val="100000"/>
                        </a:lnSpc>
                        <a:spcBef>
                          <a:spcPts val="0"/>
                        </a:spcBef>
                        <a:spcAft>
                          <a:spcPts val="0"/>
                        </a:spcAft>
                        <a:buClr>
                          <a:srgbClr val="2B10F0"/>
                        </a:buClr>
                        <a:buSzPts val="1700"/>
                        <a:buFont typeface="Comic Sans MS"/>
                        <a:buNone/>
                      </a:pPr>
                      <a:r>
                        <a:rPr b="0" i="0" lang="en-US" sz="1700" u="none" cap="none" strike="noStrike">
                          <a:solidFill>
                            <a:srgbClr val="2B10F0"/>
                          </a:solidFill>
                          <a:latin typeface="Comic Sans MS"/>
                          <a:ea typeface="Comic Sans MS"/>
                          <a:cs typeface="Comic Sans MS"/>
                          <a:sym typeface="Comic Sans MS"/>
                        </a:rPr>
                        <a:t>111</a:t>
                      </a:r>
                      <a:endParaRPr/>
                    </a:p>
                  </a:txBody>
                  <a:tcPr marT="46800" marB="46800" marR="90000" marL="90000" anchor="ct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ctr">
                        <a:lnSpc>
                          <a:spcPct val="100000"/>
                        </a:lnSpc>
                        <a:spcBef>
                          <a:spcPts val="0"/>
                        </a:spcBef>
                        <a:spcAft>
                          <a:spcPts val="0"/>
                        </a:spcAft>
                        <a:buClr>
                          <a:srgbClr val="2B10F0"/>
                        </a:buClr>
                        <a:buSzPts val="1700"/>
                        <a:buFont typeface="Comic Sans MS"/>
                        <a:buNone/>
                      </a:pPr>
                      <a:r>
                        <a:rPr b="0" i="0" lang="en-US" sz="1700" u="none" cap="none" strike="noStrike">
                          <a:solidFill>
                            <a:srgbClr val="2B10F0"/>
                          </a:solidFill>
                          <a:latin typeface="Comic Sans MS"/>
                          <a:ea typeface="Comic Sans MS"/>
                          <a:cs typeface="Comic Sans MS"/>
                          <a:sym typeface="Comic Sans MS"/>
                        </a:rPr>
                        <a:t>001</a:t>
                      </a:r>
                      <a:endParaRPr/>
                    </a:p>
                  </a:txBody>
                  <a:tcPr marT="46800" marB="46800" marR="90000" marL="90000" anchor="ct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ctr">
                        <a:lnSpc>
                          <a:spcPct val="100000"/>
                        </a:lnSpc>
                        <a:spcBef>
                          <a:spcPts val="0"/>
                        </a:spcBef>
                        <a:spcAft>
                          <a:spcPts val="0"/>
                        </a:spcAft>
                        <a:buClr>
                          <a:srgbClr val="2B10F0"/>
                        </a:buClr>
                        <a:buSzPts val="1700"/>
                        <a:buFont typeface="Comic Sans MS"/>
                        <a:buNone/>
                      </a:pPr>
                      <a:r>
                        <a:rPr b="0" i="0" lang="en-US" sz="1700" u="none" cap="none" strike="noStrike">
                          <a:solidFill>
                            <a:srgbClr val="2B10F0"/>
                          </a:solidFill>
                          <a:latin typeface="Comic Sans MS"/>
                          <a:ea typeface="Comic Sans MS"/>
                          <a:cs typeface="Comic Sans MS"/>
                          <a:sym typeface="Comic Sans MS"/>
                        </a:rPr>
                        <a:t>110</a:t>
                      </a:r>
                      <a:endParaRPr/>
                    </a:p>
                  </a:txBody>
                  <a:tcPr marT="46800" marB="46800" marR="90000" marL="90000" anchor="ct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c>
                  <a:txBody>
                    <a:bodyPr/>
                    <a:lstStyle/>
                    <a:p>
                      <a:pPr indent="0" lvl="0" marL="0" marR="0" rtl="0" algn="ctr">
                        <a:lnSpc>
                          <a:spcPct val="100000"/>
                        </a:lnSpc>
                        <a:spcBef>
                          <a:spcPts val="0"/>
                        </a:spcBef>
                        <a:spcAft>
                          <a:spcPts val="0"/>
                        </a:spcAft>
                        <a:buClr>
                          <a:srgbClr val="2B10F0"/>
                        </a:buClr>
                        <a:buSzPts val="1700"/>
                        <a:buFont typeface="Comic Sans MS"/>
                        <a:buNone/>
                      </a:pPr>
                      <a:r>
                        <a:rPr b="0" i="0" lang="en-US" sz="1700" u="none" cap="none" strike="noStrike">
                          <a:solidFill>
                            <a:srgbClr val="2B10F0"/>
                          </a:solidFill>
                          <a:latin typeface="Comic Sans MS"/>
                          <a:ea typeface="Comic Sans MS"/>
                          <a:cs typeface="Comic Sans MS"/>
                          <a:sym typeface="Comic Sans MS"/>
                        </a:rPr>
                        <a:t>101</a:t>
                      </a:r>
                      <a:endParaRPr/>
                    </a:p>
                  </a:txBody>
                  <a:tcPr marT="46800" marB="46800" marR="90000" marL="90000" anchor="ct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noFill/>
                  </a:tcPr>
                </a:tc>
              </a:tr>
              <a:tr h="628650">
                <a:tc>
                  <a:txBody>
                    <a:bodyPr/>
                    <a:lstStyle/>
                    <a:p>
                      <a:pPr indent="0" lvl="0" marL="0" marR="0" rtl="0" algn="ctr">
                        <a:lnSpc>
                          <a:spcPct val="100000"/>
                        </a:lnSpc>
                        <a:spcBef>
                          <a:spcPts val="0"/>
                        </a:spcBef>
                        <a:spcAft>
                          <a:spcPts val="0"/>
                        </a:spcAft>
                        <a:buClr>
                          <a:schemeClr val="dk1"/>
                        </a:buClr>
                        <a:buSzPts val="2200"/>
                        <a:buFont typeface="Comic Sans MS"/>
                        <a:buNone/>
                      </a:pPr>
                      <a:r>
                        <a:rPr b="0" i="0" lang="en-US" sz="2200" u="none" cap="none" strike="noStrike">
                          <a:solidFill>
                            <a:schemeClr val="dk1"/>
                          </a:solidFill>
                          <a:latin typeface="Comic Sans MS"/>
                          <a:ea typeface="Comic Sans MS"/>
                          <a:cs typeface="Comic Sans MS"/>
                          <a:sym typeface="Comic Sans MS"/>
                        </a:rPr>
                        <a:t>K</a:t>
                      </a:r>
                      <a:endParaRPr/>
                    </a:p>
                  </a:txBody>
                  <a:tcPr marT="46800" marB="46800" marR="90000" marL="90000" anchor="ct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FFF99"/>
                    </a:solidFill>
                  </a:tcPr>
                </a:tc>
                <a:tc>
                  <a:txBody>
                    <a:bodyPr/>
                    <a:lstStyle/>
                    <a:p>
                      <a:pPr indent="0" lvl="0" marL="0" marR="0" rtl="0" algn="ctr">
                        <a:lnSpc>
                          <a:spcPct val="100000"/>
                        </a:lnSpc>
                        <a:spcBef>
                          <a:spcPts val="0"/>
                        </a:spcBef>
                        <a:spcAft>
                          <a:spcPts val="0"/>
                        </a:spcAft>
                        <a:buClr>
                          <a:schemeClr val="dk1"/>
                        </a:buClr>
                        <a:buSzPts val="1700"/>
                        <a:buFont typeface="Comic Sans MS"/>
                        <a:buNone/>
                      </a:pPr>
                      <a:r>
                        <a:rPr b="1" i="0" lang="en-US" sz="1700" u="none" cap="none" strike="noStrike">
                          <a:solidFill>
                            <a:schemeClr val="dk1"/>
                          </a:solidFill>
                          <a:latin typeface="Comic Sans MS"/>
                          <a:ea typeface="Comic Sans MS"/>
                          <a:cs typeface="Comic Sans MS"/>
                          <a:sym typeface="Comic Sans MS"/>
                        </a:rPr>
                        <a:t>111</a:t>
                      </a:r>
                      <a:endParaRPr/>
                    </a:p>
                  </a:txBody>
                  <a:tcPr marT="46800" marB="46800" marR="90000" marL="90000" anchor="ct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FFF99"/>
                    </a:solidFill>
                  </a:tcPr>
                </a:tc>
                <a:tc>
                  <a:txBody>
                    <a:bodyPr/>
                    <a:lstStyle/>
                    <a:p>
                      <a:pPr indent="0" lvl="0" marL="0" marR="0" rtl="0" algn="ctr">
                        <a:lnSpc>
                          <a:spcPct val="100000"/>
                        </a:lnSpc>
                        <a:spcBef>
                          <a:spcPts val="0"/>
                        </a:spcBef>
                        <a:spcAft>
                          <a:spcPts val="0"/>
                        </a:spcAft>
                        <a:buClr>
                          <a:schemeClr val="dk1"/>
                        </a:buClr>
                        <a:buSzPts val="1700"/>
                        <a:buFont typeface="Comic Sans MS"/>
                        <a:buNone/>
                      </a:pPr>
                      <a:r>
                        <a:rPr b="1" i="0" lang="en-US" sz="1700" u="none" cap="none" strike="noStrike">
                          <a:solidFill>
                            <a:schemeClr val="dk1"/>
                          </a:solidFill>
                          <a:latin typeface="Comic Sans MS"/>
                          <a:ea typeface="Comic Sans MS"/>
                          <a:cs typeface="Comic Sans MS"/>
                          <a:sym typeface="Comic Sans MS"/>
                        </a:rPr>
                        <a:t>101</a:t>
                      </a:r>
                      <a:endParaRPr/>
                    </a:p>
                  </a:txBody>
                  <a:tcPr marT="46800" marB="46800" marR="90000" marL="90000" anchor="ct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FFF99"/>
                    </a:solidFill>
                  </a:tcPr>
                </a:tc>
                <a:tc>
                  <a:txBody>
                    <a:bodyPr/>
                    <a:lstStyle/>
                    <a:p>
                      <a:pPr indent="0" lvl="0" marL="0" marR="0" rtl="0" algn="ctr">
                        <a:lnSpc>
                          <a:spcPct val="100000"/>
                        </a:lnSpc>
                        <a:spcBef>
                          <a:spcPts val="0"/>
                        </a:spcBef>
                        <a:spcAft>
                          <a:spcPts val="0"/>
                        </a:spcAft>
                        <a:buClr>
                          <a:schemeClr val="dk1"/>
                        </a:buClr>
                        <a:buSzPts val="1700"/>
                        <a:buFont typeface="Comic Sans MS"/>
                        <a:buNone/>
                      </a:pPr>
                      <a:r>
                        <a:rPr b="1" i="0" lang="en-US" sz="1700" u="none" cap="none" strike="noStrike">
                          <a:solidFill>
                            <a:schemeClr val="dk1"/>
                          </a:solidFill>
                          <a:latin typeface="Comic Sans MS"/>
                          <a:ea typeface="Comic Sans MS"/>
                          <a:cs typeface="Comic Sans MS"/>
                          <a:sym typeface="Comic Sans MS"/>
                        </a:rPr>
                        <a:t>000</a:t>
                      </a:r>
                      <a:endParaRPr/>
                    </a:p>
                  </a:txBody>
                  <a:tcPr marT="46800" marB="46800" marR="90000" marL="90000" anchor="ct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FFF99"/>
                    </a:solidFill>
                  </a:tcPr>
                </a:tc>
                <a:tc>
                  <a:txBody>
                    <a:bodyPr/>
                    <a:lstStyle/>
                    <a:p>
                      <a:pPr indent="0" lvl="0" marL="0" marR="0" rtl="0" algn="ctr">
                        <a:lnSpc>
                          <a:spcPct val="100000"/>
                        </a:lnSpc>
                        <a:spcBef>
                          <a:spcPts val="0"/>
                        </a:spcBef>
                        <a:spcAft>
                          <a:spcPts val="0"/>
                        </a:spcAft>
                        <a:buClr>
                          <a:schemeClr val="dk1"/>
                        </a:buClr>
                        <a:buSzPts val="1700"/>
                        <a:buFont typeface="Comic Sans MS"/>
                        <a:buNone/>
                      </a:pPr>
                      <a:r>
                        <a:rPr b="1" i="0" lang="en-US" sz="1700" u="none" cap="none" strike="noStrike">
                          <a:solidFill>
                            <a:schemeClr val="dk1"/>
                          </a:solidFill>
                          <a:latin typeface="Comic Sans MS"/>
                          <a:ea typeface="Comic Sans MS"/>
                          <a:cs typeface="Comic Sans MS"/>
                          <a:sym typeface="Comic Sans MS"/>
                        </a:rPr>
                        <a:t>011</a:t>
                      </a:r>
                      <a:endParaRPr/>
                    </a:p>
                  </a:txBody>
                  <a:tcPr marT="46800" marB="46800" marR="90000" marL="90000" anchor="ct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FFF99"/>
                    </a:solidFill>
                  </a:tcPr>
                </a:tc>
                <a:tc>
                  <a:txBody>
                    <a:bodyPr/>
                    <a:lstStyle/>
                    <a:p>
                      <a:pPr indent="0" lvl="0" marL="0" marR="0" rtl="0" algn="ctr">
                        <a:lnSpc>
                          <a:spcPct val="100000"/>
                        </a:lnSpc>
                        <a:spcBef>
                          <a:spcPts val="0"/>
                        </a:spcBef>
                        <a:spcAft>
                          <a:spcPts val="0"/>
                        </a:spcAft>
                        <a:buClr>
                          <a:schemeClr val="dk1"/>
                        </a:buClr>
                        <a:buSzPts val="1700"/>
                        <a:buFont typeface="Comic Sans MS"/>
                        <a:buNone/>
                      </a:pPr>
                      <a:r>
                        <a:rPr b="1" i="0" lang="en-US" sz="1700" u="none" cap="none" strike="noStrike">
                          <a:solidFill>
                            <a:schemeClr val="dk1"/>
                          </a:solidFill>
                          <a:latin typeface="Comic Sans MS"/>
                          <a:ea typeface="Comic Sans MS"/>
                          <a:cs typeface="Comic Sans MS"/>
                          <a:sym typeface="Comic Sans MS"/>
                        </a:rPr>
                        <a:t>101</a:t>
                      </a:r>
                      <a:endParaRPr/>
                    </a:p>
                  </a:txBody>
                  <a:tcPr marT="46800" marB="46800" marR="90000" marL="90000" anchor="ct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FFF99"/>
                    </a:solidFill>
                  </a:tcPr>
                </a:tc>
                <a:tc>
                  <a:txBody>
                    <a:bodyPr/>
                    <a:lstStyle/>
                    <a:p>
                      <a:pPr indent="0" lvl="0" marL="0" marR="0" rtl="0" algn="ctr">
                        <a:lnSpc>
                          <a:spcPct val="100000"/>
                        </a:lnSpc>
                        <a:spcBef>
                          <a:spcPts val="0"/>
                        </a:spcBef>
                        <a:spcAft>
                          <a:spcPts val="0"/>
                        </a:spcAft>
                        <a:buClr>
                          <a:schemeClr val="dk1"/>
                        </a:buClr>
                        <a:buSzPts val="1700"/>
                        <a:buFont typeface="Comic Sans MS"/>
                        <a:buNone/>
                      </a:pPr>
                      <a:r>
                        <a:rPr b="1" i="0" lang="en-US" sz="1700" u="none" cap="none" strike="noStrike">
                          <a:solidFill>
                            <a:schemeClr val="dk1"/>
                          </a:solidFill>
                          <a:latin typeface="Comic Sans MS"/>
                          <a:ea typeface="Comic Sans MS"/>
                          <a:cs typeface="Comic Sans MS"/>
                          <a:sym typeface="Comic Sans MS"/>
                        </a:rPr>
                        <a:t>110</a:t>
                      </a:r>
                      <a:endParaRPr/>
                    </a:p>
                  </a:txBody>
                  <a:tcPr marT="46800" marB="46800" marR="90000" marL="90000" anchor="ct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FFF99"/>
                    </a:solidFill>
                  </a:tcPr>
                </a:tc>
                <a:tc>
                  <a:txBody>
                    <a:bodyPr/>
                    <a:lstStyle/>
                    <a:p>
                      <a:pPr indent="0" lvl="0" marL="0" marR="0" rtl="0" algn="ctr">
                        <a:lnSpc>
                          <a:spcPct val="100000"/>
                        </a:lnSpc>
                        <a:spcBef>
                          <a:spcPts val="0"/>
                        </a:spcBef>
                        <a:spcAft>
                          <a:spcPts val="0"/>
                        </a:spcAft>
                        <a:buClr>
                          <a:schemeClr val="dk1"/>
                        </a:buClr>
                        <a:buSzPts val="1700"/>
                        <a:buFont typeface="Comic Sans MS"/>
                        <a:buNone/>
                      </a:pPr>
                      <a:r>
                        <a:rPr b="1" i="0" lang="en-US" sz="1700" u="none" cap="none" strike="noStrike">
                          <a:solidFill>
                            <a:schemeClr val="dk1"/>
                          </a:solidFill>
                          <a:latin typeface="Comic Sans MS"/>
                          <a:ea typeface="Comic Sans MS"/>
                          <a:cs typeface="Comic Sans MS"/>
                          <a:sym typeface="Comic Sans MS"/>
                        </a:rPr>
                        <a:t>001</a:t>
                      </a:r>
                      <a:endParaRPr/>
                    </a:p>
                  </a:txBody>
                  <a:tcPr marT="46800" marB="46800" marR="90000" marL="90000" anchor="ct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FFF99"/>
                    </a:solidFill>
                  </a:tcPr>
                </a:tc>
                <a:tc>
                  <a:txBody>
                    <a:bodyPr/>
                    <a:lstStyle/>
                    <a:p>
                      <a:pPr indent="0" lvl="0" marL="0" marR="0" rtl="0" algn="ctr">
                        <a:lnSpc>
                          <a:spcPct val="100000"/>
                        </a:lnSpc>
                        <a:spcBef>
                          <a:spcPts val="0"/>
                        </a:spcBef>
                        <a:spcAft>
                          <a:spcPts val="0"/>
                        </a:spcAft>
                        <a:buClr>
                          <a:schemeClr val="dk1"/>
                        </a:buClr>
                        <a:buSzPts val="1700"/>
                        <a:buFont typeface="Comic Sans MS"/>
                        <a:buNone/>
                      </a:pPr>
                      <a:r>
                        <a:rPr b="1" i="0" lang="en-US" sz="1700" u="none" cap="none" strike="noStrike">
                          <a:solidFill>
                            <a:schemeClr val="dk1"/>
                          </a:solidFill>
                          <a:latin typeface="Comic Sans MS"/>
                          <a:ea typeface="Comic Sans MS"/>
                          <a:cs typeface="Comic Sans MS"/>
                          <a:sym typeface="Comic Sans MS"/>
                        </a:rPr>
                        <a:t>011</a:t>
                      </a:r>
                      <a:endParaRPr/>
                    </a:p>
                  </a:txBody>
                  <a:tcPr marT="46800" marB="46800" marR="90000" marL="90000" anchor="ct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FFF99"/>
                    </a:solidFill>
                  </a:tcPr>
                </a:tc>
                <a:tc>
                  <a:txBody>
                    <a:bodyPr/>
                    <a:lstStyle/>
                    <a:p>
                      <a:pPr indent="0" lvl="0" marL="0" marR="0" rtl="0" algn="ctr">
                        <a:lnSpc>
                          <a:spcPct val="100000"/>
                        </a:lnSpc>
                        <a:spcBef>
                          <a:spcPts val="0"/>
                        </a:spcBef>
                        <a:spcAft>
                          <a:spcPts val="0"/>
                        </a:spcAft>
                        <a:buClr>
                          <a:schemeClr val="dk1"/>
                        </a:buClr>
                        <a:buSzPts val="1700"/>
                        <a:buFont typeface="Comic Sans MS"/>
                        <a:buNone/>
                      </a:pPr>
                      <a:r>
                        <a:rPr b="1" i="0" lang="en-US" sz="1700" u="none" cap="none" strike="noStrike">
                          <a:solidFill>
                            <a:schemeClr val="dk1"/>
                          </a:solidFill>
                          <a:latin typeface="Comic Sans MS"/>
                          <a:ea typeface="Comic Sans MS"/>
                          <a:cs typeface="Comic Sans MS"/>
                          <a:sym typeface="Comic Sans MS"/>
                        </a:rPr>
                        <a:t>101</a:t>
                      </a:r>
                      <a:endParaRPr/>
                    </a:p>
                  </a:txBody>
                  <a:tcPr marT="46800" marB="46800" marR="90000" marL="90000" anchor="ct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FFF99"/>
                    </a:solidFill>
                  </a:tcPr>
                </a:tc>
                <a:tc>
                  <a:txBody>
                    <a:bodyPr/>
                    <a:lstStyle/>
                    <a:p>
                      <a:pPr indent="0" lvl="0" marL="0" marR="0" rtl="0" algn="ctr">
                        <a:lnSpc>
                          <a:spcPct val="100000"/>
                        </a:lnSpc>
                        <a:spcBef>
                          <a:spcPts val="0"/>
                        </a:spcBef>
                        <a:spcAft>
                          <a:spcPts val="0"/>
                        </a:spcAft>
                        <a:buClr>
                          <a:schemeClr val="dk1"/>
                        </a:buClr>
                        <a:buSzPts val="1700"/>
                        <a:buFont typeface="Comic Sans MS"/>
                        <a:buNone/>
                      </a:pPr>
                      <a:r>
                        <a:rPr b="1" i="0" lang="en-US" sz="1700" u="none" cap="none" strike="noStrike">
                          <a:solidFill>
                            <a:schemeClr val="dk1"/>
                          </a:solidFill>
                          <a:latin typeface="Comic Sans MS"/>
                          <a:ea typeface="Comic Sans MS"/>
                          <a:cs typeface="Comic Sans MS"/>
                          <a:sym typeface="Comic Sans MS"/>
                        </a:rPr>
                        <a:t>101</a:t>
                      </a:r>
                      <a:endParaRPr/>
                    </a:p>
                  </a:txBody>
                  <a:tcPr marT="46800" marB="46800" marR="90000" marL="90000" anchor="ct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FFF99"/>
                    </a:solidFill>
                  </a:tcPr>
                </a:tc>
              </a:tr>
              <a:tr h="552450">
                <a:tc rowSpan="2">
                  <a:txBody>
                    <a:bodyPr/>
                    <a:lstStyle/>
                    <a:p>
                      <a:pPr indent="0" lvl="0" marL="0" marR="0" rtl="0" algn="ctr">
                        <a:lnSpc>
                          <a:spcPct val="100000"/>
                        </a:lnSpc>
                        <a:spcBef>
                          <a:spcPts val="0"/>
                        </a:spcBef>
                        <a:spcAft>
                          <a:spcPts val="0"/>
                        </a:spcAft>
                        <a:buClr>
                          <a:srgbClr val="FF0000"/>
                        </a:buClr>
                        <a:buSzPts val="2600"/>
                        <a:buFont typeface="Comic Sans MS"/>
                        <a:buNone/>
                      </a:pPr>
                      <a:r>
                        <a:rPr b="0" i="0" lang="en-US" sz="2600" u="none" cap="none" strike="noStrike">
                          <a:solidFill>
                            <a:srgbClr val="FF0000"/>
                          </a:solidFill>
                          <a:latin typeface="Comic Sans MS"/>
                          <a:ea typeface="Comic Sans MS"/>
                          <a:cs typeface="Comic Sans MS"/>
                          <a:sym typeface="Comic Sans MS"/>
                        </a:rPr>
                        <a:t>P</a:t>
                      </a:r>
                      <a:endParaRPr/>
                    </a:p>
                  </a:txBody>
                  <a:tcPr marT="46800" marB="46800" marR="90000" marL="90000" anchor="ctr">
                    <a:lnT cap="flat" cmpd="sng" w="28575">
                      <a:solidFill>
                        <a:schemeClr val="dk1"/>
                      </a:solidFill>
                      <a:prstDash val="solid"/>
                      <a:round/>
                      <a:headEnd len="sm" w="sm" type="none"/>
                      <a:tailEnd len="sm" w="sm" type="none"/>
                    </a:lnT>
                    <a:noFill/>
                  </a:tcPr>
                </a:tc>
                <a:tc>
                  <a:txBody>
                    <a:bodyPr/>
                    <a:lstStyle/>
                    <a:p>
                      <a:pPr indent="0" lvl="0" marL="0" marR="0" rtl="0" algn="ctr">
                        <a:lnSpc>
                          <a:spcPct val="100000"/>
                        </a:lnSpc>
                        <a:spcBef>
                          <a:spcPts val="0"/>
                        </a:spcBef>
                        <a:spcAft>
                          <a:spcPts val="0"/>
                        </a:spcAft>
                        <a:buClr>
                          <a:srgbClr val="FF0000"/>
                        </a:buClr>
                        <a:buSzPts val="1700"/>
                        <a:buFont typeface="Comic Sans MS"/>
                        <a:buNone/>
                      </a:pPr>
                      <a:r>
                        <a:rPr b="0" i="0" lang="en-US" sz="1700" u="none" cap="none" strike="noStrike">
                          <a:solidFill>
                            <a:srgbClr val="FF0000"/>
                          </a:solidFill>
                          <a:latin typeface="Comic Sans MS"/>
                          <a:ea typeface="Comic Sans MS"/>
                          <a:cs typeface="Comic Sans MS"/>
                          <a:sym typeface="Comic Sans MS"/>
                        </a:rPr>
                        <a:t>001</a:t>
                      </a:r>
                      <a:endParaRPr/>
                    </a:p>
                  </a:txBody>
                  <a:tcPr marT="46800" marB="46800" marR="90000" marL="90000" anchor="ct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ctr">
                        <a:lnSpc>
                          <a:spcPct val="100000"/>
                        </a:lnSpc>
                        <a:spcBef>
                          <a:spcPts val="0"/>
                        </a:spcBef>
                        <a:spcAft>
                          <a:spcPts val="0"/>
                        </a:spcAft>
                        <a:buClr>
                          <a:srgbClr val="FF0000"/>
                        </a:buClr>
                        <a:buSzPts val="1700"/>
                        <a:buFont typeface="Comic Sans MS"/>
                        <a:buNone/>
                      </a:pPr>
                      <a:r>
                        <a:rPr b="0" i="0" lang="en-US" sz="1700" u="none" cap="none" strike="noStrike">
                          <a:solidFill>
                            <a:srgbClr val="FF0000"/>
                          </a:solidFill>
                          <a:latin typeface="Comic Sans MS"/>
                          <a:ea typeface="Comic Sans MS"/>
                          <a:cs typeface="Comic Sans MS"/>
                          <a:sym typeface="Comic Sans MS"/>
                        </a:rPr>
                        <a:t>000</a:t>
                      </a:r>
                      <a:endParaRPr/>
                    </a:p>
                  </a:txBody>
                  <a:tcPr marT="46800" marB="46800" marR="90000" marL="90000" anchor="ct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ctr">
                        <a:lnSpc>
                          <a:spcPct val="100000"/>
                        </a:lnSpc>
                        <a:spcBef>
                          <a:spcPts val="0"/>
                        </a:spcBef>
                        <a:spcAft>
                          <a:spcPts val="0"/>
                        </a:spcAft>
                        <a:buClr>
                          <a:srgbClr val="FF0000"/>
                        </a:buClr>
                        <a:buSzPts val="1700"/>
                        <a:buFont typeface="Comic Sans MS"/>
                        <a:buNone/>
                      </a:pPr>
                      <a:r>
                        <a:rPr b="0" i="0" lang="en-US" sz="1700" u="none" cap="none" strike="noStrike">
                          <a:solidFill>
                            <a:srgbClr val="FF0000"/>
                          </a:solidFill>
                          <a:latin typeface="Comic Sans MS"/>
                          <a:ea typeface="Comic Sans MS"/>
                          <a:cs typeface="Comic Sans MS"/>
                          <a:sym typeface="Comic Sans MS"/>
                        </a:rPr>
                        <a:t>100</a:t>
                      </a:r>
                      <a:endParaRPr/>
                    </a:p>
                  </a:txBody>
                  <a:tcPr marT="46800" marB="46800" marR="90000" marL="90000" anchor="ct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ctr">
                        <a:lnSpc>
                          <a:spcPct val="100000"/>
                        </a:lnSpc>
                        <a:spcBef>
                          <a:spcPts val="0"/>
                        </a:spcBef>
                        <a:spcAft>
                          <a:spcPts val="0"/>
                        </a:spcAft>
                        <a:buClr>
                          <a:srgbClr val="FF0000"/>
                        </a:buClr>
                        <a:buSzPts val="1700"/>
                        <a:buFont typeface="Comic Sans MS"/>
                        <a:buNone/>
                      </a:pPr>
                      <a:r>
                        <a:rPr b="0" i="0" lang="en-US" sz="1700" u="none" cap="none" strike="noStrike">
                          <a:solidFill>
                            <a:srgbClr val="FF0000"/>
                          </a:solidFill>
                          <a:latin typeface="Comic Sans MS"/>
                          <a:ea typeface="Comic Sans MS"/>
                          <a:cs typeface="Comic Sans MS"/>
                          <a:sym typeface="Comic Sans MS"/>
                        </a:rPr>
                        <a:t>010</a:t>
                      </a:r>
                      <a:endParaRPr/>
                    </a:p>
                  </a:txBody>
                  <a:tcPr marT="46800" marB="46800" marR="90000" marL="90000" anchor="ct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ctr">
                        <a:lnSpc>
                          <a:spcPct val="100000"/>
                        </a:lnSpc>
                        <a:spcBef>
                          <a:spcPts val="0"/>
                        </a:spcBef>
                        <a:spcAft>
                          <a:spcPts val="0"/>
                        </a:spcAft>
                        <a:buClr>
                          <a:srgbClr val="FF0000"/>
                        </a:buClr>
                        <a:buSzPts val="1700"/>
                        <a:buFont typeface="Comic Sans MS"/>
                        <a:buNone/>
                      </a:pPr>
                      <a:r>
                        <a:rPr b="0" i="0" lang="en-US" sz="1700" u="none" cap="none" strike="noStrike">
                          <a:solidFill>
                            <a:srgbClr val="FF0000"/>
                          </a:solidFill>
                          <a:latin typeface="Comic Sans MS"/>
                          <a:ea typeface="Comic Sans MS"/>
                          <a:cs typeface="Comic Sans MS"/>
                          <a:sym typeface="Comic Sans MS"/>
                        </a:rPr>
                        <a:t>011</a:t>
                      </a:r>
                      <a:endParaRPr/>
                    </a:p>
                  </a:txBody>
                  <a:tcPr marT="46800" marB="46800" marR="90000" marL="90000" anchor="ct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ctr">
                        <a:lnSpc>
                          <a:spcPct val="100000"/>
                        </a:lnSpc>
                        <a:spcBef>
                          <a:spcPts val="0"/>
                        </a:spcBef>
                        <a:spcAft>
                          <a:spcPts val="0"/>
                        </a:spcAft>
                        <a:buClr>
                          <a:srgbClr val="FF0000"/>
                        </a:buClr>
                        <a:buSzPts val="1700"/>
                        <a:buFont typeface="Comic Sans MS"/>
                        <a:buNone/>
                      </a:pPr>
                      <a:r>
                        <a:rPr b="0" i="0" lang="en-US" sz="1700" u="none" cap="none" strike="noStrike">
                          <a:solidFill>
                            <a:srgbClr val="FF0000"/>
                          </a:solidFill>
                          <a:latin typeface="Comic Sans MS"/>
                          <a:ea typeface="Comic Sans MS"/>
                          <a:cs typeface="Comic Sans MS"/>
                          <a:sym typeface="Comic Sans MS"/>
                        </a:rPr>
                        <a:t>000</a:t>
                      </a:r>
                      <a:endParaRPr/>
                    </a:p>
                  </a:txBody>
                  <a:tcPr marT="46800" marB="46800" marR="90000" marL="90000" anchor="ct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ctr">
                        <a:lnSpc>
                          <a:spcPct val="100000"/>
                        </a:lnSpc>
                        <a:spcBef>
                          <a:spcPts val="0"/>
                        </a:spcBef>
                        <a:spcAft>
                          <a:spcPts val="0"/>
                        </a:spcAft>
                        <a:buClr>
                          <a:srgbClr val="FF0000"/>
                        </a:buClr>
                        <a:buSzPts val="1700"/>
                        <a:buFont typeface="Comic Sans MS"/>
                        <a:buNone/>
                      </a:pPr>
                      <a:r>
                        <a:rPr b="0" i="0" lang="en-US" sz="1700" u="none" cap="none" strike="noStrike">
                          <a:solidFill>
                            <a:srgbClr val="FF0000"/>
                          </a:solidFill>
                          <a:latin typeface="Comic Sans MS"/>
                          <a:ea typeface="Comic Sans MS"/>
                          <a:cs typeface="Comic Sans MS"/>
                          <a:sym typeface="Comic Sans MS"/>
                        </a:rPr>
                        <a:t>110</a:t>
                      </a:r>
                      <a:endParaRPr/>
                    </a:p>
                  </a:txBody>
                  <a:tcPr marT="46800" marB="46800" marR="90000" marL="90000" anchor="ct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ctr">
                        <a:lnSpc>
                          <a:spcPct val="100000"/>
                        </a:lnSpc>
                        <a:spcBef>
                          <a:spcPts val="0"/>
                        </a:spcBef>
                        <a:spcAft>
                          <a:spcPts val="0"/>
                        </a:spcAft>
                        <a:buClr>
                          <a:srgbClr val="FF0000"/>
                        </a:buClr>
                        <a:buSzPts val="1700"/>
                        <a:buFont typeface="Comic Sans MS"/>
                        <a:buNone/>
                      </a:pPr>
                      <a:r>
                        <a:rPr b="0" i="0" lang="en-US" sz="1700" u="none" cap="none" strike="noStrike">
                          <a:solidFill>
                            <a:srgbClr val="FF0000"/>
                          </a:solidFill>
                          <a:latin typeface="Comic Sans MS"/>
                          <a:ea typeface="Comic Sans MS"/>
                          <a:cs typeface="Comic Sans MS"/>
                          <a:sym typeface="Comic Sans MS"/>
                        </a:rPr>
                        <a:t>010</a:t>
                      </a:r>
                      <a:endParaRPr/>
                    </a:p>
                  </a:txBody>
                  <a:tcPr marT="46800" marB="46800" marR="90000" marL="90000" anchor="ct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ctr">
                        <a:lnSpc>
                          <a:spcPct val="100000"/>
                        </a:lnSpc>
                        <a:spcBef>
                          <a:spcPts val="0"/>
                        </a:spcBef>
                        <a:spcAft>
                          <a:spcPts val="0"/>
                        </a:spcAft>
                        <a:buClr>
                          <a:srgbClr val="FF0000"/>
                        </a:buClr>
                        <a:buSzPts val="1700"/>
                        <a:buFont typeface="Comic Sans MS"/>
                        <a:buNone/>
                      </a:pPr>
                      <a:r>
                        <a:rPr b="0" i="0" lang="en-US" sz="1700" u="none" cap="none" strike="noStrike">
                          <a:solidFill>
                            <a:srgbClr val="FF0000"/>
                          </a:solidFill>
                          <a:latin typeface="Comic Sans MS"/>
                          <a:ea typeface="Comic Sans MS"/>
                          <a:cs typeface="Comic Sans MS"/>
                          <a:sym typeface="Comic Sans MS"/>
                        </a:rPr>
                        <a:t>011</a:t>
                      </a:r>
                      <a:endParaRPr/>
                    </a:p>
                  </a:txBody>
                  <a:tcPr marT="46800" marB="46800" marR="90000" marL="90000" anchor="ct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ctr">
                        <a:lnSpc>
                          <a:spcPct val="100000"/>
                        </a:lnSpc>
                        <a:spcBef>
                          <a:spcPts val="0"/>
                        </a:spcBef>
                        <a:spcAft>
                          <a:spcPts val="0"/>
                        </a:spcAft>
                        <a:buClr>
                          <a:srgbClr val="FF0000"/>
                        </a:buClr>
                        <a:buSzPts val="1700"/>
                        <a:buFont typeface="Comic Sans MS"/>
                        <a:buNone/>
                      </a:pPr>
                      <a:r>
                        <a:rPr b="0" i="0" lang="en-US" sz="1700" u="none" cap="none" strike="noStrike">
                          <a:solidFill>
                            <a:srgbClr val="FF0000"/>
                          </a:solidFill>
                          <a:latin typeface="Comic Sans MS"/>
                          <a:ea typeface="Comic Sans MS"/>
                          <a:cs typeface="Comic Sans MS"/>
                          <a:sym typeface="Comic Sans MS"/>
                        </a:rPr>
                        <a:t>000</a:t>
                      </a:r>
                      <a:endParaRPr/>
                    </a:p>
                  </a:txBody>
                  <a:tcPr marT="46800" marB="46800" marR="90000" marL="90000" anchor="ct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r>
              <a:tr h="500050">
                <a:tc vMerge="1"/>
                <a:tc>
                  <a:txBody>
                    <a:bodyPr/>
                    <a:lstStyle/>
                    <a:p>
                      <a:pPr indent="0" lvl="0" marL="0" marR="0" rtl="0" algn="ctr">
                        <a:lnSpc>
                          <a:spcPct val="100000"/>
                        </a:lnSpc>
                        <a:spcBef>
                          <a:spcPts val="0"/>
                        </a:spcBef>
                        <a:spcAft>
                          <a:spcPts val="0"/>
                        </a:spcAft>
                        <a:buClr>
                          <a:srgbClr val="FF0000"/>
                        </a:buClr>
                        <a:buSzPts val="2200"/>
                        <a:buFont typeface="Comic Sans MS"/>
                        <a:buNone/>
                      </a:pPr>
                      <a:r>
                        <a:rPr b="0" i="0" lang="en-US" sz="2200" u="none" cap="none" strike="noStrike">
                          <a:solidFill>
                            <a:srgbClr val="FF0000"/>
                          </a:solidFill>
                          <a:latin typeface="Comic Sans MS"/>
                          <a:ea typeface="Comic Sans MS"/>
                          <a:cs typeface="Comic Sans MS"/>
                          <a:sym typeface="Comic Sans MS"/>
                        </a:rPr>
                        <a:t>h</a:t>
                      </a:r>
                      <a:endParaRPr/>
                    </a:p>
                  </a:txBody>
                  <a:tcPr marT="46800" marB="46800" marR="90000" marL="90000" anchor="ctr">
                    <a:lnT cap="flat" cmpd="sng" w="12700">
                      <a:solidFill>
                        <a:schemeClr val="dk1"/>
                      </a:solidFill>
                      <a:prstDash val="solid"/>
                      <a:round/>
                      <a:headEnd len="sm" w="sm" type="none"/>
                      <a:tailEnd len="sm" w="sm" type="none"/>
                    </a:lnT>
                    <a:noFill/>
                  </a:tcPr>
                </a:tc>
                <a:tc>
                  <a:txBody>
                    <a:bodyPr/>
                    <a:lstStyle/>
                    <a:p>
                      <a:pPr indent="0" lvl="0" marL="0" marR="0" rtl="0" algn="ctr">
                        <a:lnSpc>
                          <a:spcPct val="100000"/>
                        </a:lnSpc>
                        <a:spcBef>
                          <a:spcPts val="0"/>
                        </a:spcBef>
                        <a:spcAft>
                          <a:spcPts val="0"/>
                        </a:spcAft>
                        <a:buClr>
                          <a:srgbClr val="FF0000"/>
                        </a:buClr>
                        <a:buSzPts val="2200"/>
                        <a:buFont typeface="Comic Sans MS"/>
                        <a:buNone/>
                      </a:pPr>
                      <a:r>
                        <a:rPr b="0" i="0" lang="en-US" sz="2200" u="none" cap="none" strike="noStrike">
                          <a:solidFill>
                            <a:srgbClr val="FF0000"/>
                          </a:solidFill>
                          <a:latin typeface="Comic Sans MS"/>
                          <a:ea typeface="Comic Sans MS"/>
                          <a:cs typeface="Comic Sans MS"/>
                          <a:sym typeface="Comic Sans MS"/>
                        </a:rPr>
                        <a:t>e</a:t>
                      </a:r>
                      <a:endParaRPr/>
                    </a:p>
                  </a:txBody>
                  <a:tcPr marT="46800" marB="46800" marR="90000" marL="90000" anchor="ctr">
                    <a:lnT cap="flat" cmpd="sng" w="12700">
                      <a:solidFill>
                        <a:schemeClr val="dk1"/>
                      </a:solidFill>
                      <a:prstDash val="solid"/>
                      <a:round/>
                      <a:headEnd len="sm" w="sm" type="none"/>
                      <a:tailEnd len="sm" w="sm" type="none"/>
                    </a:lnT>
                    <a:noFill/>
                  </a:tcPr>
                </a:tc>
                <a:tc>
                  <a:txBody>
                    <a:bodyPr/>
                    <a:lstStyle/>
                    <a:p>
                      <a:pPr indent="0" lvl="0" marL="0" marR="0" rtl="0" algn="ctr">
                        <a:lnSpc>
                          <a:spcPct val="100000"/>
                        </a:lnSpc>
                        <a:spcBef>
                          <a:spcPts val="0"/>
                        </a:spcBef>
                        <a:spcAft>
                          <a:spcPts val="0"/>
                        </a:spcAft>
                        <a:buClr>
                          <a:srgbClr val="FF0000"/>
                        </a:buClr>
                        <a:buSzPts val="2200"/>
                        <a:buFont typeface="Comic Sans MS"/>
                        <a:buNone/>
                      </a:pPr>
                      <a:r>
                        <a:rPr b="0" i="0" lang="en-US" sz="2200" u="none" cap="none" strike="noStrike">
                          <a:solidFill>
                            <a:srgbClr val="FF0000"/>
                          </a:solidFill>
                          <a:latin typeface="Comic Sans MS"/>
                          <a:ea typeface="Comic Sans MS"/>
                          <a:cs typeface="Comic Sans MS"/>
                          <a:sym typeface="Comic Sans MS"/>
                        </a:rPr>
                        <a:t>l</a:t>
                      </a:r>
                      <a:endParaRPr/>
                    </a:p>
                  </a:txBody>
                  <a:tcPr marT="46800" marB="46800" marR="90000" marL="90000" anchor="ctr">
                    <a:lnT cap="flat" cmpd="sng" w="12700">
                      <a:solidFill>
                        <a:schemeClr val="dk1"/>
                      </a:solidFill>
                      <a:prstDash val="solid"/>
                      <a:round/>
                      <a:headEnd len="sm" w="sm" type="none"/>
                      <a:tailEnd len="sm" w="sm" type="none"/>
                    </a:lnT>
                    <a:noFill/>
                  </a:tcPr>
                </a:tc>
                <a:tc>
                  <a:txBody>
                    <a:bodyPr/>
                    <a:lstStyle/>
                    <a:p>
                      <a:pPr indent="0" lvl="0" marL="0" marR="0" rtl="0" algn="ctr">
                        <a:lnSpc>
                          <a:spcPct val="100000"/>
                        </a:lnSpc>
                        <a:spcBef>
                          <a:spcPts val="0"/>
                        </a:spcBef>
                        <a:spcAft>
                          <a:spcPts val="0"/>
                        </a:spcAft>
                        <a:buClr>
                          <a:srgbClr val="FF0000"/>
                        </a:buClr>
                        <a:buSzPts val="2200"/>
                        <a:buFont typeface="Comic Sans MS"/>
                        <a:buNone/>
                      </a:pPr>
                      <a:r>
                        <a:rPr b="0" i="0" lang="en-US" sz="2200" u="none" cap="none" strike="noStrike">
                          <a:solidFill>
                            <a:srgbClr val="FF0000"/>
                          </a:solidFill>
                          <a:latin typeface="Comic Sans MS"/>
                          <a:ea typeface="Comic Sans MS"/>
                          <a:cs typeface="Comic Sans MS"/>
                          <a:sym typeface="Comic Sans MS"/>
                        </a:rPr>
                        <a:t>i</a:t>
                      </a:r>
                      <a:endParaRPr/>
                    </a:p>
                  </a:txBody>
                  <a:tcPr marT="46800" marB="46800" marR="90000" marL="90000" anchor="ctr">
                    <a:lnT cap="flat" cmpd="sng" w="12700">
                      <a:solidFill>
                        <a:schemeClr val="dk1"/>
                      </a:solidFill>
                      <a:prstDash val="solid"/>
                      <a:round/>
                      <a:headEnd len="sm" w="sm" type="none"/>
                      <a:tailEnd len="sm" w="sm" type="none"/>
                    </a:lnT>
                    <a:noFill/>
                  </a:tcPr>
                </a:tc>
                <a:tc>
                  <a:txBody>
                    <a:bodyPr/>
                    <a:lstStyle/>
                    <a:p>
                      <a:pPr indent="0" lvl="0" marL="0" marR="0" rtl="0" algn="ctr">
                        <a:lnSpc>
                          <a:spcPct val="100000"/>
                        </a:lnSpc>
                        <a:spcBef>
                          <a:spcPts val="0"/>
                        </a:spcBef>
                        <a:spcAft>
                          <a:spcPts val="0"/>
                        </a:spcAft>
                        <a:buClr>
                          <a:srgbClr val="FF0000"/>
                        </a:buClr>
                        <a:buSzPts val="2200"/>
                        <a:buFont typeface="Comic Sans MS"/>
                        <a:buNone/>
                      </a:pPr>
                      <a:r>
                        <a:rPr b="0" i="0" lang="en-US" sz="2200" u="none" cap="none" strike="noStrike">
                          <a:solidFill>
                            <a:srgbClr val="FF0000"/>
                          </a:solidFill>
                          <a:latin typeface="Comic Sans MS"/>
                          <a:ea typeface="Comic Sans MS"/>
                          <a:cs typeface="Comic Sans MS"/>
                          <a:sym typeface="Comic Sans MS"/>
                        </a:rPr>
                        <a:t>k</a:t>
                      </a:r>
                      <a:endParaRPr/>
                    </a:p>
                  </a:txBody>
                  <a:tcPr marT="46800" marB="46800" marR="90000" marL="90000" anchor="ctr">
                    <a:lnT cap="flat" cmpd="sng" w="12700">
                      <a:solidFill>
                        <a:schemeClr val="dk1"/>
                      </a:solidFill>
                      <a:prstDash val="solid"/>
                      <a:round/>
                      <a:headEnd len="sm" w="sm" type="none"/>
                      <a:tailEnd len="sm" w="sm" type="none"/>
                    </a:lnT>
                    <a:noFill/>
                  </a:tcPr>
                </a:tc>
                <a:tc>
                  <a:txBody>
                    <a:bodyPr/>
                    <a:lstStyle/>
                    <a:p>
                      <a:pPr indent="0" lvl="0" marL="0" marR="0" rtl="0" algn="ctr">
                        <a:lnSpc>
                          <a:spcPct val="100000"/>
                        </a:lnSpc>
                        <a:spcBef>
                          <a:spcPts val="0"/>
                        </a:spcBef>
                        <a:spcAft>
                          <a:spcPts val="0"/>
                        </a:spcAft>
                        <a:buClr>
                          <a:srgbClr val="FF0000"/>
                        </a:buClr>
                        <a:buSzPts val="2200"/>
                        <a:buFont typeface="Comic Sans MS"/>
                        <a:buNone/>
                      </a:pPr>
                      <a:r>
                        <a:rPr b="0" i="0" lang="en-US" sz="2200" u="none" cap="none" strike="noStrike">
                          <a:solidFill>
                            <a:srgbClr val="FF0000"/>
                          </a:solidFill>
                          <a:latin typeface="Comic Sans MS"/>
                          <a:ea typeface="Comic Sans MS"/>
                          <a:cs typeface="Comic Sans MS"/>
                          <a:sym typeface="Comic Sans MS"/>
                        </a:rPr>
                        <a:t>e</a:t>
                      </a:r>
                      <a:endParaRPr/>
                    </a:p>
                  </a:txBody>
                  <a:tcPr marT="46800" marB="46800" marR="90000" marL="90000" anchor="ctr">
                    <a:lnT cap="flat" cmpd="sng" w="12700">
                      <a:solidFill>
                        <a:schemeClr val="dk1"/>
                      </a:solidFill>
                      <a:prstDash val="solid"/>
                      <a:round/>
                      <a:headEnd len="sm" w="sm" type="none"/>
                      <a:tailEnd len="sm" w="sm" type="none"/>
                    </a:lnT>
                    <a:noFill/>
                  </a:tcPr>
                </a:tc>
                <a:tc>
                  <a:txBody>
                    <a:bodyPr/>
                    <a:lstStyle/>
                    <a:p>
                      <a:pPr indent="0" lvl="0" marL="0" marR="0" rtl="0" algn="ctr">
                        <a:lnSpc>
                          <a:spcPct val="100000"/>
                        </a:lnSpc>
                        <a:spcBef>
                          <a:spcPts val="0"/>
                        </a:spcBef>
                        <a:spcAft>
                          <a:spcPts val="0"/>
                        </a:spcAft>
                        <a:buClr>
                          <a:srgbClr val="FF0000"/>
                        </a:buClr>
                        <a:buSzPts val="2200"/>
                        <a:buFont typeface="Comic Sans MS"/>
                        <a:buNone/>
                      </a:pPr>
                      <a:r>
                        <a:rPr b="0" i="0" lang="en-US" sz="2200" u="none" cap="none" strike="noStrike">
                          <a:solidFill>
                            <a:srgbClr val="FF0000"/>
                          </a:solidFill>
                          <a:latin typeface="Comic Sans MS"/>
                          <a:ea typeface="Comic Sans MS"/>
                          <a:cs typeface="Comic Sans MS"/>
                          <a:sym typeface="Comic Sans MS"/>
                        </a:rPr>
                        <a:t>s</a:t>
                      </a:r>
                      <a:endParaRPr/>
                    </a:p>
                  </a:txBody>
                  <a:tcPr marT="46800" marB="46800" marR="90000" marL="90000" anchor="ctr">
                    <a:lnT cap="flat" cmpd="sng" w="12700">
                      <a:solidFill>
                        <a:schemeClr val="dk1"/>
                      </a:solidFill>
                      <a:prstDash val="solid"/>
                      <a:round/>
                      <a:headEnd len="sm" w="sm" type="none"/>
                      <a:tailEnd len="sm" w="sm" type="none"/>
                    </a:lnT>
                    <a:noFill/>
                  </a:tcPr>
                </a:tc>
                <a:tc>
                  <a:txBody>
                    <a:bodyPr/>
                    <a:lstStyle/>
                    <a:p>
                      <a:pPr indent="0" lvl="0" marL="0" marR="0" rtl="0" algn="ctr">
                        <a:lnSpc>
                          <a:spcPct val="100000"/>
                        </a:lnSpc>
                        <a:spcBef>
                          <a:spcPts val="0"/>
                        </a:spcBef>
                        <a:spcAft>
                          <a:spcPts val="0"/>
                        </a:spcAft>
                        <a:buClr>
                          <a:srgbClr val="FF0000"/>
                        </a:buClr>
                        <a:buSzPts val="2200"/>
                        <a:buFont typeface="Comic Sans MS"/>
                        <a:buNone/>
                      </a:pPr>
                      <a:r>
                        <a:rPr b="0" i="0" lang="en-US" sz="2200" u="none" cap="none" strike="noStrike">
                          <a:solidFill>
                            <a:srgbClr val="FF0000"/>
                          </a:solidFill>
                          <a:latin typeface="Comic Sans MS"/>
                          <a:ea typeface="Comic Sans MS"/>
                          <a:cs typeface="Comic Sans MS"/>
                          <a:sym typeface="Comic Sans MS"/>
                        </a:rPr>
                        <a:t>i</a:t>
                      </a:r>
                      <a:endParaRPr/>
                    </a:p>
                  </a:txBody>
                  <a:tcPr marT="46800" marB="46800" marR="90000" marL="90000" anchor="ctr">
                    <a:lnT cap="flat" cmpd="sng" w="12700">
                      <a:solidFill>
                        <a:schemeClr val="dk1"/>
                      </a:solidFill>
                      <a:prstDash val="solid"/>
                      <a:round/>
                      <a:headEnd len="sm" w="sm" type="none"/>
                      <a:tailEnd len="sm" w="sm" type="none"/>
                    </a:lnT>
                    <a:noFill/>
                  </a:tcPr>
                </a:tc>
                <a:tc>
                  <a:txBody>
                    <a:bodyPr/>
                    <a:lstStyle/>
                    <a:p>
                      <a:pPr indent="0" lvl="0" marL="0" marR="0" rtl="0" algn="ctr">
                        <a:lnSpc>
                          <a:spcPct val="100000"/>
                        </a:lnSpc>
                        <a:spcBef>
                          <a:spcPts val="0"/>
                        </a:spcBef>
                        <a:spcAft>
                          <a:spcPts val="0"/>
                        </a:spcAft>
                        <a:buClr>
                          <a:srgbClr val="FF0000"/>
                        </a:buClr>
                        <a:buSzPts val="2200"/>
                        <a:buFont typeface="Comic Sans MS"/>
                        <a:buNone/>
                      </a:pPr>
                      <a:r>
                        <a:rPr b="0" i="0" lang="en-US" sz="2200" u="none" cap="none" strike="noStrike">
                          <a:solidFill>
                            <a:srgbClr val="FF0000"/>
                          </a:solidFill>
                          <a:latin typeface="Comic Sans MS"/>
                          <a:ea typeface="Comic Sans MS"/>
                          <a:cs typeface="Comic Sans MS"/>
                          <a:sym typeface="Comic Sans MS"/>
                        </a:rPr>
                        <a:t>k</a:t>
                      </a:r>
                      <a:endParaRPr/>
                    </a:p>
                  </a:txBody>
                  <a:tcPr marT="46800" marB="46800" marR="90000" marL="90000" anchor="ctr">
                    <a:lnT cap="flat" cmpd="sng" w="12700">
                      <a:solidFill>
                        <a:schemeClr val="dk1"/>
                      </a:solidFill>
                      <a:prstDash val="solid"/>
                      <a:round/>
                      <a:headEnd len="sm" w="sm" type="none"/>
                      <a:tailEnd len="sm" w="sm" type="none"/>
                    </a:lnT>
                    <a:noFill/>
                  </a:tcPr>
                </a:tc>
                <a:tc>
                  <a:txBody>
                    <a:bodyPr/>
                    <a:lstStyle/>
                    <a:p>
                      <a:pPr indent="0" lvl="0" marL="0" marR="0" rtl="0" algn="ctr">
                        <a:lnSpc>
                          <a:spcPct val="100000"/>
                        </a:lnSpc>
                        <a:spcBef>
                          <a:spcPts val="0"/>
                        </a:spcBef>
                        <a:spcAft>
                          <a:spcPts val="0"/>
                        </a:spcAft>
                        <a:buClr>
                          <a:srgbClr val="FF0000"/>
                        </a:buClr>
                        <a:buSzPts val="2200"/>
                        <a:buFont typeface="Comic Sans MS"/>
                        <a:buNone/>
                      </a:pPr>
                      <a:r>
                        <a:rPr b="0" i="0" lang="en-US" sz="2200" u="none" cap="none" strike="noStrike">
                          <a:solidFill>
                            <a:srgbClr val="FF0000"/>
                          </a:solidFill>
                          <a:latin typeface="Comic Sans MS"/>
                          <a:ea typeface="Comic Sans MS"/>
                          <a:cs typeface="Comic Sans MS"/>
                          <a:sym typeface="Comic Sans MS"/>
                        </a:rPr>
                        <a:t>e</a:t>
                      </a:r>
                      <a:endParaRPr/>
                    </a:p>
                  </a:txBody>
                  <a:tcPr marT="46800" marB="46800" marR="90000" marL="90000" anchor="ctr">
                    <a:lnT cap="flat" cmpd="sng" w="12700">
                      <a:solidFill>
                        <a:schemeClr val="dk1"/>
                      </a:solidFill>
                      <a:prstDash val="solid"/>
                      <a:round/>
                      <a:headEnd len="sm" w="sm" type="none"/>
                      <a:tailEnd len="sm" w="sm" type="none"/>
                    </a:lnT>
                    <a:noFill/>
                  </a:tcPr>
                </a:tc>
              </a:tr>
            </a:tbl>
          </a:graphicData>
        </a:graphic>
      </p:graphicFrame>
      <p:sp>
        <p:nvSpPr>
          <p:cNvPr id="473" name="Google Shape;473;p24"/>
          <p:cNvSpPr txBox="1"/>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900"/>
              <a:buFont typeface="Gill Sans"/>
              <a:buNone/>
            </a:pPr>
            <a:r>
              <a:rPr b="0" i="0" lang="en-US" sz="900" u="none">
                <a:solidFill>
                  <a:schemeClr val="accent2"/>
                </a:solidFill>
                <a:latin typeface="Gill Sans"/>
                <a:ea typeface="Gill Sans"/>
                <a:cs typeface="Gill Sans"/>
                <a:sym typeface="Gill Sans"/>
              </a:rPr>
              <a:t>*</a:t>
            </a:r>
            <a:endParaRPr/>
          </a:p>
        </p:txBody>
      </p:sp>
      <p:sp>
        <p:nvSpPr>
          <p:cNvPr id="474" name="Google Shape;474;p24"/>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Gill Sans"/>
              <a:buNone/>
            </a:pPr>
            <a:r>
              <a:rPr b="0" i="0" lang="en-US" sz="900" u="none">
                <a:solidFill>
                  <a:srgbClr val="898989"/>
                </a:solidFill>
                <a:latin typeface="Gill Sans"/>
                <a:ea typeface="Gill Sans"/>
                <a:cs typeface="Gill Sans"/>
                <a:sym typeface="Gill Sans"/>
              </a:rPr>
              <a:t>Chapter 2 Crypto Basics.     Dr. Muhammad Iqbal Hossain</a:t>
            </a:r>
            <a:endParaRPr/>
          </a:p>
        </p:txBody>
      </p:sp>
      <p:sp>
        <p:nvSpPr>
          <p:cNvPr id="475" name="Google Shape;475;p24"/>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sp>
        <p:nvSpPr>
          <p:cNvPr id="476" name="Google Shape;476;p24"/>
          <p:cNvSpPr txBox="1"/>
          <p:nvPr/>
        </p:nvSpPr>
        <p:spPr>
          <a:xfrm>
            <a:off x="785812" y="1714500"/>
            <a:ext cx="7459662" cy="519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Comic Sans MS"/>
              <a:buNone/>
            </a:pPr>
            <a:r>
              <a:rPr b="0" i="0" lang="en-US" sz="2800" u="none">
                <a:solidFill>
                  <a:schemeClr val="dk1"/>
                </a:solidFill>
                <a:latin typeface="Comic Sans MS"/>
                <a:ea typeface="Comic Sans MS"/>
                <a:cs typeface="Comic Sans MS"/>
                <a:sym typeface="Comic Sans MS"/>
              </a:rPr>
              <a:t>Sender is captured and claims the key is:</a:t>
            </a:r>
            <a:endParaRPr/>
          </a:p>
        </p:txBody>
      </p:sp>
      <p:sp>
        <p:nvSpPr>
          <p:cNvPr id="477" name="Google Shape;477;p24"/>
          <p:cNvSpPr txBox="1"/>
          <p:nvPr/>
        </p:nvSpPr>
        <p:spPr>
          <a:xfrm>
            <a:off x="732300" y="5357800"/>
            <a:ext cx="7976700" cy="400200"/>
          </a:xfrm>
          <a:prstGeom prst="rect">
            <a:avLst/>
          </a:prstGeom>
          <a:noFill/>
          <a:ln cap="flat" cmpd="sng" w="9525">
            <a:solidFill>
              <a:srgbClr val="FF0000"/>
            </a:solidFill>
            <a:prstDash val="solid"/>
            <a:miter lim="800000"/>
            <a:headEnd len="sm" w="sm" type="none"/>
            <a:tailEnd len="sm" w="sm" type="none"/>
          </a:ln>
        </p:spPr>
        <p:txBody>
          <a:bodyPr anchorCtr="0" anchor="t" bIns="45700" lIns="91425" spcFirstLastPara="1" rIns="91425" wrap="square" tIns="45700">
            <a:spAutoFit/>
          </a:bodyPr>
          <a:lstStyle/>
          <a:p>
            <a:pPr indent="-457200" lvl="0" marL="457200" marR="0" rtl="0" algn="l">
              <a:lnSpc>
                <a:spcPct val="100000"/>
              </a:lnSpc>
              <a:spcBef>
                <a:spcPts val="0"/>
              </a:spcBef>
              <a:spcAft>
                <a:spcPts val="0"/>
              </a:spcAft>
              <a:buClr>
                <a:schemeClr val="dk1"/>
              </a:buClr>
              <a:buSzPts val="2000"/>
              <a:buFont typeface="Lemon"/>
              <a:buNone/>
            </a:pPr>
            <a:r>
              <a:rPr b="0" i="0" lang="en-US" sz="2000" u="none">
                <a:solidFill>
                  <a:schemeClr val="dk1"/>
                </a:solidFill>
                <a:latin typeface="Lemon"/>
                <a:ea typeface="Lemon"/>
                <a:cs typeface="Lemon"/>
                <a:sym typeface="Lemon"/>
              </a:rPr>
              <a:t>e=000  h=001  i=010  k=011  l=100  r=101  s=110  t=111</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25"/>
          <p:cNvSpPr txBox="1"/>
          <p:nvPr>
            <p:ph type="title"/>
          </p:nvPr>
        </p:nvSpPr>
        <p:spPr>
          <a:xfrm>
            <a:off x="785812" y="357187"/>
            <a:ext cx="7129462" cy="1000125"/>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300"/>
              <a:buFont typeface="Calibri"/>
              <a:buNone/>
            </a:pPr>
            <a:r>
              <a:rPr b="0" i="0" lang="en-US" sz="3300" u="none">
                <a:solidFill>
                  <a:schemeClr val="lt1"/>
                </a:solidFill>
                <a:latin typeface="Calibri"/>
                <a:ea typeface="Calibri"/>
                <a:cs typeface="Calibri"/>
                <a:sym typeface="Calibri"/>
              </a:rPr>
              <a:t>One-time Pad Summary</a:t>
            </a:r>
            <a:endParaRPr/>
          </a:p>
        </p:txBody>
      </p:sp>
      <p:sp>
        <p:nvSpPr>
          <p:cNvPr id="483" name="Google Shape;483;p25"/>
          <p:cNvSpPr txBox="1"/>
          <p:nvPr>
            <p:ph idx="1" type="body"/>
          </p:nvPr>
        </p:nvSpPr>
        <p:spPr>
          <a:xfrm>
            <a:off x="785800" y="1524000"/>
            <a:ext cx="7672500" cy="4578300"/>
          </a:xfrm>
          <a:prstGeom prst="rect">
            <a:avLst/>
          </a:prstGeom>
          <a:noFill/>
          <a:ln>
            <a:noFill/>
          </a:ln>
        </p:spPr>
        <p:txBody>
          <a:bodyPr anchorCtr="0" anchor="t" bIns="45700" lIns="91425" spcFirstLastPara="1" rIns="91425" wrap="square" tIns="45700">
            <a:noAutofit/>
          </a:bodyPr>
          <a:lstStyle/>
          <a:p>
            <a:pPr indent="-171450" lvl="0" marL="171450" marR="0" rtl="0" algn="l">
              <a:lnSpc>
                <a:spcPct val="90000"/>
              </a:lnSpc>
              <a:spcBef>
                <a:spcPts val="0"/>
              </a:spcBef>
              <a:spcAft>
                <a:spcPts val="0"/>
              </a:spcAft>
              <a:buClr>
                <a:srgbClr val="FF0000"/>
              </a:buClr>
              <a:buSzPts val="2600"/>
              <a:buFont typeface="Arial"/>
              <a:buChar char="•"/>
            </a:pPr>
            <a:r>
              <a:rPr b="1" i="0" lang="en-US" sz="2600" u="sng">
                <a:solidFill>
                  <a:srgbClr val="FF0000"/>
                </a:solidFill>
                <a:latin typeface="Calibri"/>
                <a:ea typeface="Calibri"/>
                <a:cs typeface="Calibri"/>
                <a:sym typeface="Calibri"/>
              </a:rPr>
              <a:t>Provably secure</a:t>
            </a:r>
            <a:r>
              <a:rPr b="0" i="0" lang="en-US" sz="2600" u="none">
                <a:solidFill>
                  <a:schemeClr val="dk1"/>
                </a:solidFill>
                <a:latin typeface="Calibri"/>
                <a:ea typeface="Calibri"/>
                <a:cs typeface="Calibri"/>
                <a:sym typeface="Calibri"/>
              </a:rPr>
              <a:t>, when used correctly</a:t>
            </a:r>
            <a:endParaRPr/>
          </a:p>
          <a:p>
            <a:pPr indent="-171450" lvl="1" marL="514350" marR="0" rtl="0" algn="l">
              <a:lnSpc>
                <a:spcPct val="90000"/>
              </a:lnSpc>
              <a:spcBef>
                <a:spcPts val="300"/>
              </a:spcBef>
              <a:spcAft>
                <a:spcPts val="0"/>
              </a:spcAft>
              <a:buClr>
                <a:schemeClr val="dk1"/>
              </a:buClr>
              <a:buSzPts val="2200"/>
              <a:buFont typeface="Arial"/>
              <a:buChar char="•"/>
            </a:pPr>
            <a:r>
              <a:rPr b="0" i="0" lang="en-US" sz="2200" u="none" cap="none" strike="noStrike">
                <a:solidFill>
                  <a:schemeClr val="dk1"/>
                </a:solidFill>
                <a:latin typeface="Calibri"/>
                <a:ea typeface="Calibri"/>
                <a:cs typeface="Calibri"/>
                <a:sym typeface="Calibri"/>
              </a:rPr>
              <a:t>Ciphertext provides no info about plaintext</a:t>
            </a:r>
            <a:endParaRPr/>
          </a:p>
          <a:p>
            <a:pPr indent="-171450" lvl="1" marL="514350" marR="0" rtl="0" algn="l">
              <a:lnSpc>
                <a:spcPct val="90000"/>
              </a:lnSpc>
              <a:spcBef>
                <a:spcPts val="300"/>
              </a:spcBef>
              <a:spcAft>
                <a:spcPts val="0"/>
              </a:spcAft>
              <a:buClr>
                <a:schemeClr val="dk1"/>
              </a:buClr>
              <a:buSzPts val="2200"/>
              <a:buFont typeface="Arial"/>
              <a:buChar char="•"/>
            </a:pPr>
            <a:r>
              <a:rPr b="0" i="0" lang="en-US" sz="2200" u="none" cap="none" strike="noStrike">
                <a:solidFill>
                  <a:schemeClr val="dk1"/>
                </a:solidFill>
                <a:latin typeface="Calibri"/>
                <a:ea typeface="Calibri"/>
                <a:cs typeface="Calibri"/>
                <a:sym typeface="Calibri"/>
              </a:rPr>
              <a:t>All plaintexts are equally likely</a:t>
            </a:r>
            <a:endParaRPr/>
          </a:p>
          <a:p>
            <a:pPr indent="-171450" lvl="1" marL="514350" marR="0" rtl="0" algn="l">
              <a:lnSpc>
                <a:spcPct val="90000"/>
              </a:lnSpc>
              <a:spcBef>
                <a:spcPts val="300"/>
              </a:spcBef>
              <a:spcAft>
                <a:spcPts val="0"/>
              </a:spcAft>
              <a:buClr>
                <a:srgbClr val="FF0000"/>
              </a:buClr>
              <a:buSzPts val="2200"/>
              <a:buFont typeface="Arial"/>
              <a:buChar char="•"/>
            </a:pPr>
            <a:r>
              <a:rPr b="0" i="0" lang="en-US" sz="2200" u="none" cap="none" strike="noStrike">
                <a:solidFill>
                  <a:srgbClr val="FF0000"/>
                </a:solidFill>
                <a:latin typeface="Calibri"/>
                <a:ea typeface="Calibri"/>
                <a:cs typeface="Calibri"/>
                <a:sym typeface="Calibri"/>
              </a:rPr>
              <a:t>Pad must be random, used only once</a:t>
            </a:r>
            <a:endParaRPr/>
          </a:p>
          <a:p>
            <a:pPr indent="-171450" lvl="1" marL="514350" marR="0" rtl="0" algn="l">
              <a:lnSpc>
                <a:spcPct val="90000"/>
              </a:lnSpc>
              <a:spcBef>
                <a:spcPts val="300"/>
              </a:spcBef>
              <a:spcAft>
                <a:spcPts val="0"/>
              </a:spcAft>
              <a:buClr>
                <a:schemeClr val="dk1"/>
              </a:buClr>
              <a:buSzPts val="2200"/>
              <a:buFont typeface="Arial"/>
              <a:buChar char="•"/>
            </a:pPr>
            <a:r>
              <a:rPr b="0" i="0" lang="en-US" sz="2200" u="none" cap="none" strike="noStrike">
                <a:solidFill>
                  <a:schemeClr val="dk1"/>
                </a:solidFill>
                <a:latin typeface="Calibri"/>
                <a:ea typeface="Calibri"/>
                <a:cs typeface="Calibri"/>
                <a:sym typeface="Calibri"/>
              </a:rPr>
              <a:t>Pad is known only by sender and receiver</a:t>
            </a:r>
            <a:endParaRPr/>
          </a:p>
          <a:p>
            <a:pPr indent="-171450" lvl="1" marL="514350" marR="0" rtl="0" algn="l">
              <a:lnSpc>
                <a:spcPct val="90000"/>
              </a:lnSpc>
              <a:spcBef>
                <a:spcPts val="300"/>
              </a:spcBef>
              <a:spcAft>
                <a:spcPts val="0"/>
              </a:spcAft>
              <a:buClr>
                <a:srgbClr val="FF0000"/>
              </a:buClr>
              <a:buSzPts val="2200"/>
              <a:buFont typeface="Arial"/>
              <a:buChar char="•"/>
            </a:pPr>
            <a:r>
              <a:rPr b="0" i="0" lang="en-US" sz="2200" u="none" cap="none" strike="noStrike">
                <a:solidFill>
                  <a:srgbClr val="FF0000"/>
                </a:solidFill>
                <a:latin typeface="Calibri"/>
                <a:ea typeface="Calibri"/>
                <a:cs typeface="Calibri"/>
                <a:sym typeface="Calibri"/>
              </a:rPr>
              <a:t>Pad is same size as message</a:t>
            </a:r>
            <a:endParaRPr/>
          </a:p>
          <a:p>
            <a:pPr indent="-171450" lvl="1" marL="514350" marR="0" rtl="0" algn="l">
              <a:lnSpc>
                <a:spcPct val="90000"/>
              </a:lnSpc>
              <a:spcBef>
                <a:spcPts val="300"/>
              </a:spcBef>
              <a:spcAft>
                <a:spcPts val="0"/>
              </a:spcAft>
              <a:buClr>
                <a:schemeClr val="dk1"/>
              </a:buClr>
              <a:buSzPts val="2200"/>
              <a:buFont typeface="Arial"/>
              <a:buChar char="•"/>
            </a:pPr>
            <a:r>
              <a:rPr b="0" i="0" lang="en-US" sz="2200" u="none" cap="none" strike="noStrike">
                <a:solidFill>
                  <a:schemeClr val="dk1"/>
                </a:solidFill>
                <a:latin typeface="Calibri"/>
                <a:ea typeface="Calibri"/>
                <a:cs typeface="Calibri"/>
                <a:sym typeface="Calibri"/>
              </a:rPr>
              <a:t>No assurance of message integrity</a:t>
            </a:r>
            <a:endParaRPr/>
          </a:p>
          <a:p>
            <a:pPr indent="-171450" lvl="0" marL="171450" marR="0" rtl="0" algn="l">
              <a:lnSpc>
                <a:spcPct val="90000"/>
              </a:lnSpc>
              <a:spcBef>
                <a:spcPts val="700"/>
              </a:spcBef>
              <a:spcAft>
                <a:spcPts val="0"/>
              </a:spcAft>
              <a:buClr>
                <a:srgbClr val="0000FF"/>
              </a:buClr>
              <a:buSzPts val="2600"/>
              <a:buFont typeface="Arial"/>
              <a:buChar char="•"/>
            </a:pPr>
            <a:r>
              <a:rPr b="0" i="0" lang="en-US" sz="2600" u="none">
                <a:solidFill>
                  <a:srgbClr val="0000FF"/>
                </a:solidFill>
                <a:latin typeface="Calibri"/>
                <a:ea typeface="Calibri"/>
                <a:cs typeface="Calibri"/>
                <a:sym typeface="Calibri"/>
              </a:rPr>
              <a:t>Why not distribute message(plaintext) the same way as the pad(key)???</a:t>
            </a:r>
            <a:endParaRPr/>
          </a:p>
        </p:txBody>
      </p:sp>
      <p:sp>
        <p:nvSpPr>
          <p:cNvPr id="484" name="Google Shape;484;p25"/>
          <p:cNvSpPr txBox="1"/>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900"/>
              <a:buFont typeface="Gill Sans"/>
              <a:buNone/>
            </a:pPr>
            <a:r>
              <a:rPr b="0" i="0" lang="en-US" sz="900" u="none">
                <a:solidFill>
                  <a:schemeClr val="accent2"/>
                </a:solidFill>
                <a:latin typeface="Gill Sans"/>
                <a:ea typeface="Gill Sans"/>
                <a:cs typeface="Gill Sans"/>
                <a:sym typeface="Gill Sans"/>
              </a:rPr>
              <a:t>*</a:t>
            </a:r>
            <a:endParaRPr/>
          </a:p>
        </p:txBody>
      </p:sp>
      <p:sp>
        <p:nvSpPr>
          <p:cNvPr id="485" name="Google Shape;485;p25"/>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Gill Sans"/>
              <a:buNone/>
            </a:pPr>
            <a:r>
              <a:rPr b="0" i="0" lang="en-US" sz="900" u="none">
                <a:solidFill>
                  <a:srgbClr val="898989"/>
                </a:solidFill>
                <a:latin typeface="Gill Sans"/>
                <a:ea typeface="Gill Sans"/>
                <a:cs typeface="Gill Sans"/>
                <a:sym typeface="Gill Sans"/>
              </a:rPr>
              <a:t>Chapter 2 Crypto Basics.     Dr. Muhammad Iqbal Hossain</a:t>
            </a:r>
            <a:endParaRPr/>
          </a:p>
        </p:txBody>
      </p:sp>
      <p:sp>
        <p:nvSpPr>
          <p:cNvPr id="486" name="Google Shape;486;p25"/>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3">
                                            <p:txEl>
                                              <p:pRg end="0" st="0"/>
                                            </p:txEl>
                                          </p:spTgt>
                                        </p:tgtEl>
                                        <p:attrNameLst>
                                          <p:attrName>style.visibility</p:attrName>
                                        </p:attrNameLst>
                                      </p:cBhvr>
                                      <p:to>
                                        <p:strVal val="visible"/>
                                      </p:to>
                                    </p:set>
                                    <p:animEffect filter="fade" transition="in">
                                      <p:cBhvr>
                                        <p:cTn dur="500"/>
                                        <p:tgtEl>
                                          <p:spTgt spid="48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3">
                                            <p:txEl>
                                              <p:pRg end="1" st="1"/>
                                            </p:txEl>
                                          </p:spTgt>
                                        </p:tgtEl>
                                        <p:attrNameLst>
                                          <p:attrName>style.visibility</p:attrName>
                                        </p:attrNameLst>
                                      </p:cBhvr>
                                      <p:to>
                                        <p:strVal val="visible"/>
                                      </p:to>
                                    </p:set>
                                    <p:animEffect filter="fade" transition="in">
                                      <p:cBhvr>
                                        <p:cTn dur="500"/>
                                        <p:tgtEl>
                                          <p:spTgt spid="48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3">
                                            <p:txEl>
                                              <p:pRg end="2" st="2"/>
                                            </p:txEl>
                                          </p:spTgt>
                                        </p:tgtEl>
                                        <p:attrNameLst>
                                          <p:attrName>style.visibility</p:attrName>
                                        </p:attrNameLst>
                                      </p:cBhvr>
                                      <p:to>
                                        <p:strVal val="visible"/>
                                      </p:to>
                                    </p:set>
                                    <p:animEffect filter="fade" transition="in">
                                      <p:cBhvr>
                                        <p:cTn dur="500"/>
                                        <p:tgtEl>
                                          <p:spTgt spid="48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3">
                                            <p:txEl>
                                              <p:pRg end="3" st="3"/>
                                            </p:txEl>
                                          </p:spTgt>
                                        </p:tgtEl>
                                        <p:attrNameLst>
                                          <p:attrName>style.visibility</p:attrName>
                                        </p:attrNameLst>
                                      </p:cBhvr>
                                      <p:to>
                                        <p:strVal val="visible"/>
                                      </p:to>
                                    </p:set>
                                    <p:animEffect filter="fade" transition="in">
                                      <p:cBhvr>
                                        <p:cTn dur="500"/>
                                        <p:tgtEl>
                                          <p:spTgt spid="48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3">
                                            <p:txEl>
                                              <p:pRg end="4" st="4"/>
                                            </p:txEl>
                                          </p:spTgt>
                                        </p:tgtEl>
                                        <p:attrNameLst>
                                          <p:attrName>style.visibility</p:attrName>
                                        </p:attrNameLst>
                                      </p:cBhvr>
                                      <p:to>
                                        <p:strVal val="visible"/>
                                      </p:to>
                                    </p:set>
                                    <p:animEffect filter="fade" transition="in">
                                      <p:cBhvr>
                                        <p:cTn dur="500"/>
                                        <p:tgtEl>
                                          <p:spTgt spid="48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3">
                                            <p:txEl>
                                              <p:pRg end="5" st="5"/>
                                            </p:txEl>
                                          </p:spTgt>
                                        </p:tgtEl>
                                        <p:attrNameLst>
                                          <p:attrName>style.visibility</p:attrName>
                                        </p:attrNameLst>
                                      </p:cBhvr>
                                      <p:to>
                                        <p:strVal val="visible"/>
                                      </p:to>
                                    </p:set>
                                    <p:animEffect filter="fade" transition="in">
                                      <p:cBhvr>
                                        <p:cTn dur="500"/>
                                        <p:tgtEl>
                                          <p:spTgt spid="48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3">
                                            <p:txEl>
                                              <p:pRg end="6" st="6"/>
                                            </p:txEl>
                                          </p:spTgt>
                                        </p:tgtEl>
                                        <p:attrNameLst>
                                          <p:attrName>style.visibility</p:attrName>
                                        </p:attrNameLst>
                                      </p:cBhvr>
                                      <p:to>
                                        <p:strVal val="visible"/>
                                      </p:to>
                                    </p:set>
                                    <p:animEffect filter="fade" transition="in">
                                      <p:cBhvr>
                                        <p:cTn dur="500"/>
                                        <p:tgtEl>
                                          <p:spTgt spid="48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3">
                                            <p:txEl>
                                              <p:pRg end="7" st="7"/>
                                            </p:txEl>
                                          </p:spTgt>
                                        </p:tgtEl>
                                        <p:attrNameLst>
                                          <p:attrName>style.visibility</p:attrName>
                                        </p:attrNameLst>
                                      </p:cBhvr>
                                      <p:to>
                                        <p:strVal val="visible"/>
                                      </p:to>
                                    </p:set>
                                    <p:animEffect filter="fade" transition="in">
                                      <p:cBhvr>
                                        <p:cTn dur="500"/>
                                        <p:tgtEl>
                                          <p:spTgt spid="483">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26"/>
          <p:cNvSpPr txBox="1"/>
          <p:nvPr>
            <p:ph type="title"/>
          </p:nvPr>
        </p:nvSpPr>
        <p:spPr>
          <a:xfrm>
            <a:off x="468312" y="303212"/>
            <a:ext cx="7886700" cy="1163637"/>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300"/>
              <a:buFont typeface="Calibri"/>
              <a:buNone/>
            </a:pPr>
            <a:r>
              <a:rPr b="0" i="0" lang="en-US" sz="3300" u="none">
                <a:solidFill>
                  <a:schemeClr val="lt1"/>
                </a:solidFill>
                <a:latin typeface="Calibri"/>
                <a:ea typeface="Calibri"/>
                <a:cs typeface="Calibri"/>
                <a:sym typeface="Calibri"/>
              </a:rPr>
              <a:t>Real-world One-time Pad</a:t>
            </a:r>
            <a:endParaRPr/>
          </a:p>
        </p:txBody>
      </p:sp>
      <p:sp>
        <p:nvSpPr>
          <p:cNvPr id="493" name="Google Shape;493;p26"/>
          <p:cNvSpPr txBox="1"/>
          <p:nvPr>
            <p:ph idx="1" type="body"/>
          </p:nvPr>
        </p:nvSpPr>
        <p:spPr>
          <a:xfrm>
            <a:off x="468312" y="1668462"/>
            <a:ext cx="7886700" cy="4511675"/>
          </a:xfrm>
          <a:prstGeom prst="rect">
            <a:avLst/>
          </a:prstGeom>
          <a:noFill/>
          <a:ln>
            <a:noFill/>
          </a:ln>
        </p:spPr>
        <p:txBody>
          <a:bodyPr anchorCtr="0" anchor="t" bIns="45700" lIns="91425" spcFirstLastPara="1" rIns="91425" wrap="square" tIns="45700">
            <a:noAutofit/>
          </a:bodyPr>
          <a:lstStyle/>
          <a:p>
            <a:pPr indent="-304800" lvl="0" marL="304800" marR="0" rtl="0" algn="l">
              <a:lnSpc>
                <a:spcPct val="90000"/>
              </a:lnSpc>
              <a:spcBef>
                <a:spcPts val="0"/>
              </a:spcBef>
              <a:spcAft>
                <a:spcPts val="0"/>
              </a:spcAft>
              <a:buClr>
                <a:schemeClr val="dk1"/>
              </a:buClr>
              <a:buSzPts val="2600"/>
              <a:buFont typeface="Arial"/>
              <a:buChar char="•"/>
            </a:pPr>
            <a:r>
              <a:rPr b="0" i="0" lang="en-US" sz="2600" u="none">
                <a:solidFill>
                  <a:schemeClr val="dk1"/>
                </a:solidFill>
                <a:latin typeface="Calibri"/>
                <a:ea typeface="Calibri"/>
                <a:cs typeface="Calibri"/>
                <a:sym typeface="Calibri"/>
              </a:rPr>
              <a:t>Project </a:t>
            </a:r>
            <a:r>
              <a:rPr b="1" i="0" lang="en-US" sz="2600" u="none">
                <a:solidFill>
                  <a:srgbClr val="2B10F0"/>
                </a:solidFill>
                <a:latin typeface="Calibri"/>
                <a:ea typeface="Calibri"/>
                <a:cs typeface="Calibri"/>
                <a:sym typeface="Calibri"/>
              </a:rPr>
              <a:t>VENONA</a:t>
            </a:r>
            <a:endParaRPr/>
          </a:p>
          <a:p>
            <a:pPr indent="-304800" lvl="1" marL="628650" marR="0" rtl="0" algn="l">
              <a:lnSpc>
                <a:spcPct val="90000"/>
              </a:lnSpc>
              <a:spcBef>
                <a:spcPts val="300"/>
              </a:spcBef>
              <a:spcAft>
                <a:spcPts val="0"/>
              </a:spcAft>
              <a:buClr>
                <a:schemeClr val="dk1"/>
              </a:buClr>
              <a:buSzPts val="2200"/>
              <a:buFont typeface="Arial"/>
              <a:buChar char="•"/>
            </a:pPr>
            <a:r>
              <a:rPr b="0" i="0" lang="en-US" sz="2200" u="none" cap="none" strike="noStrike">
                <a:solidFill>
                  <a:schemeClr val="dk1"/>
                </a:solidFill>
                <a:latin typeface="Calibri"/>
                <a:ea typeface="Calibri"/>
                <a:cs typeface="Calibri"/>
                <a:sym typeface="Calibri"/>
              </a:rPr>
              <a:t>Soviet spy messages from U.S. in 1940’s</a:t>
            </a:r>
            <a:endParaRPr/>
          </a:p>
          <a:p>
            <a:pPr indent="-304800" lvl="1" marL="628650" marR="0" rtl="0" algn="l">
              <a:lnSpc>
                <a:spcPct val="90000"/>
              </a:lnSpc>
              <a:spcBef>
                <a:spcPts val="300"/>
              </a:spcBef>
              <a:spcAft>
                <a:spcPts val="0"/>
              </a:spcAft>
              <a:buClr>
                <a:schemeClr val="dk1"/>
              </a:buClr>
              <a:buSzPts val="2200"/>
              <a:buFont typeface="Arial"/>
              <a:buChar char="•"/>
            </a:pPr>
            <a:r>
              <a:rPr b="0" i="0" lang="en-US" sz="2200" u="none" cap="none" strike="noStrike">
                <a:solidFill>
                  <a:schemeClr val="dk1"/>
                </a:solidFill>
                <a:latin typeface="Calibri"/>
                <a:ea typeface="Calibri"/>
                <a:cs typeface="Calibri"/>
                <a:sym typeface="Calibri"/>
              </a:rPr>
              <a:t>Nuclear espionage, etc.</a:t>
            </a:r>
            <a:endParaRPr/>
          </a:p>
          <a:p>
            <a:pPr indent="-304800" lvl="1" marL="628650" marR="0" rtl="0" algn="l">
              <a:lnSpc>
                <a:spcPct val="90000"/>
              </a:lnSpc>
              <a:spcBef>
                <a:spcPts val="300"/>
              </a:spcBef>
              <a:spcAft>
                <a:spcPts val="0"/>
              </a:spcAft>
              <a:buClr>
                <a:schemeClr val="dk1"/>
              </a:buClr>
              <a:buSzPts val="2200"/>
              <a:buFont typeface="Arial"/>
              <a:buChar char="•"/>
            </a:pPr>
            <a:r>
              <a:rPr b="0" i="0" lang="en-US" sz="2200" u="none" cap="none" strike="noStrike">
                <a:solidFill>
                  <a:schemeClr val="dk1"/>
                </a:solidFill>
                <a:latin typeface="Calibri"/>
                <a:ea typeface="Calibri"/>
                <a:cs typeface="Calibri"/>
                <a:sym typeface="Calibri"/>
              </a:rPr>
              <a:t>Thousands of messaged</a:t>
            </a:r>
            <a:endParaRPr/>
          </a:p>
          <a:p>
            <a:pPr indent="-304800" lvl="0" marL="304800" marR="0" rtl="0" algn="l">
              <a:lnSpc>
                <a:spcPct val="90000"/>
              </a:lnSpc>
              <a:spcBef>
                <a:spcPts val="700"/>
              </a:spcBef>
              <a:spcAft>
                <a:spcPts val="0"/>
              </a:spcAft>
              <a:buClr>
                <a:schemeClr val="dk1"/>
              </a:buClr>
              <a:buSzPts val="2600"/>
              <a:buFont typeface="Arial"/>
              <a:buChar char="•"/>
            </a:pPr>
            <a:r>
              <a:rPr b="0" i="0" lang="en-US" sz="2600" u="none">
                <a:solidFill>
                  <a:schemeClr val="dk1"/>
                </a:solidFill>
                <a:latin typeface="Calibri"/>
                <a:ea typeface="Calibri"/>
                <a:cs typeface="Calibri"/>
                <a:sym typeface="Calibri"/>
              </a:rPr>
              <a:t>Spy carried one-time pad into U.S.</a:t>
            </a:r>
            <a:endParaRPr/>
          </a:p>
          <a:p>
            <a:pPr indent="-304800" lvl="0" marL="304800" marR="0" rtl="0" algn="l">
              <a:lnSpc>
                <a:spcPct val="90000"/>
              </a:lnSpc>
              <a:spcBef>
                <a:spcPts val="700"/>
              </a:spcBef>
              <a:spcAft>
                <a:spcPts val="0"/>
              </a:spcAft>
              <a:buClr>
                <a:schemeClr val="dk1"/>
              </a:buClr>
              <a:buSzPts val="2600"/>
              <a:buFont typeface="Arial"/>
              <a:buChar char="•"/>
            </a:pPr>
            <a:r>
              <a:rPr b="0" i="0" lang="en-US" sz="2600" u="none">
                <a:solidFill>
                  <a:schemeClr val="dk1"/>
                </a:solidFill>
                <a:latin typeface="Calibri"/>
                <a:ea typeface="Calibri"/>
                <a:cs typeface="Calibri"/>
                <a:sym typeface="Calibri"/>
              </a:rPr>
              <a:t>Spy used pad to encrypt secret messages</a:t>
            </a:r>
            <a:endParaRPr/>
          </a:p>
          <a:p>
            <a:pPr indent="-304800" lvl="0" marL="304800" marR="0" rtl="0" algn="l">
              <a:lnSpc>
                <a:spcPct val="90000"/>
              </a:lnSpc>
              <a:spcBef>
                <a:spcPts val="700"/>
              </a:spcBef>
              <a:spcAft>
                <a:spcPts val="0"/>
              </a:spcAft>
              <a:buClr>
                <a:srgbClr val="2B10F0"/>
              </a:buClr>
              <a:buSzPts val="2600"/>
              <a:buFont typeface="Arial"/>
              <a:buChar char="•"/>
            </a:pPr>
            <a:r>
              <a:rPr b="0" i="0" lang="en-US" sz="2600" u="sng">
                <a:solidFill>
                  <a:srgbClr val="2B10F0"/>
                </a:solidFill>
                <a:latin typeface="Calibri"/>
                <a:ea typeface="Calibri"/>
                <a:cs typeface="Calibri"/>
                <a:sym typeface="Calibri"/>
              </a:rPr>
              <a:t>Repeats within the “one-time” pads </a:t>
            </a:r>
            <a:r>
              <a:rPr b="0" i="0" lang="en-US" sz="2600" u="none">
                <a:solidFill>
                  <a:schemeClr val="dk1"/>
                </a:solidFill>
                <a:latin typeface="Calibri"/>
                <a:ea typeface="Calibri"/>
                <a:cs typeface="Calibri"/>
                <a:sym typeface="Calibri"/>
              </a:rPr>
              <a:t>made cryptanalysis possible </a:t>
            </a:r>
            <a:endParaRPr/>
          </a:p>
        </p:txBody>
      </p:sp>
      <p:sp>
        <p:nvSpPr>
          <p:cNvPr id="494" name="Google Shape;494;p26"/>
          <p:cNvSpPr txBox="1"/>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900"/>
              <a:buFont typeface="Gill Sans"/>
              <a:buNone/>
            </a:pPr>
            <a:r>
              <a:rPr b="0" i="0" lang="en-US" sz="900" u="none">
                <a:solidFill>
                  <a:schemeClr val="accent2"/>
                </a:solidFill>
                <a:latin typeface="Gill Sans"/>
                <a:ea typeface="Gill Sans"/>
                <a:cs typeface="Gill Sans"/>
                <a:sym typeface="Gill Sans"/>
              </a:rPr>
              <a:t>*</a:t>
            </a:r>
            <a:endParaRPr/>
          </a:p>
        </p:txBody>
      </p:sp>
      <p:sp>
        <p:nvSpPr>
          <p:cNvPr id="495" name="Google Shape;495;p26"/>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Gill Sans"/>
              <a:buNone/>
            </a:pPr>
            <a:r>
              <a:rPr b="0" i="0" lang="en-US" sz="900" u="none">
                <a:solidFill>
                  <a:srgbClr val="898989"/>
                </a:solidFill>
                <a:latin typeface="Gill Sans"/>
                <a:ea typeface="Gill Sans"/>
                <a:cs typeface="Gill Sans"/>
                <a:sym typeface="Gill Sans"/>
              </a:rPr>
              <a:t>Chapter 2 Crypto Basics.     Dr. Muhammad Iqbal Hossain</a:t>
            </a:r>
            <a:endParaRPr/>
          </a:p>
        </p:txBody>
      </p:sp>
      <p:sp>
        <p:nvSpPr>
          <p:cNvPr id="496" name="Google Shape;496;p26"/>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27"/>
          <p:cNvSpPr txBox="1"/>
          <p:nvPr>
            <p:ph type="title"/>
          </p:nvPr>
        </p:nvSpPr>
        <p:spPr>
          <a:xfrm>
            <a:off x="785812" y="620712"/>
            <a:ext cx="7170737" cy="736600"/>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300"/>
              <a:buFont typeface="Calibri"/>
              <a:buNone/>
            </a:pPr>
            <a:r>
              <a:rPr b="0" i="0" lang="en-US" sz="3300" u="none">
                <a:solidFill>
                  <a:schemeClr val="lt1"/>
                </a:solidFill>
                <a:latin typeface="Calibri"/>
                <a:ea typeface="Calibri"/>
                <a:cs typeface="Calibri"/>
                <a:sym typeface="Calibri"/>
              </a:rPr>
              <a:t>VENONA Decrypt (1944)</a:t>
            </a:r>
            <a:endParaRPr/>
          </a:p>
        </p:txBody>
      </p:sp>
      <p:sp>
        <p:nvSpPr>
          <p:cNvPr id="502" name="Google Shape;502;p27"/>
          <p:cNvSpPr txBox="1"/>
          <p:nvPr>
            <p:ph idx="1" type="body"/>
          </p:nvPr>
        </p:nvSpPr>
        <p:spPr>
          <a:xfrm>
            <a:off x="785812" y="1801812"/>
            <a:ext cx="7929562" cy="3571875"/>
          </a:xfrm>
          <a:prstGeom prst="rect">
            <a:avLst/>
          </a:prstGeom>
          <a:no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Clr>
                <a:schemeClr val="dk1"/>
              </a:buClr>
              <a:buSzPts val="1700"/>
              <a:buFont typeface="Arial"/>
              <a:buNone/>
            </a:pPr>
            <a:r>
              <a:rPr b="0" i="0" lang="en-US" sz="1700" u="none">
                <a:solidFill>
                  <a:schemeClr val="dk1"/>
                </a:solidFill>
                <a:latin typeface="Arial"/>
                <a:ea typeface="Arial"/>
                <a:cs typeface="Arial"/>
                <a:sym typeface="Arial"/>
              </a:rPr>
              <a:t>[C% Ruth] learned that her husband [v] was called up by the army but he was not sent to the front. He  is a mechanical engineer and is now working at the ENORMOUS [ENORMOZ] [vi] plant in SANTA FE, New Mexico. [45 groups  unrecoverable]</a:t>
            </a:r>
            <a:endParaRPr/>
          </a:p>
          <a:p>
            <a:pPr indent="0" lvl="0" marL="0" marR="0" rtl="0" algn="l">
              <a:lnSpc>
                <a:spcPct val="85000"/>
              </a:lnSpc>
              <a:spcBef>
                <a:spcPts val="700"/>
              </a:spcBef>
              <a:spcAft>
                <a:spcPts val="0"/>
              </a:spcAft>
              <a:buClr>
                <a:schemeClr val="dk1"/>
              </a:buClr>
              <a:buSzPts val="1700"/>
              <a:buFont typeface="Arial"/>
              <a:buNone/>
            </a:pPr>
            <a:r>
              <a:rPr b="0" i="0" lang="en-US" sz="1700" u="none">
                <a:solidFill>
                  <a:schemeClr val="dk1"/>
                </a:solidFill>
                <a:latin typeface="Arial"/>
                <a:ea typeface="Arial"/>
                <a:cs typeface="Arial"/>
                <a:sym typeface="Arial"/>
              </a:rPr>
              <a:t>detain VOLOK [vii] who is working in a plant on ENORMOUS. He is a FELLOWCOUNTRYMAN  [ZEMLYaK] [viii]. Yesterday  he learned that they had dismissed him from his work. His  active work in progressive organizations in the past was cause of his dismissal. In the FELLOWCOUNTRYMAN line LIBERAL is in touch with CHESTER [ix]. They meet once a month for the payment of dues. CHESTER is interested in whether we are satisfied with the collaboration and whether there are not any misunderstandings. He does not inquire about specific items of work [KONKRETNAYa RABOTA]. In  as much as CHESTER knows about the role of  LIBERAL's group we beg consent to ask C. through LIBERAL about leads from among people who are working on ENOURMOUS and in other technical fields.</a:t>
            </a:r>
            <a:endParaRPr/>
          </a:p>
        </p:txBody>
      </p:sp>
      <p:sp>
        <p:nvSpPr>
          <p:cNvPr id="503" name="Google Shape;503;p27"/>
          <p:cNvSpPr txBox="1"/>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900"/>
              <a:buFont typeface="Gill Sans"/>
              <a:buNone/>
            </a:pPr>
            <a:r>
              <a:rPr b="0" i="0" lang="en-US" sz="900" u="none">
                <a:solidFill>
                  <a:schemeClr val="accent2"/>
                </a:solidFill>
                <a:latin typeface="Gill Sans"/>
                <a:ea typeface="Gill Sans"/>
                <a:cs typeface="Gill Sans"/>
                <a:sym typeface="Gill Sans"/>
              </a:rPr>
              <a:t>*</a:t>
            </a:r>
            <a:endParaRPr/>
          </a:p>
        </p:txBody>
      </p:sp>
      <p:sp>
        <p:nvSpPr>
          <p:cNvPr id="504" name="Google Shape;504;p27"/>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Gill Sans"/>
              <a:buNone/>
            </a:pPr>
            <a:r>
              <a:rPr b="0" i="0" lang="en-US" sz="900" u="none">
                <a:solidFill>
                  <a:srgbClr val="898989"/>
                </a:solidFill>
                <a:latin typeface="Gill Sans"/>
                <a:ea typeface="Gill Sans"/>
                <a:cs typeface="Gill Sans"/>
                <a:sym typeface="Gill Sans"/>
              </a:rPr>
              <a:t>Chapter 2 Crypto Basics.     Dr. Muhammad Iqbal Hossain</a:t>
            </a:r>
            <a:endParaRPr/>
          </a:p>
        </p:txBody>
      </p:sp>
      <p:sp>
        <p:nvSpPr>
          <p:cNvPr id="505" name="Google Shape;505;p27"/>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sp>
        <p:nvSpPr>
          <p:cNvPr id="506" name="Google Shape;506;p27"/>
          <p:cNvSpPr txBox="1"/>
          <p:nvPr/>
        </p:nvSpPr>
        <p:spPr>
          <a:xfrm>
            <a:off x="827087" y="5373687"/>
            <a:ext cx="7162800" cy="803275"/>
          </a:xfrm>
          <a:prstGeom prst="rect">
            <a:avLst/>
          </a:prstGeom>
          <a:noFill/>
          <a:ln>
            <a:noFill/>
          </a:ln>
        </p:spPr>
        <p:txBody>
          <a:bodyPr anchorCtr="0" anchor="t" bIns="45700" lIns="91425" spcFirstLastPara="1" rIns="91425" wrap="square" tIns="45700">
            <a:noAutofit/>
          </a:bodyPr>
          <a:lstStyle/>
          <a:p>
            <a:pPr indent="-342900" lvl="0" marL="342900" marR="0" rtl="0" algn="l">
              <a:lnSpc>
                <a:spcPct val="80000"/>
              </a:lnSpc>
              <a:spcBef>
                <a:spcPts val="0"/>
              </a:spcBef>
              <a:spcAft>
                <a:spcPts val="0"/>
              </a:spcAft>
              <a:buClr>
                <a:schemeClr val="dk2"/>
              </a:buClr>
              <a:buSzPts val="1190"/>
              <a:buFont typeface="Noto Sans Symbols"/>
              <a:buChar char="●"/>
            </a:pPr>
            <a:r>
              <a:rPr b="0" i="0" lang="en-US" sz="1700" u="none">
                <a:solidFill>
                  <a:schemeClr val="dk1"/>
                </a:solidFill>
                <a:latin typeface="Comic Sans MS"/>
                <a:ea typeface="Comic Sans MS"/>
                <a:cs typeface="Comic Sans MS"/>
                <a:sym typeface="Comic Sans MS"/>
              </a:rPr>
              <a:t>“Ruth” == Ruth Greenglass</a:t>
            </a:r>
            <a:endParaRPr/>
          </a:p>
          <a:p>
            <a:pPr indent="-342900" lvl="0" marL="342900" marR="0" rtl="0" algn="l">
              <a:lnSpc>
                <a:spcPct val="80000"/>
              </a:lnSpc>
              <a:spcBef>
                <a:spcPts val="340"/>
              </a:spcBef>
              <a:spcAft>
                <a:spcPts val="0"/>
              </a:spcAft>
              <a:buClr>
                <a:schemeClr val="dk2"/>
              </a:buClr>
              <a:buSzPts val="1190"/>
              <a:buFont typeface="Noto Sans Symbols"/>
              <a:buChar char="●"/>
            </a:pPr>
            <a:r>
              <a:rPr b="0" i="0" lang="en-US" sz="1700" u="none">
                <a:solidFill>
                  <a:schemeClr val="dk1"/>
                </a:solidFill>
                <a:latin typeface="Comic Sans MS"/>
                <a:ea typeface="Comic Sans MS"/>
                <a:cs typeface="Comic Sans MS"/>
                <a:sym typeface="Comic Sans MS"/>
              </a:rPr>
              <a:t>“Liberal” == Julius Rosenberg</a:t>
            </a:r>
            <a:endParaRPr/>
          </a:p>
          <a:p>
            <a:pPr indent="-342900" lvl="0" marL="342900" marR="0" rtl="0" algn="l">
              <a:lnSpc>
                <a:spcPct val="40000"/>
              </a:lnSpc>
              <a:spcBef>
                <a:spcPts val="520"/>
              </a:spcBef>
              <a:spcAft>
                <a:spcPts val="0"/>
              </a:spcAft>
              <a:buClr>
                <a:schemeClr val="dk2"/>
              </a:buClr>
              <a:buSzPts val="1190"/>
              <a:buFont typeface="Noto Sans Symbols"/>
              <a:buChar char="●"/>
            </a:pPr>
            <a:r>
              <a:rPr b="0" i="0" lang="en-US" sz="1700" u="none">
                <a:solidFill>
                  <a:schemeClr val="dk1"/>
                </a:solidFill>
                <a:latin typeface="Comic Sans MS"/>
                <a:ea typeface="Comic Sans MS"/>
                <a:cs typeface="Comic Sans MS"/>
                <a:sym typeface="Comic Sans MS"/>
              </a:rPr>
              <a:t>“Enormous” == the atomic bomb</a:t>
            </a:r>
            <a:r>
              <a:rPr b="0" i="0" lang="en-US" sz="2600" u="none">
                <a:solidFill>
                  <a:schemeClr val="dk1"/>
                </a:solidFill>
                <a:latin typeface="Comic Sans MS"/>
                <a:ea typeface="Comic Sans MS"/>
                <a:cs typeface="Comic Sans MS"/>
                <a:sym typeface="Comic Sans MS"/>
              </a:rPr>
              <a:t>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28"/>
          <p:cNvSpPr txBox="1"/>
          <p:nvPr>
            <p:ph type="title"/>
          </p:nvPr>
        </p:nvSpPr>
        <p:spPr>
          <a:xfrm>
            <a:off x="785812" y="404812"/>
            <a:ext cx="6450012" cy="952500"/>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300"/>
              <a:buFont typeface="Calibri"/>
              <a:buNone/>
            </a:pPr>
            <a:r>
              <a:rPr b="0" i="0" lang="en-US" sz="3300" u="none">
                <a:solidFill>
                  <a:schemeClr val="lt1"/>
                </a:solidFill>
                <a:latin typeface="Calibri"/>
                <a:ea typeface="Calibri"/>
                <a:cs typeface="Calibri"/>
                <a:sym typeface="Calibri"/>
              </a:rPr>
              <a:t>Codebook</a:t>
            </a:r>
            <a:endParaRPr/>
          </a:p>
        </p:txBody>
      </p:sp>
      <p:sp>
        <p:nvSpPr>
          <p:cNvPr id="512" name="Google Shape;512;p28"/>
          <p:cNvSpPr txBox="1"/>
          <p:nvPr>
            <p:ph idx="1" type="body"/>
          </p:nvPr>
        </p:nvSpPr>
        <p:spPr>
          <a:xfrm>
            <a:off x="468312" y="1919287"/>
            <a:ext cx="7977187" cy="4452937"/>
          </a:xfrm>
          <a:prstGeom prst="rect">
            <a:avLst/>
          </a:prstGeom>
          <a:noFill/>
          <a:ln>
            <a:noFill/>
          </a:ln>
        </p:spPr>
        <p:txBody>
          <a:bodyPr anchorCtr="0" anchor="t" bIns="45700" lIns="91425" spcFirstLastPara="1" rIns="91425" wrap="square" tIns="45700">
            <a:noAutofit/>
          </a:bodyPr>
          <a:lstStyle/>
          <a:p>
            <a:pPr indent="-304800" lvl="0" marL="304800" marR="0" rtl="0" algn="l">
              <a:lnSpc>
                <a:spcPct val="90000"/>
              </a:lnSpc>
              <a:spcBef>
                <a:spcPts val="0"/>
              </a:spcBef>
              <a:spcAft>
                <a:spcPts val="0"/>
              </a:spcAft>
              <a:buClr>
                <a:schemeClr val="dk1"/>
              </a:buClr>
              <a:buSzPts val="2600"/>
              <a:buFont typeface="Arial"/>
              <a:buChar char="•"/>
            </a:pPr>
            <a:r>
              <a:rPr b="0" i="0" lang="en-US" sz="2600" u="none">
                <a:solidFill>
                  <a:schemeClr val="dk1"/>
                </a:solidFill>
                <a:latin typeface="Calibri"/>
                <a:ea typeface="Calibri"/>
                <a:cs typeface="Calibri"/>
                <a:sym typeface="Calibri"/>
              </a:rPr>
              <a:t>Literally, a book filled with “codewords”</a:t>
            </a:r>
            <a:endParaRPr/>
          </a:p>
          <a:p>
            <a:pPr indent="-304800" lvl="0" marL="304800" marR="0" rtl="0" algn="l">
              <a:lnSpc>
                <a:spcPct val="90000"/>
              </a:lnSpc>
              <a:spcBef>
                <a:spcPts val="700"/>
              </a:spcBef>
              <a:spcAft>
                <a:spcPts val="0"/>
              </a:spcAft>
              <a:buClr>
                <a:schemeClr val="dk1"/>
              </a:buClr>
              <a:buSzPts val="2600"/>
              <a:buFont typeface="Arial"/>
              <a:buChar char="•"/>
            </a:pPr>
            <a:r>
              <a:rPr b="0" i="0" lang="en-US" sz="2600" u="sng">
                <a:solidFill>
                  <a:schemeClr val="dk1"/>
                </a:solidFill>
                <a:latin typeface="Calibri"/>
                <a:ea typeface="Calibri"/>
                <a:cs typeface="Calibri"/>
                <a:sym typeface="Calibri"/>
                <a:hlinkClick r:id="rId3">
                  <a:extLst>
                    <a:ext uri="{A12FA001-AC4F-418D-AE19-62706E023703}">
                      <ahyp:hlinkClr val="tx"/>
                    </a:ext>
                  </a:extLst>
                </a:hlinkClick>
              </a:rPr>
              <a:t>Zimmerman Telegram</a:t>
            </a:r>
            <a:r>
              <a:rPr b="0" i="0" lang="en-US" sz="2600" u="none">
                <a:solidFill>
                  <a:schemeClr val="dk1"/>
                </a:solidFill>
                <a:latin typeface="Calibri"/>
                <a:ea typeface="Calibri"/>
                <a:cs typeface="Calibri"/>
                <a:sym typeface="Calibri"/>
              </a:rPr>
              <a:t> encrypted via codebook</a:t>
            </a:r>
            <a:endParaRPr/>
          </a:p>
          <a:p>
            <a:pPr indent="-304800" lvl="0" marL="304800" marR="0" rtl="0" algn="l">
              <a:lnSpc>
                <a:spcPct val="90000"/>
              </a:lnSpc>
              <a:spcBef>
                <a:spcPts val="700"/>
              </a:spcBef>
              <a:spcAft>
                <a:spcPts val="0"/>
              </a:spcAft>
              <a:buClr>
                <a:schemeClr val="dk1"/>
              </a:buClr>
              <a:buSzPts val="1700"/>
              <a:buFont typeface="Arial"/>
              <a:buNone/>
            </a:pPr>
            <a:r>
              <a:rPr b="0" i="0" lang="en-US" sz="1700" u="none">
                <a:solidFill>
                  <a:schemeClr val="dk1"/>
                </a:solidFill>
                <a:latin typeface="Calibri"/>
                <a:ea typeface="Calibri"/>
                <a:cs typeface="Calibri"/>
                <a:sym typeface="Calibri"/>
              </a:rPr>
              <a:t>		Februar		13605</a:t>
            </a:r>
            <a:endParaRPr/>
          </a:p>
          <a:p>
            <a:pPr indent="-304800" lvl="0" marL="304800" marR="0" rtl="0" algn="l">
              <a:lnSpc>
                <a:spcPct val="90000"/>
              </a:lnSpc>
              <a:spcBef>
                <a:spcPts val="700"/>
              </a:spcBef>
              <a:spcAft>
                <a:spcPts val="0"/>
              </a:spcAft>
              <a:buClr>
                <a:schemeClr val="dk1"/>
              </a:buClr>
              <a:buSzPts val="1700"/>
              <a:buFont typeface="Arial"/>
              <a:buNone/>
            </a:pPr>
            <a:r>
              <a:rPr b="0" i="0" lang="en-US" sz="1700" u="none">
                <a:solidFill>
                  <a:schemeClr val="dk1"/>
                </a:solidFill>
                <a:latin typeface="Calibri"/>
                <a:ea typeface="Calibri"/>
                <a:cs typeface="Calibri"/>
                <a:sym typeface="Calibri"/>
              </a:rPr>
              <a:t>		fest			13732</a:t>
            </a:r>
            <a:endParaRPr/>
          </a:p>
          <a:p>
            <a:pPr indent="-304800" lvl="0" marL="304800" marR="0" rtl="0" algn="l">
              <a:lnSpc>
                <a:spcPct val="90000"/>
              </a:lnSpc>
              <a:spcBef>
                <a:spcPts val="700"/>
              </a:spcBef>
              <a:spcAft>
                <a:spcPts val="0"/>
              </a:spcAft>
              <a:buClr>
                <a:schemeClr val="dk1"/>
              </a:buClr>
              <a:buSzPts val="1700"/>
              <a:buFont typeface="Arial"/>
              <a:buNone/>
            </a:pPr>
            <a:r>
              <a:rPr b="0" i="0" lang="en-US" sz="1700" u="none">
                <a:solidFill>
                  <a:schemeClr val="dk1"/>
                </a:solidFill>
                <a:latin typeface="Calibri"/>
                <a:ea typeface="Calibri"/>
                <a:cs typeface="Calibri"/>
                <a:sym typeface="Calibri"/>
              </a:rPr>
              <a:t>		finanzielle		13850</a:t>
            </a:r>
            <a:endParaRPr/>
          </a:p>
          <a:p>
            <a:pPr indent="-304800" lvl="0" marL="304800" marR="0" rtl="0" algn="l">
              <a:lnSpc>
                <a:spcPct val="90000"/>
              </a:lnSpc>
              <a:spcBef>
                <a:spcPts val="700"/>
              </a:spcBef>
              <a:spcAft>
                <a:spcPts val="0"/>
              </a:spcAft>
              <a:buClr>
                <a:schemeClr val="dk1"/>
              </a:buClr>
              <a:buSzPts val="1700"/>
              <a:buFont typeface="Arial"/>
              <a:buNone/>
            </a:pPr>
            <a:r>
              <a:rPr b="0" i="0" lang="en-US" sz="1700" u="none">
                <a:solidFill>
                  <a:schemeClr val="dk1"/>
                </a:solidFill>
                <a:latin typeface="Calibri"/>
                <a:ea typeface="Calibri"/>
                <a:cs typeface="Calibri"/>
                <a:sym typeface="Calibri"/>
              </a:rPr>
              <a:t>		folgender		13918</a:t>
            </a:r>
            <a:endParaRPr/>
          </a:p>
          <a:p>
            <a:pPr indent="-304800" lvl="0" marL="304800" marR="0" rtl="0" algn="l">
              <a:lnSpc>
                <a:spcPct val="90000"/>
              </a:lnSpc>
              <a:spcBef>
                <a:spcPts val="700"/>
              </a:spcBef>
              <a:spcAft>
                <a:spcPts val="0"/>
              </a:spcAft>
              <a:buClr>
                <a:schemeClr val="dk1"/>
              </a:buClr>
              <a:buSzPts val="1700"/>
              <a:buFont typeface="Arial"/>
              <a:buNone/>
            </a:pPr>
            <a:r>
              <a:rPr b="0" i="0" lang="en-US" sz="1700" u="none">
                <a:solidFill>
                  <a:schemeClr val="dk1"/>
                </a:solidFill>
                <a:latin typeface="Calibri"/>
                <a:ea typeface="Calibri"/>
                <a:cs typeface="Calibri"/>
                <a:sym typeface="Calibri"/>
              </a:rPr>
              <a:t>		Frieden		17142</a:t>
            </a:r>
            <a:endParaRPr/>
          </a:p>
          <a:p>
            <a:pPr indent="-304800" lvl="0" marL="304800" marR="0" rtl="0" algn="l">
              <a:lnSpc>
                <a:spcPct val="90000"/>
              </a:lnSpc>
              <a:spcBef>
                <a:spcPts val="700"/>
              </a:spcBef>
              <a:spcAft>
                <a:spcPts val="0"/>
              </a:spcAft>
              <a:buClr>
                <a:schemeClr val="dk1"/>
              </a:buClr>
              <a:buSzPts val="1700"/>
              <a:buFont typeface="Arial"/>
              <a:buNone/>
            </a:pPr>
            <a:r>
              <a:rPr b="0" i="0" lang="en-US" sz="1700" u="none">
                <a:solidFill>
                  <a:schemeClr val="dk1"/>
                </a:solidFill>
                <a:latin typeface="Calibri"/>
                <a:ea typeface="Calibri"/>
                <a:cs typeface="Calibri"/>
                <a:sym typeface="Calibri"/>
              </a:rPr>
              <a:t>		Friedenschluss	17149</a:t>
            </a:r>
            <a:endParaRPr/>
          </a:p>
          <a:p>
            <a:pPr indent="-304800" lvl="0" marL="304800" marR="0" rtl="0" algn="l">
              <a:lnSpc>
                <a:spcPct val="90000"/>
              </a:lnSpc>
              <a:spcBef>
                <a:spcPts val="700"/>
              </a:spcBef>
              <a:spcAft>
                <a:spcPts val="0"/>
              </a:spcAft>
              <a:buClr>
                <a:schemeClr val="dk1"/>
              </a:buClr>
              <a:buSzPts val="1700"/>
              <a:buFont typeface="Arial"/>
              <a:buNone/>
            </a:pPr>
            <a:r>
              <a:rPr b="0" i="0" lang="en-US" sz="1700" u="none">
                <a:solidFill>
                  <a:schemeClr val="dk1"/>
                </a:solidFill>
                <a:latin typeface="Calibri"/>
                <a:ea typeface="Calibri"/>
                <a:cs typeface="Calibri"/>
                <a:sym typeface="Calibri"/>
              </a:rPr>
              <a:t>			:		    :</a:t>
            </a:r>
            <a:endParaRPr/>
          </a:p>
          <a:p>
            <a:pPr indent="-304800" lvl="0" marL="304800" marR="0" rtl="0" algn="l">
              <a:lnSpc>
                <a:spcPct val="90000"/>
              </a:lnSpc>
              <a:spcBef>
                <a:spcPts val="700"/>
              </a:spcBef>
              <a:spcAft>
                <a:spcPts val="0"/>
              </a:spcAft>
              <a:buClr>
                <a:srgbClr val="FF0000"/>
              </a:buClr>
              <a:buSzPts val="2600"/>
              <a:buFont typeface="Arial"/>
              <a:buChar char="•"/>
            </a:pPr>
            <a:r>
              <a:rPr b="1" i="0" lang="en-US" sz="2600" u="sng">
                <a:solidFill>
                  <a:srgbClr val="FF0000"/>
                </a:solidFill>
                <a:latin typeface="Calibri"/>
                <a:ea typeface="Calibri"/>
                <a:cs typeface="Calibri"/>
                <a:sym typeface="Calibri"/>
              </a:rPr>
              <a:t>Modern block ciphers are codebooks!</a:t>
            </a:r>
            <a:endParaRPr/>
          </a:p>
          <a:p>
            <a:pPr indent="-304800" lvl="0" marL="304800" marR="0" rtl="0" algn="l">
              <a:lnSpc>
                <a:spcPct val="90000"/>
              </a:lnSpc>
              <a:spcBef>
                <a:spcPts val="700"/>
              </a:spcBef>
              <a:spcAft>
                <a:spcPts val="0"/>
              </a:spcAft>
              <a:buClr>
                <a:schemeClr val="dk1"/>
              </a:buClr>
              <a:buSzPts val="2600"/>
              <a:buFont typeface="Arial"/>
              <a:buChar char="•"/>
            </a:pPr>
            <a:r>
              <a:rPr b="0" i="0" lang="en-US" sz="2600" u="none">
                <a:solidFill>
                  <a:schemeClr val="dk1"/>
                </a:solidFill>
                <a:latin typeface="Calibri"/>
                <a:ea typeface="Calibri"/>
                <a:cs typeface="Calibri"/>
                <a:sym typeface="Calibri"/>
              </a:rPr>
              <a:t>More on this later…</a:t>
            </a:r>
            <a:endParaRPr/>
          </a:p>
        </p:txBody>
      </p:sp>
      <p:sp>
        <p:nvSpPr>
          <p:cNvPr id="513" name="Google Shape;513;p28"/>
          <p:cNvSpPr txBox="1"/>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900"/>
              <a:buFont typeface="Gill Sans"/>
              <a:buNone/>
            </a:pPr>
            <a:r>
              <a:rPr b="0" i="0" lang="en-US" sz="900" u="none">
                <a:solidFill>
                  <a:schemeClr val="accent2"/>
                </a:solidFill>
                <a:latin typeface="Gill Sans"/>
                <a:ea typeface="Gill Sans"/>
                <a:cs typeface="Gill Sans"/>
                <a:sym typeface="Gill Sans"/>
              </a:rPr>
              <a:t>*</a:t>
            </a:r>
            <a:endParaRPr/>
          </a:p>
        </p:txBody>
      </p:sp>
      <p:sp>
        <p:nvSpPr>
          <p:cNvPr id="514" name="Google Shape;514;p28"/>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Gill Sans"/>
              <a:buNone/>
            </a:pPr>
            <a:r>
              <a:rPr b="0" i="0" lang="en-US" sz="900" u="none">
                <a:solidFill>
                  <a:srgbClr val="898989"/>
                </a:solidFill>
                <a:latin typeface="Gill Sans"/>
                <a:ea typeface="Gill Sans"/>
                <a:cs typeface="Gill Sans"/>
                <a:sym typeface="Gill Sans"/>
              </a:rPr>
              <a:t>Chapter 2 Crypto Basics.     Dr. Muhammad Iqbal Hossain</a:t>
            </a:r>
            <a:endParaRPr/>
          </a:p>
        </p:txBody>
      </p:sp>
      <p:sp>
        <p:nvSpPr>
          <p:cNvPr id="515" name="Google Shape;515;p28"/>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29"/>
          <p:cNvSpPr txBox="1"/>
          <p:nvPr>
            <p:ph type="title"/>
          </p:nvPr>
        </p:nvSpPr>
        <p:spPr>
          <a:xfrm>
            <a:off x="785812" y="457200"/>
            <a:ext cx="3071812" cy="1257300"/>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chemeClr val="lt1"/>
              </a:buClr>
              <a:buSzPts val="3300"/>
              <a:buFont typeface="Calibri"/>
              <a:buNone/>
            </a:pPr>
            <a:r>
              <a:rPr b="0" i="0" lang="en-US" sz="3300" u="none">
                <a:solidFill>
                  <a:schemeClr val="lt1"/>
                </a:solidFill>
                <a:latin typeface="Calibri"/>
                <a:ea typeface="Calibri"/>
                <a:cs typeface="Calibri"/>
                <a:sym typeface="Calibri"/>
              </a:rPr>
              <a:t>Zimmerman</a:t>
            </a:r>
            <a:br>
              <a:rPr b="0" i="0" lang="en-US" sz="3300" u="none">
                <a:solidFill>
                  <a:schemeClr val="lt1"/>
                </a:solidFill>
                <a:latin typeface="Calibri"/>
                <a:ea typeface="Calibri"/>
                <a:cs typeface="Calibri"/>
                <a:sym typeface="Calibri"/>
              </a:rPr>
            </a:br>
            <a:r>
              <a:rPr b="0" i="0" lang="en-US" sz="3300" u="none">
                <a:solidFill>
                  <a:schemeClr val="lt1"/>
                </a:solidFill>
                <a:latin typeface="Calibri"/>
                <a:ea typeface="Calibri"/>
                <a:cs typeface="Calibri"/>
                <a:sym typeface="Calibri"/>
              </a:rPr>
              <a:t>Telegram</a:t>
            </a:r>
            <a:endParaRPr/>
          </a:p>
        </p:txBody>
      </p:sp>
      <p:sp>
        <p:nvSpPr>
          <p:cNvPr id="521" name="Google Shape;521;p29"/>
          <p:cNvSpPr txBox="1"/>
          <p:nvPr>
            <p:ph idx="1" type="body"/>
          </p:nvPr>
        </p:nvSpPr>
        <p:spPr>
          <a:xfrm>
            <a:off x="785812" y="1857375"/>
            <a:ext cx="3024187" cy="4086225"/>
          </a:xfrm>
          <a:prstGeom prst="rect">
            <a:avLst/>
          </a:prstGeom>
          <a:noFill/>
          <a:ln>
            <a:noFill/>
          </a:ln>
        </p:spPr>
        <p:txBody>
          <a:bodyPr anchorCtr="0" anchor="t" bIns="45700" lIns="91425" spcFirstLastPara="1" rIns="91425" wrap="square" tIns="45700">
            <a:noAutofit/>
          </a:bodyPr>
          <a:lstStyle/>
          <a:p>
            <a:pPr indent="-171450" lvl="0" marL="171450" marR="0" rtl="0" algn="l">
              <a:lnSpc>
                <a:spcPct val="90000"/>
              </a:lnSpc>
              <a:spcBef>
                <a:spcPts val="0"/>
              </a:spcBef>
              <a:spcAft>
                <a:spcPts val="0"/>
              </a:spcAft>
              <a:buClr>
                <a:schemeClr val="dk1"/>
              </a:buClr>
              <a:buSzPts val="2600"/>
              <a:buFont typeface="Arial"/>
              <a:buChar char="•"/>
            </a:pPr>
            <a:r>
              <a:rPr b="0" i="0" lang="en-US" sz="2600" u="none">
                <a:solidFill>
                  <a:schemeClr val="dk1"/>
                </a:solidFill>
                <a:latin typeface="Calibri"/>
                <a:ea typeface="Calibri"/>
                <a:cs typeface="Calibri"/>
                <a:sym typeface="Calibri"/>
              </a:rPr>
              <a:t>One of most famous codebook ciphers ever</a:t>
            </a:r>
            <a:endParaRPr/>
          </a:p>
          <a:p>
            <a:pPr indent="-171450" lvl="0" marL="171450" marR="0" rtl="0" algn="l">
              <a:lnSpc>
                <a:spcPct val="90000"/>
              </a:lnSpc>
              <a:spcBef>
                <a:spcPts val="700"/>
              </a:spcBef>
              <a:spcAft>
                <a:spcPts val="0"/>
              </a:spcAft>
              <a:buClr>
                <a:srgbClr val="2B10F0"/>
              </a:buClr>
              <a:buSzPts val="2600"/>
              <a:buFont typeface="Arial"/>
              <a:buChar char="•"/>
            </a:pPr>
            <a:r>
              <a:rPr b="1" i="0" lang="en-US" sz="2600" u="sng">
                <a:solidFill>
                  <a:srgbClr val="2B10F0"/>
                </a:solidFill>
                <a:latin typeface="Calibri"/>
                <a:ea typeface="Calibri"/>
                <a:cs typeface="Calibri"/>
                <a:sym typeface="Calibri"/>
              </a:rPr>
              <a:t>Led to US entry in WWI</a:t>
            </a:r>
            <a:endParaRPr/>
          </a:p>
          <a:p>
            <a:pPr indent="-171450" lvl="0" marL="171450" marR="0" rtl="0" algn="l">
              <a:lnSpc>
                <a:spcPct val="90000"/>
              </a:lnSpc>
              <a:spcBef>
                <a:spcPts val="700"/>
              </a:spcBef>
              <a:spcAft>
                <a:spcPts val="0"/>
              </a:spcAft>
              <a:buClr>
                <a:schemeClr val="dk1"/>
              </a:buClr>
              <a:buSzPts val="2600"/>
              <a:buFont typeface="Arial"/>
              <a:buChar char="•"/>
            </a:pPr>
            <a:r>
              <a:rPr b="0" i="0" lang="en-US" sz="2600" u="none">
                <a:solidFill>
                  <a:schemeClr val="dk1"/>
                </a:solidFill>
                <a:latin typeface="Calibri"/>
                <a:ea typeface="Calibri"/>
                <a:cs typeface="Calibri"/>
                <a:sym typeface="Calibri"/>
              </a:rPr>
              <a:t>Ciphertext shown here…</a:t>
            </a:r>
            <a:endParaRPr/>
          </a:p>
        </p:txBody>
      </p:sp>
      <p:sp>
        <p:nvSpPr>
          <p:cNvPr id="522" name="Google Shape;522;p29"/>
          <p:cNvSpPr txBox="1"/>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900"/>
              <a:buFont typeface="Gill Sans"/>
              <a:buNone/>
            </a:pPr>
            <a:r>
              <a:rPr b="0" i="0" lang="en-US" sz="900" u="none">
                <a:solidFill>
                  <a:schemeClr val="accent2"/>
                </a:solidFill>
                <a:latin typeface="Gill Sans"/>
                <a:ea typeface="Gill Sans"/>
                <a:cs typeface="Gill Sans"/>
                <a:sym typeface="Gill Sans"/>
              </a:rPr>
              <a:t>*</a:t>
            </a:r>
            <a:endParaRPr/>
          </a:p>
        </p:txBody>
      </p:sp>
      <p:sp>
        <p:nvSpPr>
          <p:cNvPr id="523" name="Google Shape;523;p29"/>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Gill Sans"/>
              <a:buNone/>
            </a:pPr>
            <a:r>
              <a:rPr b="0" i="0" lang="en-US" sz="900" u="none">
                <a:solidFill>
                  <a:srgbClr val="898989"/>
                </a:solidFill>
                <a:latin typeface="Gill Sans"/>
                <a:ea typeface="Gill Sans"/>
                <a:cs typeface="Gill Sans"/>
                <a:sym typeface="Gill Sans"/>
              </a:rPr>
              <a:t>Chapter 2 Crypto Basics.     Dr. Muhammad Iqbal Hossain</a:t>
            </a:r>
            <a:endParaRPr/>
          </a:p>
        </p:txBody>
      </p:sp>
      <p:sp>
        <p:nvSpPr>
          <p:cNvPr id="524" name="Google Shape;524;p29"/>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pic>
        <p:nvPicPr>
          <p:cNvPr id="525" name="Google Shape;525;p29"/>
          <p:cNvPicPr preferRelativeResize="0"/>
          <p:nvPr/>
        </p:nvPicPr>
        <p:blipFill rotWithShape="1">
          <a:blip r:embed="rId3">
            <a:alphaModFix/>
          </a:blip>
          <a:srcRect b="0" l="0" r="0" t="0"/>
          <a:stretch/>
        </p:blipFill>
        <p:spPr>
          <a:xfrm>
            <a:off x="4211637" y="404812"/>
            <a:ext cx="4510087" cy="577532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30"/>
          <p:cNvSpPr txBox="1"/>
          <p:nvPr>
            <p:ph type="title"/>
          </p:nvPr>
        </p:nvSpPr>
        <p:spPr>
          <a:xfrm>
            <a:off x="785812" y="357187"/>
            <a:ext cx="3000375" cy="1643062"/>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chemeClr val="lt1"/>
              </a:buClr>
              <a:buSzPts val="3300"/>
              <a:buFont typeface="Calibri"/>
              <a:buNone/>
            </a:pPr>
            <a:r>
              <a:rPr b="0" i="0" lang="en-US" sz="3300" u="none">
                <a:solidFill>
                  <a:schemeClr val="lt1"/>
                </a:solidFill>
                <a:latin typeface="Calibri"/>
                <a:ea typeface="Calibri"/>
                <a:cs typeface="Calibri"/>
                <a:sym typeface="Calibri"/>
              </a:rPr>
              <a:t>Zimmerman</a:t>
            </a:r>
            <a:br>
              <a:rPr b="0" i="0" lang="en-US" sz="3300" u="none">
                <a:solidFill>
                  <a:schemeClr val="lt1"/>
                </a:solidFill>
                <a:latin typeface="Calibri"/>
                <a:ea typeface="Calibri"/>
                <a:cs typeface="Calibri"/>
                <a:sym typeface="Calibri"/>
              </a:rPr>
            </a:br>
            <a:r>
              <a:rPr b="0" i="0" lang="en-US" sz="3300" u="none">
                <a:solidFill>
                  <a:schemeClr val="lt1"/>
                </a:solidFill>
                <a:latin typeface="Calibri"/>
                <a:ea typeface="Calibri"/>
                <a:cs typeface="Calibri"/>
                <a:sym typeface="Calibri"/>
              </a:rPr>
              <a:t>Telegram</a:t>
            </a:r>
            <a:br>
              <a:rPr b="0" i="0" lang="en-US" sz="3300" u="none">
                <a:solidFill>
                  <a:schemeClr val="lt1"/>
                </a:solidFill>
                <a:latin typeface="Calibri"/>
                <a:ea typeface="Calibri"/>
                <a:cs typeface="Calibri"/>
                <a:sym typeface="Calibri"/>
              </a:rPr>
            </a:br>
            <a:r>
              <a:rPr b="0" i="0" lang="en-US" sz="3300" u="none">
                <a:solidFill>
                  <a:schemeClr val="lt1"/>
                </a:solidFill>
                <a:latin typeface="Calibri"/>
                <a:ea typeface="Calibri"/>
                <a:cs typeface="Calibri"/>
                <a:sym typeface="Calibri"/>
              </a:rPr>
              <a:t>Decrypted</a:t>
            </a:r>
            <a:endParaRPr/>
          </a:p>
        </p:txBody>
      </p:sp>
      <p:sp>
        <p:nvSpPr>
          <p:cNvPr id="531" name="Google Shape;531;p30"/>
          <p:cNvSpPr txBox="1"/>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900"/>
              <a:buFont typeface="Gill Sans"/>
              <a:buNone/>
            </a:pPr>
            <a:r>
              <a:rPr b="0" i="0" lang="en-US" sz="900" u="none">
                <a:solidFill>
                  <a:schemeClr val="accent2"/>
                </a:solidFill>
                <a:latin typeface="Gill Sans"/>
                <a:ea typeface="Gill Sans"/>
                <a:cs typeface="Gill Sans"/>
                <a:sym typeface="Gill Sans"/>
              </a:rPr>
              <a:t>*</a:t>
            </a:r>
            <a:endParaRPr/>
          </a:p>
        </p:txBody>
      </p:sp>
      <p:sp>
        <p:nvSpPr>
          <p:cNvPr id="532" name="Google Shape;532;p30"/>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Gill Sans"/>
              <a:buNone/>
            </a:pPr>
            <a:r>
              <a:rPr b="0" i="0" lang="en-US" sz="900" u="none">
                <a:solidFill>
                  <a:srgbClr val="898989"/>
                </a:solidFill>
                <a:latin typeface="Gill Sans"/>
                <a:ea typeface="Gill Sans"/>
                <a:cs typeface="Gill Sans"/>
                <a:sym typeface="Gill Sans"/>
              </a:rPr>
              <a:t>Chapter 2 Crypto Basics.     Dr. Muhammad Iqbal Hossain</a:t>
            </a:r>
            <a:endParaRPr/>
          </a:p>
        </p:txBody>
      </p:sp>
      <p:sp>
        <p:nvSpPr>
          <p:cNvPr id="533" name="Google Shape;533;p30"/>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sp>
        <p:nvSpPr>
          <p:cNvPr id="534" name="Google Shape;534;p30"/>
          <p:cNvSpPr txBox="1"/>
          <p:nvPr/>
        </p:nvSpPr>
        <p:spPr>
          <a:xfrm>
            <a:off x="785812" y="2214562"/>
            <a:ext cx="2928937" cy="3389312"/>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dk2"/>
              </a:buClr>
              <a:buSzPts val="1820"/>
              <a:buFont typeface="Noto Sans Symbols"/>
              <a:buChar char="●"/>
            </a:pPr>
            <a:r>
              <a:rPr b="0" i="0" lang="en-US" sz="2600" u="none">
                <a:solidFill>
                  <a:schemeClr val="dk1"/>
                </a:solidFill>
                <a:latin typeface="Comic Sans MS"/>
                <a:ea typeface="Comic Sans MS"/>
                <a:cs typeface="Comic Sans MS"/>
                <a:sym typeface="Comic Sans MS"/>
              </a:rPr>
              <a:t>British had recovered partial codebook</a:t>
            </a:r>
            <a:endParaRPr/>
          </a:p>
          <a:p>
            <a:pPr indent="-342900" lvl="0" marL="342900" marR="0" rtl="0" algn="l">
              <a:lnSpc>
                <a:spcPct val="90000"/>
              </a:lnSpc>
              <a:spcBef>
                <a:spcPts val="520"/>
              </a:spcBef>
              <a:spcAft>
                <a:spcPts val="0"/>
              </a:spcAft>
              <a:buClr>
                <a:schemeClr val="dk2"/>
              </a:buClr>
              <a:buSzPts val="1820"/>
              <a:buFont typeface="Noto Sans Symbols"/>
              <a:buChar char="●"/>
            </a:pPr>
            <a:r>
              <a:rPr b="0" i="0" lang="en-US" sz="2600" u="none">
                <a:solidFill>
                  <a:schemeClr val="dk1"/>
                </a:solidFill>
                <a:latin typeface="Comic Sans MS"/>
                <a:ea typeface="Comic Sans MS"/>
                <a:cs typeface="Comic Sans MS"/>
                <a:sym typeface="Comic Sans MS"/>
              </a:rPr>
              <a:t>Able to fill in missing parts</a:t>
            </a:r>
            <a:endParaRPr/>
          </a:p>
        </p:txBody>
      </p:sp>
      <p:pic>
        <p:nvPicPr>
          <p:cNvPr id="535" name="Google Shape;535;p30"/>
          <p:cNvPicPr preferRelativeResize="0"/>
          <p:nvPr/>
        </p:nvPicPr>
        <p:blipFill rotWithShape="1">
          <a:blip r:embed="rId3">
            <a:alphaModFix/>
          </a:blip>
          <a:srcRect b="0" l="0" r="0" t="0"/>
          <a:stretch/>
        </p:blipFill>
        <p:spPr>
          <a:xfrm>
            <a:off x="4000500" y="571500"/>
            <a:ext cx="4849812" cy="57150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31"/>
          <p:cNvSpPr txBox="1"/>
          <p:nvPr>
            <p:ph type="title"/>
          </p:nvPr>
        </p:nvSpPr>
        <p:spPr>
          <a:xfrm>
            <a:off x="468312" y="303212"/>
            <a:ext cx="7886700" cy="1163637"/>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300"/>
              <a:buFont typeface="Calibri"/>
              <a:buNone/>
            </a:pPr>
            <a:r>
              <a:t/>
            </a:r>
            <a:endParaRPr>
              <a:solidFill>
                <a:schemeClr val="lt1"/>
              </a:solidFill>
            </a:endParaRPr>
          </a:p>
        </p:txBody>
      </p:sp>
      <p:sp>
        <p:nvSpPr>
          <p:cNvPr id="541" name="Google Shape;541;p31"/>
          <p:cNvSpPr txBox="1"/>
          <p:nvPr>
            <p:ph idx="1" type="body"/>
          </p:nvPr>
        </p:nvSpPr>
        <p:spPr>
          <a:xfrm>
            <a:off x="468312" y="1668462"/>
            <a:ext cx="7886700" cy="4511675"/>
          </a:xfrm>
          <a:prstGeom prst="rect">
            <a:avLst/>
          </a:prstGeom>
          <a:noFill/>
          <a:ln>
            <a:noFill/>
          </a:ln>
        </p:spPr>
        <p:txBody>
          <a:bodyPr anchorCtr="0" anchor="t" bIns="45700" lIns="91425" spcFirstLastPara="1" rIns="91425" wrap="square" tIns="45700">
            <a:noAutofit/>
          </a:bodyPr>
          <a:lstStyle/>
          <a:p>
            <a:pPr indent="-171450" lvl="0" marL="171450" marR="0" rtl="0" algn="l">
              <a:lnSpc>
                <a:spcPct val="90000"/>
              </a:lnSpc>
              <a:spcBef>
                <a:spcPts val="0"/>
              </a:spcBef>
              <a:spcAft>
                <a:spcPts val="0"/>
              </a:spcAft>
              <a:buClr>
                <a:schemeClr val="dk1"/>
              </a:buClr>
              <a:buSzPts val="2100"/>
              <a:buFont typeface="Arial"/>
              <a:buChar char="•"/>
            </a:pPr>
            <a:r>
              <a:rPr b="0" i="0" lang="en-US" sz="2100" u="none">
                <a:solidFill>
                  <a:schemeClr val="dk1"/>
                </a:solidFill>
                <a:latin typeface="Calibri"/>
                <a:ea typeface="Calibri"/>
                <a:cs typeface="Calibri"/>
                <a:sym typeface="Calibri"/>
              </a:rPr>
              <a:t>End of segment 2</a:t>
            </a:r>
            <a:endParaRPr/>
          </a:p>
          <a:p>
            <a:pPr indent="-38100" lvl="0" marL="171450" marR="0" rtl="0" algn="l">
              <a:lnSpc>
                <a:spcPct val="90000"/>
              </a:lnSpc>
              <a:spcBef>
                <a:spcPts val="750"/>
              </a:spcBef>
              <a:spcAft>
                <a:spcPts val="0"/>
              </a:spcAft>
              <a:buClr>
                <a:schemeClr val="dk1"/>
              </a:buClr>
              <a:buSzPts val="2100"/>
              <a:buFont typeface="Arial"/>
              <a:buNone/>
            </a:pPr>
            <a:r>
              <a:t/>
            </a:r>
            <a:endParaRPr b="0" i="0" sz="2100" u="none">
              <a:solidFill>
                <a:schemeClr val="dk1"/>
              </a:solidFill>
              <a:latin typeface="Calibri"/>
              <a:ea typeface="Calibri"/>
              <a:cs typeface="Calibri"/>
              <a:sym typeface="Calibri"/>
            </a:endParaRPr>
          </a:p>
        </p:txBody>
      </p:sp>
      <p:sp>
        <p:nvSpPr>
          <p:cNvPr id="542" name="Google Shape;542;p31"/>
          <p:cNvSpPr txBox="1"/>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98989"/>
              </a:buClr>
              <a:buSzPts val="900"/>
              <a:buFont typeface="Gill Sans"/>
              <a:buNone/>
            </a:pPr>
            <a:r>
              <a:rPr b="0" i="0" lang="en-US" sz="900" u="none">
                <a:solidFill>
                  <a:srgbClr val="898989"/>
                </a:solidFill>
                <a:latin typeface="Gill Sans"/>
                <a:ea typeface="Gill Sans"/>
                <a:cs typeface="Gill Sans"/>
                <a:sym typeface="Gill Sans"/>
              </a:rPr>
              <a:t>*</a:t>
            </a:r>
            <a:endParaRPr/>
          </a:p>
        </p:txBody>
      </p:sp>
      <p:sp>
        <p:nvSpPr>
          <p:cNvPr id="543" name="Google Shape;543;p31"/>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Gill Sans"/>
              <a:buNone/>
            </a:pPr>
            <a:r>
              <a:rPr b="0" i="0" lang="en-US" sz="900" u="none">
                <a:solidFill>
                  <a:srgbClr val="898989"/>
                </a:solidFill>
                <a:latin typeface="Gill Sans"/>
                <a:ea typeface="Gill Sans"/>
                <a:cs typeface="Gill Sans"/>
                <a:sym typeface="Gill Sans"/>
              </a:rPr>
              <a:t>Chapter 2 Crypto Basics.     Dr. Muhammad Iqbal Hossain</a:t>
            </a:r>
            <a:endParaRPr/>
          </a:p>
        </p:txBody>
      </p:sp>
      <p:sp>
        <p:nvSpPr>
          <p:cNvPr id="544" name="Google Shape;544;p31"/>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accent2"/>
              </a:buClr>
              <a:buSzPts val="900"/>
              <a:buFont typeface="Gill Sans"/>
              <a:buNone/>
            </a:pPr>
            <a:fld id="{00000000-1234-1234-1234-123412341234}" type="slidenum">
              <a:rPr b="0" i="0" lang="en-US" sz="900" u="none">
                <a:solidFill>
                  <a:schemeClr val="accent2"/>
                </a:solidFill>
                <a:latin typeface="Gill Sans"/>
                <a:ea typeface="Gill Sans"/>
                <a:cs typeface="Gill Sans"/>
                <a:sym typeface="Gill Sans"/>
              </a:rPr>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32"/>
          <p:cNvSpPr txBox="1"/>
          <p:nvPr>
            <p:ph idx="1" type="body"/>
          </p:nvPr>
        </p:nvSpPr>
        <p:spPr>
          <a:xfrm>
            <a:off x="722312" y="2906712"/>
            <a:ext cx="7993062" cy="1500187"/>
          </a:xfrm>
          <a:prstGeom prst="rect">
            <a:avLst/>
          </a:prstGeom>
          <a:noFill/>
          <a:ln>
            <a:noFill/>
          </a:ln>
        </p:spPr>
        <p:txBody>
          <a:bodyPr anchorCtr="0" anchor="t" bIns="45700" lIns="91425" spcFirstLastPara="1" rIns="91425" wrap="square" tIns="45700">
            <a:normAutofit lnSpcReduction="20000"/>
          </a:bodyPr>
          <a:lstStyle/>
          <a:p>
            <a:pPr indent="0" lvl="0" marL="0" rtl="0" algn="l">
              <a:lnSpc>
                <a:spcPct val="90000"/>
              </a:lnSpc>
              <a:spcBef>
                <a:spcPts val="0"/>
              </a:spcBef>
              <a:spcAft>
                <a:spcPts val="0"/>
              </a:spcAft>
              <a:buClr>
                <a:srgbClr val="898989"/>
              </a:buClr>
              <a:buSzPts val="5400"/>
              <a:buNone/>
            </a:pPr>
            <a:r>
              <a:rPr lang="en-US" sz="5400">
                <a:solidFill>
                  <a:srgbClr val="898989"/>
                </a:solidFill>
              </a:rPr>
              <a:t>Modern</a:t>
            </a:r>
            <a:r>
              <a:rPr b="0" i="0" lang="en-US" sz="5400" u="none">
                <a:solidFill>
                  <a:srgbClr val="898989"/>
                </a:solidFill>
                <a:latin typeface="Calibri"/>
                <a:ea typeface="Calibri"/>
                <a:cs typeface="Calibri"/>
                <a:sym typeface="Calibri"/>
              </a:rPr>
              <a:t> Crypto History</a:t>
            </a:r>
            <a:endParaRPr/>
          </a:p>
          <a:p>
            <a:pPr indent="0" lvl="0" marL="0" rtl="0" algn="l">
              <a:lnSpc>
                <a:spcPct val="90000"/>
              </a:lnSpc>
              <a:spcBef>
                <a:spcPts val="750"/>
              </a:spcBef>
              <a:spcAft>
                <a:spcPts val="0"/>
              </a:spcAft>
              <a:buClr>
                <a:srgbClr val="888888"/>
              </a:buClr>
              <a:buSzPts val="5400"/>
              <a:buNone/>
            </a:pPr>
            <a:r>
              <a:t/>
            </a:r>
            <a:endParaRPr b="0" i="0" sz="5400" u="none">
              <a:solidFill>
                <a:srgbClr val="898989"/>
              </a:solidFill>
              <a:latin typeface="Calibri"/>
              <a:ea typeface="Calibri"/>
              <a:cs typeface="Calibri"/>
              <a:sym typeface="Calibri"/>
            </a:endParaRPr>
          </a:p>
        </p:txBody>
      </p:sp>
      <p:sp>
        <p:nvSpPr>
          <p:cNvPr id="550" name="Google Shape;550;p32"/>
          <p:cNvSpPr txBox="1"/>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98989"/>
              </a:buClr>
              <a:buSzPts val="900"/>
              <a:buFont typeface="Gill Sans"/>
              <a:buNone/>
            </a:pPr>
            <a:r>
              <a:rPr b="0" i="0" lang="en-US" sz="900" u="none">
                <a:solidFill>
                  <a:srgbClr val="898989"/>
                </a:solidFill>
                <a:latin typeface="Gill Sans"/>
                <a:ea typeface="Gill Sans"/>
                <a:cs typeface="Gill Sans"/>
                <a:sym typeface="Gill Sans"/>
              </a:rPr>
              <a:t>*</a:t>
            </a:r>
            <a:endParaRPr/>
          </a:p>
        </p:txBody>
      </p:sp>
      <p:sp>
        <p:nvSpPr>
          <p:cNvPr id="551" name="Google Shape;551;p32"/>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Gill Sans"/>
              <a:buNone/>
            </a:pPr>
            <a:r>
              <a:rPr b="0" i="0" lang="en-US" sz="900" u="none">
                <a:solidFill>
                  <a:srgbClr val="898989"/>
                </a:solidFill>
                <a:latin typeface="Gill Sans"/>
                <a:ea typeface="Gill Sans"/>
                <a:cs typeface="Gill Sans"/>
                <a:sym typeface="Gill Sans"/>
              </a:rPr>
              <a:t>Chapter 2 Crypto Basics.     Dr. Muhammad Iqbal Hossain</a:t>
            </a:r>
            <a:endParaRPr/>
          </a:p>
        </p:txBody>
      </p:sp>
      <p:sp>
        <p:nvSpPr>
          <p:cNvPr id="552" name="Google Shape;552;p32"/>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33"/>
          <p:cNvSpPr txBox="1"/>
          <p:nvPr>
            <p:ph type="title"/>
          </p:nvPr>
        </p:nvSpPr>
        <p:spPr>
          <a:xfrm>
            <a:off x="468312" y="303212"/>
            <a:ext cx="7886700" cy="1163637"/>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300"/>
              <a:buFont typeface="Calibri"/>
              <a:buNone/>
            </a:pPr>
            <a:r>
              <a:rPr b="0" i="0" lang="en-US" sz="3300" u="none">
                <a:solidFill>
                  <a:schemeClr val="lt1"/>
                </a:solidFill>
                <a:latin typeface="Calibri"/>
                <a:ea typeface="Calibri"/>
                <a:cs typeface="Calibri"/>
                <a:sym typeface="Calibri"/>
              </a:rPr>
              <a:t>Timeline of cryptography</a:t>
            </a:r>
            <a:endParaRPr/>
          </a:p>
        </p:txBody>
      </p:sp>
      <p:sp>
        <p:nvSpPr>
          <p:cNvPr id="558" name="Google Shape;558;p33"/>
          <p:cNvSpPr txBox="1"/>
          <p:nvPr>
            <p:ph idx="1" type="body"/>
          </p:nvPr>
        </p:nvSpPr>
        <p:spPr>
          <a:xfrm>
            <a:off x="468312" y="1668462"/>
            <a:ext cx="7886700" cy="4511675"/>
          </a:xfrm>
          <a:prstGeom prst="rect">
            <a:avLst/>
          </a:prstGeom>
          <a:noFill/>
          <a:ln>
            <a:noFill/>
          </a:ln>
        </p:spPr>
        <p:txBody>
          <a:bodyPr anchorCtr="0" anchor="t" bIns="45700" lIns="91425" spcFirstLastPara="1" rIns="91425" wrap="square" tIns="45700">
            <a:noAutofit/>
          </a:bodyPr>
          <a:lstStyle/>
          <a:p>
            <a:pPr indent="-171450" lvl="0" marL="171450" marR="0" rtl="0" algn="l">
              <a:lnSpc>
                <a:spcPct val="90000"/>
              </a:lnSpc>
              <a:spcBef>
                <a:spcPts val="0"/>
              </a:spcBef>
              <a:spcAft>
                <a:spcPts val="0"/>
              </a:spcAft>
              <a:buClr>
                <a:srgbClr val="0000FF"/>
              </a:buClr>
              <a:buSzPts val="2600"/>
              <a:buFont typeface="Arial"/>
              <a:buChar char="•"/>
            </a:pPr>
            <a:r>
              <a:rPr b="0" i="0" lang="en-US" sz="2600" u="none">
                <a:solidFill>
                  <a:srgbClr val="0000FF"/>
                </a:solidFill>
                <a:latin typeface="Calibri"/>
                <a:ea typeface="Calibri"/>
                <a:cs typeface="Calibri"/>
                <a:sym typeface="Calibri"/>
              </a:rPr>
              <a:t>Crypto timeline</a:t>
            </a:r>
            <a:endParaRPr/>
          </a:p>
          <a:p>
            <a:pPr indent="-171450" lvl="1" marL="514350" marR="0" rtl="0" algn="l">
              <a:lnSpc>
                <a:spcPct val="90000"/>
              </a:lnSpc>
              <a:spcBef>
                <a:spcPts val="300"/>
              </a:spcBef>
              <a:spcAft>
                <a:spcPts val="0"/>
              </a:spcAft>
              <a:buClr>
                <a:schemeClr val="dk1"/>
              </a:buClr>
              <a:buSzPts val="2000"/>
              <a:buFont typeface="Arial"/>
              <a:buChar char="•"/>
            </a:pPr>
            <a:r>
              <a:rPr b="0" i="0" lang="en-US" sz="2000" u="sng" cap="none" strike="noStrike">
                <a:solidFill>
                  <a:schemeClr val="dk1"/>
                </a:solidFill>
                <a:latin typeface="Calibri"/>
                <a:ea typeface="Calibri"/>
                <a:cs typeface="Calibri"/>
                <a:sym typeface="Calibri"/>
                <a:hlinkClick r:id="rId3">
                  <a:extLst>
                    <a:ext uri="{A12FA001-AC4F-418D-AE19-62706E023703}">
                      <ahyp:hlinkClr val="tx"/>
                    </a:ext>
                  </a:extLst>
                </a:hlinkClick>
              </a:rPr>
              <a:t>Answers.com</a:t>
            </a:r>
            <a:endParaRPr/>
          </a:p>
          <a:p>
            <a:pPr indent="-171450" lvl="1" marL="514350" marR="0" rtl="0" algn="l">
              <a:lnSpc>
                <a:spcPct val="90000"/>
              </a:lnSpc>
              <a:spcBef>
                <a:spcPts val="300"/>
              </a:spcBef>
              <a:spcAft>
                <a:spcPts val="0"/>
              </a:spcAft>
              <a:buClr>
                <a:schemeClr val="dk1"/>
              </a:buClr>
              <a:buSzPts val="2000"/>
              <a:buFont typeface="Arial"/>
              <a:buChar char="•"/>
            </a:pPr>
            <a:r>
              <a:rPr b="0" i="0" lang="en-US" sz="2000" u="sng" cap="none" strike="noStrike">
                <a:solidFill>
                  <a:schemeClr val="dk1"/>
                </a:solidFill>
                <a:latin typeface="Calibri"/>
                <a:ea typeface="Calibri"/>
                <a:cs typeface="Calibri"/>
                <a:sym typeface="Calibri"/>
                <a:hlinkClick r:id="rId4">
                  <a:extLst>
                    <a:ext uri="{A12FA001-AC4F-418D-AE19-62706E023703}">
                      <ahyp:hlinkClr val="tx"/>
                    </a:ext>
                  </a:extLst>
                </a:hlinkClick>
              </a:rPr>
              <a:t>Wikipedia</a:t>
            </a:r>
            <a:endParaRPr/>
          </a:p>
          <a:p>
            <a:pPr indent="-171450" lvl="0" marL="171450" marR="0" rtl="0" algn="l">
              <a:lnSpc>
                <a:spcPct val="90000"/>
              </a:lnSpc>
              <a:spcBef>
                <a:spcPts val="700"/>
              </a:spcBef>
              <a:spcAft>
                <a:spcPts val="0"/>
              </a:spcAft>
              <a:buClr>
                <a:schemeClr val="dk1"/>
              </a:buClr>
              <a:buSzPts val="2600"/>
              <a:buFont typeface="Arial"/>
              <a:buChar char="•"/>
            </a:pPr>
            <a:r>
              <a:rPr b="0" i="0" lang="en-US" sz="2600" u="none">
                <a:solidFill>
                  <a:schemeClr val="dk1"/>
                </a:solidFill>
                <a:latin typeface="Calibri"/>
                <a:ea typeface="Calibri"/>
                <a:cs typeface="Calibri"/>
                <a:sym typeface="Calibri"/>
              </a:rPr>
              <a:t>BCE</a:t>
            </a:r>
            <a:endParaRPr/>
          </a:p>
          <a:p>
            <a:pPr indent="-171450" lvl="1" marL="514350" marR="0" rtl="0" algn="l">
              <a:lnSpc>
                <a:spcPct val="90000"/>
              </a:lnSpc>
              <a:spcBef>
                <a:spcPts val="300"/>
              </a:spcBef>
              <a:spcAft>
                <a:spcPts val="0"/>
              </a:spcAft>
              <a:buClr>
                <a:schemeClr val="dk1"/>
              </a:buClr>
              <a:buSzPts val="2200"/>
              <a:buFont typeface="Arial"/>
              <a:buChar char="•"/>
            </a:pPr>
            <a:r>
              <a:rPr b="0" i="0" lang="en-US" sz="2200" u="none" cap="none" strike="noStrike">
                <a:solidFill>
                  <a:schemeClr val="dk1"/>
                </a:solidFill>
                <a:latin typeface="Calibri"/>
                <a:ea typeface="Calibri"/>
                <a:cs typeface="Calibri"/>
                <a:sym typeface="Calibri"/>
              </a:rPr>
              <a:t>400 - Spartan use of scytale [saiteil]</a:t>
            </a:r>
            <a:r>
              <a:rPr b="1" i="0" lang="en-US" sz="2200" u="none" cap="none" strike="noStrike">
                <a:solidFill>
                  <a:schemeClr val="dk1"/>
                </a:solidFill>
                <a:latin typeface="Calibri"/>
                <a:ea typeface="Calibri"/>
                <a:cs typeface="Calibri"/>
                <a:sym typeface="Calibri"/>
              </a:rPr>
              <a:t> </a:t>
            </a:r>
            <a:br>
              <a:rPr b="1" i="0" lang="en-US" sz="2200" u="none" cap="none" strike="noStrike">
                <a:solidFill>
                  <a:schemeClr val="dk1"/>
                </a:solidFill>
                <a:latin typeface="Calibri"/>
                <a:ea typeface="Calibri"/>
                <a:cs typeface="Calibri"/>
                <a:sym typeface="Calibri"/>
              </a:rPr>
            </a:br>
            <a:r>
              <a:rPr b="0" i="0" lang="en-US" sz="2200" u="sng" cap="none" strike="noStrike">
                <a:solidFill>
                  <a:srgbClr val="FF0000"/>
                </a:solidFill>
                <a:latin typeface="Calibri"/>
                <a:ea typeface="Calibri"/>
                <a:cs typeface="Calibri"/>
                <a:sym typeface="Calibri"/>
              </a:rPr>
              <a:t>Transposition cipher</a:t>
            </a:r>
            <a:r>
              <a:rPr b="0" i="0" lang="en-US" sz="2200" u="none" cap="none" strike="noStrike">
                <a:solidFill>
                  <a:schemeClr val="dk1"/>
                </a:solidFill>
                <a:latin typeface="Calibri"/>
                <a:ea typeface="Calibri"/>
                <a:cs typeface="Calibri"/>
                <a:sym typeface="Calibri"/>
              </a:rPr>
              <a:t> </a:t>
            </a:r>
            <a:endParaRPr/>
          </a:p>
        </p:txBody>
      </p:sp>
      <p:sp>
        <p:nvSpPr>
          <p:cNvPr id="559" name="Google Shape;559;p33"/>
          <p:cNvSpPr txBox="1"/>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900"/>
              <a:buFont typeface="Gill Sans"/>
              <a:buNone/>
            </a:pPr>
            <a:r>
              <a:rPr b="0" i="0" lang="en-US" sz="900" u="none">
                <a:solidFill>
                  <a:schemeClr val="accent2"/>
                </a:solidFill>
                <a:latin typeface="Gill Sans"/>
                <a:ea typeface="Gill Sans"/>
                <a:cs typeface="Gill Sans"/>
                <a:sym typeface="Gill Sans"/>
              </a:rPr>
              <a:t>*</a:t>
            </a:r>
            <a:endParaRPr/>
          </a:p>
        </p:txBody>
      </p:sp>
      <p:sp>
        <p:nvSpPr>
          <p:cNvPr id="560" name="Google Shape;560;p33"/>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Gill Sans"/>
              <a:buNone/>
            </a:pPr>
            <a:r>
              <a:rPr b="0" i="0" lang="en-US" sz="900" u="none">
                <a:solidFill>
                  <a:srgbClr val="898989"/>
                </a:solidFill>
                <a:latin typeface="Gill Sans"/>
                <a:ea typeface="Gill Sans"/>
                <a:cs typeface="Gill Sans"/>
                <a:sym typeface="Gill Sans"/>
              </a:rPr>
              <a:t>Chapter 2 Crypto Basics.     Dr. Muhammad Iqbal Hossain</a:t>
            </a:r>
            <a:endParaRPr/>
          </a:p>
        </p:txBody>
      </p:sp>
      <p:sp>
        <p:nvSpPr>
          <p:cNvPr id="561" name="Google Shape;561;p33"/>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pic>
        <p:nvPicPr>
          <p:cNvPr descr="CQRC_33" id="562" name="Google Shape;562;p33"/>
          <p:cNvPicPr preferRelativeResize="0"/>
          <p:nvPr/>
        </p:nvPicPr>
        <p:blipFill rotWithShape="1">
          <a:blip r:embed="rId5">
            <a:alphaModFix/>
          </a:blip>
          <a:srcRect b="0" l="0" r="0" t="0"/>
          <a:stretch/>
        </p:blipFill>
        <p:spPr>
          <a:xfrm>
            <a:off x="5357812" y="4143375"/>
            <a:ext cx="1857375" cy="185737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34"/>
          <p:cNvSpPr txBox="1"/>
          <p:nvPr>
            <p:ph type="title"/>
          </p:nvPr>
        </p:nvSpPr>
        <p:spPr>
          <a:xfrm>
            <a:off x="468312" y="303212"/>
            <a:ext cx="7886700" cy="1163637"/>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300"/>
              <a:buFont typeface="Calibri"/>
              <a:buNone/>
            </a:pPr>
            <a:r>
              <a:rPr b="0" i="0" lang="en-US" sz="3300" u="none">
                <a:solidFill>
                  <a:schemeClr val="lt1"/>
                </a:solidFill>
                <a:latin typeface="Calibri"/>
                <a:ea typeface="Calibri"/>
                <a:cs typeface="Calibri"/>
                <a:sym typeface="Calibri"/>
              </a:rPr>
              <a:t>Timeline of cryptography</a:t>
            </a:r>
            <a:endParaRPr/>
          </a:p>
        </p:txBody>
      </p:sp>
      <p:sp>
        <p:nvSpPr>
          <p:cNvPr id="568" name="Google Shape;568;p34"/>
          <p:cNvSpPr txBox="1"/>
          <p:nvPr>
            <p:ph idx="1" type="body"/>
          </p:nvPr>
        </p:nvSpPr>
        <p:spPr>
          <a:xfrm>
            <a:off x="581025" y="2360612"/>
            <a:ext cx="7989887" cy="3632200"/>
          </a:xfrm>
          <a:prstGeom prst="rect">
            <a:avLst/>
          </a:prstGeom>
          <a:noFill/>
          <a:ln>
            <a:noFill/>
          </a:ln>
        </p:spPr>
        <p:txBody>
          <a:bodyPr anchorCtr="0" anchor="t" bIns="45700" lIns="91425" spcFirstLastPara="1" rIns="91425" wrap="square" tIns="45700">
            <a:normAutofit/>
          </a:bodyPr>
          <a:lstStyle/>
          <a:p>
            <a:pPr indent="-171450" lvl="0" marL="171450" marR="0" rtl="0" algn="l">
              <a:lnSpc>
                <a:spcPct val="80000"/>
              </a:lnSpc>
              <a:spcBef>
                <a:spcPts val="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BCE</a:t>
            </a:r>
            <a:endParaRPr/>
          </a:p>
          <a:p>
            <a:pPr indent="-171450" lvl="1" marL="514350" marR="0" rtl="0" algn="l">
              <a:lnSpc>
                <a:spcPct val="80000"/>
              </a:lnSpc>
              <a:spcBef>
                <a:spcPts val="30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400 – </a:t>
            </a:r>
            <a:r>
              <a:rPr b="0" i="0" lang="en-US" sz="1800" u="sng" cap="none" strike="noStrike">
                <a:solidFill>
                  <a:schemeClr val="dk1"/>
                </a:solidFill>
                <a:latin typeface="Calibri"/>
                <a:ea typeface="Calibri"/>
                <a:cs typeface="Calibri"/>
                <a:sym typeface="Calibri"/>
              </a:rPr>
              <a:t>Herodotus:</a:t>
            </a:r>
            <a:r>
              <a:rPr b="0" i="0" lang="en-US" sz="1800" u="none" cap="none" strike="noStrike">
                <a:solidFill>
                  <a:schemeClr val="dk1"/>
                </a:solidFill>
                <a:latin typeface="Calibri"/>
                <a:ea typeface="Calibri"/>
                <a:cs typeface="Calibri"/>
                <a:sym typeface="Calibri"/>
              </a:rPr>
              <a:t> </a:t>
            </a:r>
            <a:r>
              <a:rPr b="0" i="0" lang="en-US" sz="1800" u="none" cap="none" strike="noStrike">
                <a:solidFill>
                  <a:srgbClr val="FF0000"/>
                </a:solidFill>
                <a:latin typeface="Calibri"/>
                <a:ea typeface="Calibri"/>
                <a:cs typeface="Calibri"/>
                <a:sym typeface="Calibri"/>
              </a:rPr>
              <a:t>steganography</a:t>
            </a:r>
            <a:r>
              <a:rPr b="0" i="0" lang="en-US" sz="1800" u="none" cap="none" strike="noStrike">
                <a:solidFill>
                  <a:schemeClr val="dk1"/>
                </a:solidFill>
                <a:latin typeface="Calibri"/>
                <a:ea typeface="Calibri"/>
                <a:cs typeface="Calibri"/>
                <a:sym typeface="Calibri"/>
              </a:rPr>
              <a:t> </a:t>
            </a:r>
            <a:endParaRPr/>
          </a:p>
          <a:p>
            <a:pPr indent="-171450" lvl="2" marL="857250" marR="0" rtl="0" algn="l">
              <a:lnSpc>
                <a:spcPct val="80000"/>
              </a:lnSpc>
              <a:spcBef>
                <a:spcPts val="30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Shaved slave’s head</a:t>
            </a:r>
            <a:br>
              <a:rPr b="0" i="0" lang="en-US" sz="1800" u="none" cap="none" strike="noStrike">
                <a:solidFill>
                  <a:schemeClr val="dk1"/>
                </a:solidFill>
                <a:latin typeface="Calibri"/>
                <a:ea typeface="Calibri"/>
                <a:cs typeface="Calibri"/>
                <a:sym typeface="Calibri"/>
              </a:rPr>
            </a:br>
            <a:r>
              <a:rPr b="0" i="0" lang="en-US" sz="2000" u="none" cap="none" strike="noStrike">
                <a:solidFill>
                  <a:schemeClr val="dk1"/>
                </a:solidFill>
                <a:latin typeface="Calibri"/>
                <a:ea typeface="Calibri"/>
                <a:cs typeface="Calibri"/>
                <a:sym typeface="Calibri"/>
              </a:rPr>
              <a:t>(tattoo on shaved head)</a:t>
            </a:r>
            <a:endParaRPr/>
          </a:p>
          <a:p>
            <a:pPr indent="-171450" lvl="2" marL="857250" marR="0" rtl="0" algn="l">
              <a:lnSpc>
                <a:spcPct val="80000"/>
              </a:lnSpc>
              <a:spcBef>
                <a:spcPts val="30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Wrote message on head</a:t>
            </a:r>
            <a:endParaRPr/>
          </a:p>
          <a:p>
            <a:pPr indent="-171450" lvl="2" marL="857250" marR="0" rtl="0" algn="l">
              <a:lnSpc>
                <a:spcPct val="80000"/>
              </a:lnSpc>
              <a:spcBef>
                <a:spcPts val="30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Let hair grow back</a:t>
            </a:r>
            <a:endParaRPr/>
          </a:p>
          <a:p>
            <a:pPr indent="-171450" lvl="2" marL="857250" marR="0" rtl="0" algn="l">
              <a:lnSpc>
                <a:spcPct val="80000"/>
              </a:lnSpc>
              <a:spcBef>
                <a:spcPts val="30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Send slave to deliver message</a:t>
            </a:r>
            <a:endParaRPr/>
          </a:p>
          <a:p>
            <a:pPr indent="-171450" lvl="2" marL="857250" marR="0" rtl="0" algn="l">
              <a:lnSpc>
                <a:spcPct val="80000"/>
              </a:lnSpc>
              <a:spcBef>
                <a:spcPts val="30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Shave slave’s head to expose message </a:t>
            </a:r>
            <a:br>
              <a:rPr b="0" i="0" lang="en-US" sz="1800" u="none" cap="none" strike="noStrike">
                <a:solidFill>
                  <a:schemeClr val="dk1"/>
                </a:solidFill>
                <a:latin typeface="Calibri"/>
                <a:ea typeface="Calibri"/>
                <a:cs typeface="Calibri"/>
                <a:sym typeface="Calibri"/>
              </a:rPr>
            </a:br>
            <a:r>
              <a:rPr b="0" i="0" lang="en-US" sz="1800" u="none" cap="none" strike="noStrike">
                <a:solidFill>
                  <a:schemeClr val="dk1"/>
                </a:solidFill>
                <a:latin typeface="Calibri"/>
                <a:ea typeface="Calibri"/>
                <a:cs typeface="Calibri"/>
                <a:sym typeface="Calibri"/>
              </a:rPr>
              <a:t>(warning of Persian invasion)</a:t>
            </a:r>
            <a:endParaRPr/>
          </a:p>
          <a:p>
            <a:pPr indent="-171450" lvl="2" marL="857250" marR="0" rtl="0" algn="l">
              <a:lnSpc>
                <a:spcPct val="80000"/>
              </a:lnSpc>
              <a:spcBef>
                <a:spcPts val="300"/>
              </a:spcBef>
              <a:spcAft>
                <a:spcPts val="0"/>
              </a:spcAft>
              <a:buClr>
                <a:srgbClr val="FF0000"/>
              </a:buClr>
              <a:buSzPts val="1800"/>
              <a:buFont typeface="Arial"/>
              <a:buChar char="•"/>
            </a:pPr>
            <a:r>
              <a:rPr b="0" i="0" lang="en-US" sz="1800" u="none" cap="none" strike="noStrike">
                <a:solidFill>
                  <a:srgbClr val="FF0000"/>
                </a:solidFill>
                <a:latin typeface="Calibri"/>
                <a:ea typeface="Calibri"/>
                <a:cs typeface="Calibri"/>
                <a:sym typeface="Calibri"/>
              </a:rPr>
              <a:t>Historically, Steganography </a:t>
            </a:r>
            <a:br>
              <a:rPr b="0" i="0" lang="en-US" sz="1800" u="none" cap="none" strike="noStrike">
                <a:solidFill>
                  <a:srgbClr val="FF0000"/>
                </a:solidFill>
                <a:latin typeface="Calibri"/>
                <a:ea typeface="Calibri"/>
                <a:cs typeface="Calibri"/>
                <a:sym typeface="Calibri"/>
              </a:rPr>
            </a:br>
            <a:r>
              <a:rPr b="0" i="0" lang="en-US" sz="1800" u="none" cap="none" strike="noStrike">
                <a:solidFill>
                  <a:srgbClr val="FF0000"/>
                </a:solidFill>
                <a:latin typeface="Calibri"/>
                <a:ea typeface="Calibri"/>
                <a:cs typeface="Calibri"/>
                <a:sym typeface="Calibri"/>
              </a:rPr>
              <a:t>has been used more than cryptography!</a:t>
            </a:r>
            <a:endParaRPr b="0" i="0" sz="1600" u="none" cap="none" strike="noStrike">
              <a:solidFill>
                <a:schemeClr val="dk1"/>
              </a:solidFill>
              <a:latin typeface="Calibri"/>
              <a:ea typeface="Calibri"/>
              <a:cs typeface="Calibri"/>
              <a:sym typeface="Calibri"/>
            </a:endParaRPr>
          </a:p>
          <a:p>
            <a:pPr indent="-171450" lvl="1" marL="514350" marR="0" rtl="0" algn="l">
              <a:lnSpc>
                <a:spcPct val="80000"/>
              </a:lnSpc>
              <a:spcBef>
                <a:spcPts val="30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100-1 CE - Caeser cipher.</a:t>
            </a:r>
            <a:r>
              <a:rPr b="0" i="0" lang="en-US" sz="1800" u="sng" cap="none" strike="noStrike">
                <a:solidFill>
                  <a:srgbClr val="FF0000"/>
                </a:solidFill>
                <a:latin typeface="Calibri"/>
                <a:ea typeface="Calibri"/>
                <a:cs typeface="Calibri"/>
                <a:sym typeface="Calibri"/>
              </a:rPr>
              <a:t> </a:t>
            </a:r>
            <a:br>
              <a:rPr b="0" i="0" lang="en-US" sz="1800" u="sng" cap="none" strike="noStrike">
                <a:solidFill>
                  <a:srgbClr val="FF0000"/>
                </a:solidFill>
                <a:latin typeface="Calibri"/>
                <a:ea typeface="Calibri"/>
                <a:cs typeface="Calibri"/>
                <a:sym typeface="Calibri"/>
              </a:rPr>
            </a:br>
            <a:r>
              <a:rPr b="0" i="0" lang="en-US" sz="1800" u="sng" cap="none" strike="noStrike">
                <a:solidFill>
                  <a:srgbClr val="FF0000"/>
                </a:solidFill>
                <a:latin typeface="Calibri"/>
                <a:ea typeface="Calibri"/>
                <a:cs typeface="Calibri"/>
                <a:sym typeface="Calibri"/>
              </a:rPr>
              <a:t>Substitution cipher</a:t>
            </a:r>
            <a:endParaRPr/>
          </a:p>
        </p:txBody>
      </p:sp>
      <p:sp>
        <p:nvSpPr>
          <p:cNvPr id="569" name="Google Shape;569;p34"/>
          <p:cNvSpPr txBox="1"/>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900"/>
              <a:buFont typeface="Gill Sans"/>
              <a:buNone/>
            </a:pPr>
            <a:r>
              <a:rPr b="0" i="0" lang="en-US" sz="900" u="none">
                <a:solidFill>
                  <a:schemeClr val="accent2"/>
                </a:solidFill>
                <a:latin typeface="Gill Sans"/>
                <a:ea typeface="Gill Sans"/>
                <a:cs typeface="Gill Sans"/>
                <a:sym typeface="Gill Sans"/>
              </a:rPr>
              <a:t>*</a:t>
            </a:r>
            <a:endParaRPr/>
          </a:p>
        </p:txBody>
      </p:sp>
      <p:sp>
        <p:nvSpPr>
          <p:cNvPr id="570" name="Google Shape;570;p34"/>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Gill Sans"/>
              <a:buNone/>
            </a:pPr>
            <a:r>
              <a:rPr b="0" i="0" lang="en-US" sz="900" u="none">
                <a:solidFill>
                  <a:srgbClr val="898989"/>
                </a:solidFill>
                <a:latin typeface="Gill Sans"/>
                <a:ea typeface="Gill Sans"/>
                <a:cs typeface="Gill Sans"/>
                <a:sym typeface="Gill Sans"/>
              </a:rPr>
              <a:t>Chapter 2 Crypto Basics.     Dr. Muhammad Iqbal Hossain</a:t>
            </a:r>
            <a:endParaRPr/>
          </a:p>
        </p:txBody>
      </p:sp>
      <p:sp>
        <p:nvSpPr>
          <p:cNvPr id="571" name="Google Shape;571;p34"/>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pic>
        <p:nvPicPr>
          <p:cNvPr descr="C:\Documents and Settings\PC2\바탕 화면\AGMA_H%C3%A9rodote.jpg" id="572" name="Google Shape;572;p34"/>
          <p:cNvPicPr preferRelativeResize="0"/>
          <p:nvPr/>
        </p:nvPicPr>
        <p:blipFill rotWithShape="1">
          <a:blip r:embed="rId3">
            <a:alphaModFix/>
          </a:blip>
          <a:srcRect b="0" l="0" r="0" t="0"/>
          <a:stretch/>
        </p:blipFill>
        <p:spPr>
          <a:xfrm>
            <a:off x="6500812" y="1571625"/>
            <a:ext cx="1928812" cy="2398712"/>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35"/>
          <p:cNvSpPr txBox="1"/>
          <p:nvPr>
            <p:ph type="title"/>
          </p:nvPr>
        </p:nvSpPr>
        <p:spPr>
          <a:xfrm>
            <a:off x="468312" y="303212"/>
            <a:ext cx="7886700" cy="1163637"/>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300"/>
              <a:buFont typeface="Calibri"/>
              <a:buNone/>
            </a:pPr>
            <a:r>
              <a:rPr b="0" i="0" lang="en-US" sz="3300" u="none">
                <a:solidFill>
                  <a:schemeClr val="lt1"/>
                </a:solidFill>
                <a:latin typeface="Calibri"/>
                <a:ea typeface="Calibri"/>
                <a:cs typeface="Calibri"/>
                <a:sym typeface="Calibri"/>
              </a:rPr>
              <a:t>Timeline of cryptography</a:t>
            </a:r>
            <a:endParaRPr/>
          </a:p>
        </p:txBody>
      </p:sp>
      <p:sp>
        <p:nvSpPr>
          <p:cNvPr id="578" name="Google Shape;578;p35"/>
          <p:cNvSpPr txBox="1"/>
          <p:nvPr>
            <p:ph idx="1" type="body"/>
          </p:nvPr>
        </p:nvSpPr>
        <p:spPr>
          <a:xfrm>
            <a:off x="468312" y="1668462"/>
            <a:ext cx="7886700" cy="4511675"/>
          </a:xfrm>
          <a:prstGeom prst="rect">
            <a:avLst/>
          </a:prstGeom>
          <a:noFill/>
          <a:ln>
            <a:noFill/>
          </a:ln>
        </p:spPr>
        <p:txBody>
          <a:bodyPr anchorCtr="0" anchor="t" bIns="45700" lIns="91425" spcFirstLastPara="1" rIns="91425" wrap="square" tIns="45700">
            <a:noAutofit/>
          </a:bodyPr>
          <a:lstStyle/>
          <a:p>
            <a:pPr indent="-304800" lvl="0" marL="304800" marR="0" rtl="0" algn="l">
              <a:lnSpc>
                <a:spcPct val="90000"/>
              </a:lnSpc>
              <a:spcBef>
                <a:spcPts val="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1-1799 CE</a:t>
            </a:r>
            <a:endParaRPr/>
          </a:p>
          <a:p>
            <a:pPr indent="-304800" lvl="1" marL="628650" marR="0" rtl="0" algn="l">
              <a:lnSpc>
                <a:spcPct val="90000"/>
              </a:lnSpc>
              <a:spcBef>
                <a:spcPts val="30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1000 - </a:t>
            </a:r>
            <a:r>
              <a:rPr b="0" i="0" lang="en-US" sz="2000" u="sng" cap="none" strike="noStrike">
                <a:solidFill>
                  <a:schemeClr val="dk1"/>
                </a:solidFill>
                <a:latin typeface="Calibri"/>
                <a:ea typeface="Calibri"/>
                <a:cs typeface="Calibri"/>
                <a:sym typeface="Calibri"/>
              </a:rPr>
              <a:t>Frequency analysis: </a:t>
            </a:r>
            <a:r>
              <a:rPr b="0" i="0" lang="en-US" sz="2000" u="none" cap="none" strike="noStrike">
                <a:solidFill>
                  <a:schemeClr val="dk1"/>
                </a:solidFill>
                <a:latin typeface="Calibri"/>
                <a:ea typeface="Calibri"/>
                <a:cs typeface="Calibri"/>
                <a:sym typeface="Calibri"/>
              </a:rPr>
              <a:t>leading to </a:t>
            </a:r>
            <a:br>
              <a:rPr b="0" i="0" lang="en-US" sz="2000" u="none" cap="none" strike="noStrike">
                <a:solidFill>
                  <a:schemeClr val="dk1"/>
                </a:solidFill>
                <a:latin typeface="Calibri"/>
                <a:ea typeface="Calibri"/>
                <a:cs typeface="Calibri"/>
                <a:sym typeface="Calibri"/>
              </a:rPr>
            </a:br>
            <a:r>
              <a:rPr b="0" i="0" lang="en-US" sz="2000" u="none" cap="none" strike="noStrike">
                <a:solidFill>
                  <a:schemeClr val="dk1"/>
                </a:solidFill>
                <a:latin typeface="Calibri"/>
                <a:ea typeface="Calibri"/>
                <a:cs typeface="Calibri"/>
                <a:sym typeface="Calibri"/>
              </a:rPr>
              <a:t>techniques for breaking monoalphabetic </a:t>
            </a:r>
            <a:br>
              <a:rPr b="0" i="0" lang="en-US" sz="2000" u="none" cap="none" strike="noStrike">
                <a:solidFill>
                  <a:schemeClr val="dk1"/>
                </a:solidFill>
                <a:latin typeface="Calibri"/>
                <a:ea typeface="Calibri"/>
                <a:cs typeface="Calibri"/>
                <a:sym typeface="Calibri"/>
              </a:rPr>
            </a:br>
            <a:r>
              <a:rPr b="0" i="0" lang="en-US" sz="2000" u="none" cap="none" strike="noStrike">
                <a:solidFill>
                  <a:schemeClr val="dk1"/>
                </a:solidFill>
                <a:latin typeface="Calibri"/>
                <a:ea typeface="Calibri"/>
                <a:cs typeface="Calibri"/>
                <a:sym typeface="Calibri"/>
              </a:rPr>
              <a:t>substitution ciphers</a:t>
            </a:r>
            <a:endParaRPr/>
          </a:p>
          <a:p>
            <a:pPr indent="-304800" lvl="1" marL="628650" marR="0" rtl="0" algn="l">
              <a:lnSpc>
                <a:spcPct val="90000"/>
              </a:lnSpc>
              <a:spcBef>
                <a:spcPts val="30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1553 - </a:t>
            </a:r>
            <a:r>
              <a:rPr b="0" i="0" lang="en-US" sz="2000" u="sng" cap="none" strike="noStrike">
                <a:solidFill>
                  <a:schemeClr val="dk1"/>
                </a:solidFill>
                <a:latin typeface="Calibri"/>
                <a:ea typeface="Calibri"/>
                <a:cs typeface="Calibri"/>
                <a:sym typeface="Calibri"/>
                <a:hlinkClick r:id="rId3">
                  <a:extLst>
                    <a:ext uri="{A12FA001-AC4F-418D-AE19-62706E023703}">
                      <ahyp:hlinkClr val="tx"/>
                    </a:ext>
                  </a:extLst>
                </a:hlinkClick>
              </a:rPr>
              <a:t>Vigenère cipher</a:t>
            </a:r>
            <a:r>
              <a:rPr b="0" i="0" lang="en-US" sz="2000" u="none" cap="none" strike="noStrike">
                <a:solidFill>
                  <a:schemeClr val="dk1"/>
                </a:solidFill>
                <a:latin typeface="Calibri"/>
                <a:ea typeface="Calibri"/>
                <a:cs typeface="Calibri"/>
                <a:sym typeface="Calibri"/>
              </a:rPr>
              <a:t> (invented by Belaso)</a:t>
            </a:r>
            <a:endParaRPr/>
          </a:p>
          <a:p>
            <a:pPr indent="-269875" lvl="2" marL="898525" marR="0" rtl="0" algn="l">
              <a:lnSpc>
                <a:spcPct val="90000"/>
              </a:lnSpc>
              <a:spcBef>
                <a:spcPts val="30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Plaintext:     ATTACKATDAWN </a:t>
            </a:r>
            <a:br>
              <a:rPr b="0" i="0" lang="en-US" sz="2000" u="none" cap="none" strike="noStrike">
                <a:solidFill>
                  <a:schemeClr val="dk1"/>
                </a:solidFill>
                <a:latin typeface="Calibri"/>
                <a:ea typeface="Calibri"/>
                <a:cs typeface="Calibri"/>
                <a:sym typeface="Calibri"/>
              </a:rPr>
            </a:br>
            <a:r>
              <a:rPr b="0" i="0" lang="en-US" sz="2000" u="none" cap="none" strike="noStrike">
                <a:solidFill>
                  <a:schemeClr val="dk1"/>
                </a:solidFill>
                <a:latin typeface="Calibri"/>
                <a:ea typeface="Calibri"/>
                <a:cs typeface="Calibri"/>
                <a:sym typeface="Calibri"/>
              </a:rPr>
              <a:t>Key:              LEMONLEMONLE </a:t>
            </a:r>
            <a:br>
              <a:rPr b="0" i="0" lang="en-US" sz="2000" u="none" cap="none" strike="noStrike">
                <a:solidFill>
                  <a:schemeClr val="dk1"/>
                </a:solidFill>
                <a:latin typeface="Calibri"/>
                <a:ea typeface="Calibri"/>
                <a:cs typeface="Calibri"/>
                <a:sym typeface="Calibri"/>
              </a:rPr>
            </a:br>
            <a:r>
              <a:rPr b="0" i="0" lang="en-US" sz="2000" u="none" cap="none" strike="noStrike">
                <a:solidFill>
                  <a:schemeClr val="dk1"/>
                </a:solidFill>
                <a:latin typeface="Calibri"/>
                <a:ea typeface="Calibri"/>
                <a:cs typeface="Calibri"/>
                <a:sym typeface="Calibri"/>
              </a:rPr>
              <a:t>Ciphertext:   LXFOPVEFRNHR </a:t>
            </a:r>
            <a:endParaRPr/>
          </a:p>
          <a:p>
            <a:pPr indent="-304800" lvl="1" marL="628650" marR="0" rtl="0" algn="l">
              <a:lnSpc>
                <a:spcPct val="90000"/>
              </a:lnSpc>
              <a:spcBef>
                <a:spcPts val="30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1645 - Wilkins' </a:t>
            </a:r>
            <a:r>
              <a:rPr b="0" i="1" lang="en-US" sz="2000" u="none" cap="none" strike="noStrike">
                <a:solidFill>
                  <a:schemeClr val="dk1"/>
                </a:solidFill>
                <a:latin typeface="Calibri"/>
                <a:ea typeface="Calibri"/>
                <a:cs typeface="Calibri"/>
                <a:sym typeface="Calibri"/>
              </a:rPr>
              <a:t>Mercury</a:t>
            </a:r>
            <a:r>
              <a:rPr b="0" i="0" lang="en-US" sz="2000" u="none" cap="none" strike="noStrike">
                <a:solidFill>
                  <a:schemeClr val="dk1"/>
                </a:solidFill>
                <a:latin typeface="Calibri"/>
                <a:ea typeface="Calibri"/>
                <a:cs typeface="Calibri"/>
                <a:sym typeface="Calibri"/>
              </a:rPr>
              <a:t>  (English book on cryptology</a:t>
            </a:r>
            <a:r>
              <a:rPr b="0" i="0" lang="en-US" sz="3400" u="none" cap="none" strike="noStrike">
                <a:solidFill>
                  <a:schemeClr val="dk1"/>
                </a:solidFill>
                <a:latin typeface="Calibri"/>
                <a:ea typeface="Calibri"/>
                <a:cs typeface="Calibri"/>
                <a:sym typeface="Calibri"/>
              </a:rPr>
              <a:t>) </a:t>
            </a:r>
            <a:endParaRPr/>
          </a:p>
        </p:txBody>
      </p:sp>
      <p:sp>
        <p:nvSpPr>
          <p:cNvPr id="579" name="Google Shape;579;p35"/>
          <p:cNvSpPr txBox="1"/>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900"/>
              <a:buFont typeface="Gill Sans"/>
              <a:buNone/>
            </a:pPr>
            <a:r>
              <a:rPr b="0" i="0" lang="en-US" sz="900" u="none">
                <a:solidFill>
                  <a:schemeClr val="accent2"/>
                </a:solidFill>
                <a:latin typeface="Gill Sans"/>
                <a:ea typeface="Gill Sans"/>
                <a:cs typeface="Gill Sans"/>
                <a:sym typeface="Gill Sans"/>
              </a:rPr>
              <a:t>*</a:t>
            </a:r>
            <a:endParaRPr/>
          </a:p>
        </p:txBody>
      </p:sp>
      <p:sp>
        <p:nvSpPr>
          <p:cNvPr id="580" name="Google Shape;580;p35"/>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Gill Sans"/>
              <a:buNone/>
            </a:pPr>
            <a:r>
              <a:rPr b="0" i="0" lang="en-US" sz="900" u="none">
                <a:solidFill>
                  <a:srgbClr val="898989"/>
                </a:solidFill>
                <a:latin typeface="Gill Sans"/>
                <a:ea typeface="Gill Sans"/>
                <a:cs typeface="Gill Sans"/>
                <a:sym typeface="Gill Sans"/>
              </a:rPr>
              <a:t>Chapter 2 Crypto Basics.     Dr. Muhammad Iqbal Hossain</a:t>
            </a:r>
            <a:endParaRPr/>
          </a:p>
        </p:txBody>
      </p:sp>
      <p:sp>
        <p:nvSpPr>
          <p:cNvPr id="581" name="Google Shape;581;p35"/>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pic>
        <p:nvPicPr>
          <p:cNvPr descr="Image:Confederate cipher disk.jpg" id="582" name="Google Shape;582;p35"/>
          <p:cNvPicPr preferRelativeResize="0"/>
          <p:nvPr/>
        </p:nvPicPr>
        <p:blipFill rotWithShape="1">
          <a:blip r:embed="rId4">
            <a:alphaModFix/>
          </a:blip>
          <a:srcRect b="0" l="0" r="0" t="0"/>
          <a:stretch/>
        </p:blipFill>
        <p:spPr>
          <a:xfrm>
            <a:off x="6858000" y="2357437"/>
            <a:ext cx="1814512" cy="241935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p36"/>
          <p:cNvSpPr txBox="1"/>
          <p:nvPr>
            <p:ph type="title"/>
          </p:nvPr>
        </p:nvSpPr>
        <p:spPr>
          <a:xfrm>
            <a:off x="468312" y="303212"/>
            <a:ext cx="7886700" cy="1163637"/>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300"/>
              <a:buFont typeface="Calibri"/>
              <a:buNone/>
            </a:pPr>
            <a:r>
              <a:rPr b="0" i="0" lang="en-US" sz="3300" u="none">
                <a:solidFill>
                  <a:schemeClr val="lt1"/>
                </a:solidFill>
                <a:latin typeface="Calibri"/>
                <a:ea typeface="Calibri"/>
                <a:cs typeface="Calibri"/>
                <a:sym typeface="Calibri"/>
              </a:rPr>
              <a:t>Timeline of cryptography</a:t>
            </a:r>
            <a:endParaRPr/>
          </a:p>
        </p:txBody>
      </p:sp>
      <p:sp>
        <p:nvSpPr>
          <p:cNvPr id="588" name="Google Shape;588;p36"/>
          <p:cNvSpPr txBox="1"/>
          <p:nvPr>
            <p:ph idx="1" type="body"/>
          </p:nvPr>
        </p:nvSpPr>
        <p:spPr>
          <a:xfrm>
            <a:off x="468312" y="1668462"/>
            <a:ext cx="7886700" cy="4511675"/>
          </a:xfrm>
          <a:prstGeom prst="rect">
            <a:avLst/>
          </a:prstGeom>
          <a:noFill/>
          <a:ln>
            <a:noFill/>
          </a:ln>
        </p:spPr>
        <p:txBody>
          <a:bodyPr anchorCtr="0" anchor="t" bIns="45700" lIns="91425" spcFirstLastPara="1" rIns="91425" wrap="square" tIns="45700">
            <a:noAutofit/>
          </a:bodyPr>
          <a:lstStyle/>
          <a:p>
            <a:pPr indent="-171450" lvl="0" marL="171450" marR="0" rtl="0" algn="l">
              <a:lnSpc>
                <a:spcPct val="90000"/>
              </a:lnSpc>
              <a:spcBef>
                <a:spcPts val="0"/>
              </a:spcBef>
              <a:spcAft>
                <a:spcPts val="0"/>
              </a:spcAft>
              <a:buClr>
                <a:schemeClr val="dk1"/>
              </a:buClr>
              <a:buSzPts val="2600"/>
              <a:buFont typeface="Arial"/>
              <a:buChar char="•"/>
            </a:pPr>
            <a:r>
              <a:rPr b="0" i="0" lang="en-US" sz="2600" u="none">
                <a:solidFill>
                  <a:schemeClr val="dk1"/>
                </a:solidFill>
                <a:latin typeface="Calibri"/>
                <a:ea typeface="Calibri"/>
                <a:cs typeface="Calibri"/>
                <a:sym typeface="Calibri"/>
              </a:rPr>
              <a:t>1800-1899</a:t>
            </a:r>
            <a:endParaRPr/>
          </a:p>
          <a:p>
            <a:pPr indent="-171450" lvl="1" marL="514350" marR="0" rtl="0" algn="l">
              <a:lnSpc>
                <a:spcPct val="90000"/>
              </a:lnSpc>
              <a:spcBef>
                <a:spcPts val="300"/>
              </a:spcBef>
              <a:spcAft>
                <a:spcPts val="0"/>
              </a:spcAft>
              <a:buClr>
                <a:schemeClr val="dk1"/>
              </a:buClr>
              <a:buSzPts val="2200"/>
              <a:buFont typeface="Arial"/>
              <a:buChar char="•"/>
            </a:pPr>
            <a:r>
              <a:rPr b="0" i="0" lang="en-US" sz="2200" u="none" cap="none" strike="noStrike">
                <a:solidFill>
                  <a:schemeClr val="dk1"/>
                </a:solidFill>
                <a:latin typeface="Calibri"/>
                <a:ea typeface="Calibri"/>
                <a:cs typeface="Calibri"/>
                <a:sym typeface="Calibri"/>
              </a:rPr>
              <a:t>1835 - </a:t>
            </a:r>
            <a:r>
              <a:rPr b="0" i="0" lang="en-US" sz="2200" u="sng" cap="none" strike="noStrike">
                <a:solidFill>
                  <a:schemeClr val="dk1"/>
                </a:solidFill>
                <a:latin typeface="Calibri"/>
                <a:ea typeface="Calibri"/>
                <a:cs typeface="Calibri"/>
                <a:sym typeface="Calibri"/>
                <a:hlinkClick r:id="rId3">
                  <a:extLst>
                    <a:ext uri="{A12FA001-AC4F-418D-AE19-62706E023703}">
                      <ahyp:hlinkClr val="tx"/>
                    </a:ext>
                  </a:extLst>
                </a:hlinkClick>
              </a:rPr>
              <a:t>Samuel Morse</a:t>
            </a:r>
            <a:r>
              <a:rPr b="0" i="0" lang="en-US" sz="2200" u="none" cap="none" strike="noStrike">
                <a:solidFill>
                  <a:schemeClr val="dk1"/>
                </a:solidFill>
                <a:latin typeface="Calibri"/>
                <a:ea typeface="Calibri"/>
                <a:cs typeface="Calibri"/>
                <a:sym typeface="Calibri"/>
              </a:rPr>
              <a:t>1835 - Samuel Morse develops the </a:t>
            </a:r>
            <a:r>
              <a:rPr b="0" i="0" lang="en-US" sz="2200" u="sng" cap="none" strike="noStrike">
                <a:solidFill>
                  <a:schemeClr val="dk1"/>
                </a:solidFill>
                <a:latin typeface="Calibri"/>
                <a:ea typeface="Calibri"/>
                <a:cs typeface="Calibri"/>
                <a:sym typeface="Calibri"/>
                <a:hlinkClick r:id="rId4">
                  <a:extLst>
                    <a:ext uri="{A12FA001-AC4F-418D-AE19-62706E023703}">
                      <ahyp:hlinkClr val="tx"/>
                    </a:ext>
                  </a:extLst>
                </a:hlinkClick>
              </a:rPr>
              <a:t>Morse code</a:t>
            </a:r>
            <a:r>
              <a:rPr b="0" i="0" lang="en-US" sz="2200" u="none" cap="none" strike="noStrike">
                <a:solidFill>
                  <a:schemeClr val="dk1"/>
                </a:solidFill>
                <a:latin typeface="Calibri"/>
                <a:ea typeface="Calibri"/>
                <a:cs typeface="Calibri"/>
                <a:sym typeface="Calibri"/>
              </a:rPr>
              <a:t> </a:t>
            </a:r>
            <a:endParaRPr/>
          </a:p>
          <a:p>
            <a:pPr indent="-171450" lvl="1" marL="514350" marR="0" rtl="0" algn="l">
              <a:lnSpc>
                <a:spcPct val="90000"/>
              </a:lnSpc>
              <a:spcBef>
                <a:spcPts val="300"/>
              </a:spcBef>
              <a:spcAft>
                <a:spcPts val="0"/>
              </a:spcAft>
              <a:buClr>
                <a:srgbClr val="FF0000"/>
              </a:buClr>
              <a:buSzPts val="2200"/>
              <a:buFont typeface="Arial"/>
              <a:buChar char="•"/>
            </a:pPr>
            <a:r>
              <a:rPr b="0" i="0" lang="en-US" sz="2200" u="none" cap="none" strike="noStrike">
                <a:solidFill>
                  <a:srgbClr val="FF0000"/>
                </a:solidFill>
                <a:latin typeface="Calibri"/>
                <a:ea typeface="Calibri"/>
                <a:cs typeface="Calibri"/>
                <a:sym typeface="Calibri"/>
              </a:rPr>
              <a:t>1854 - </a:t>
            </a:r>
            <a:r>
              <a:rPr b="0" i="0" lang="en-US" sz="2200" u="sng" cap="none" strike="noStrike">
                <a:solidFill>
                  <a:srgbClr val="FF0000"/>
                </a:solidFill>
                <a:latin typeface="Calibri"/>
                <a:ea typeface="Calibri"/>
                <a:cs typeface="Calibri"/>
                <a:sym typeface="Calibri"/>
                <a:hlinkClick r:id="rId5">
                  <a:extLst>
                    <a:ext uri="{A12FA001-AC4F-418D-AE19-62706E023703}">
                      <ahyp:hlinkClr val="tx"/>
                    </a:ext>
                  </a:extLst>
                </a:hlinkClick>
              </a:rPr>
              <a:t>Wheatstone</a:t>
            </a:r>
            <a:r>
              <a:rPr b="0" i="0" lang="en-US" sz="2200" u="none" cap="none" strike="noStrike">
                <a:solidFill>
                  <a:srgbClr val="FF0000"/>
                </a:solidFill>
                <a:latin typeface="Calibri"/>
                <a:ea typeface="Calibri"/>
                <a:cs typeface="Calibri"/>
                <a:sym typeface="Calibri"/>
              </a:rPr>
              <a:t>1854 - Wheatstone invents </a:t>
            </a:r>
            <a:r>
              <a:rPr b="0" i="0" lang="en-US" sz="2200" u="sng" cap="none" strike="noStrike">
                <a:solidFill>
                  <a:srgbClr val="FF0000"/>
                </a:solidFill>
                <a:latin typeface="Calibri"/>
                <a:ea typeface="Calibri"/>
                <a:cs typeface="Calibri"/>
                <a:sym typeface="Calibri"/>
                <a:hlinkClick r:id="rId6">
                  <a:extLst>
                    <a:ext uri="{A12FA001-AC4F-418D-AE19-62706E023703}">
                      <ahyp:hlinkClr val="tx"/>
                    </a:ext>
                  </a:extLst>
                </a:hlinkClick>
              </a:rPr>
              <a:t>Playfair cipher</a:t>
            </a:r>
            <a:r>
              <a:rPr b="0" i="0" lang="en-US" sz="2200" u="none" cap="none" strike="noStrike">
                <a:solidFill>
                  <a:schemeClr val="dk1"/>
                </a:solidFill>
                <a:latin typeface="Calibri"/>
                <a:ea typeface="Calibri"/>
                <a:cs typeface="Calibri"/>
                <a:sym typeface="Calibri"/>
              </a:rPr>
              <a:t> </a:t>
            </a:r>
            <a:endParaRPr/>
          </a:p>
          <a:p>
            <a:pPr indent="-171450" lvl="1" marL="514350" marR="0" rtl="0" algn="l">
              <a:lnSpc>
                <a:spcPct val="90000"/>
              </a:lnSpc>
              <a:spcBef>
                <a:spcPts val="300"/>
              </a:spcBef>
              <a:spcAft>
                <a:spcPts val="0"/>
              </a:spcAft>
              <a:buClr>
                <a:schemeClr val="dk1"/>
              </a:buClr>
              <a:buSzPts val="2200"/>
              <a:buFont typeface="Arial"/>
              <a:buChar char="•"/>
            </a:pPr>
            <a:r>
              <a:rPr b="0" i="0" lang="en-US" sz="2200" u="none" cap="none" strike="noStrike">
                <a:solidFill>
                  <a:schemeClr val="dk1"/>
                </a:solidFill>
                <a:latin typeface="Calibri"/>
                <a:ea typeface="Calibri"/>
                <a:cs typeface="Calibri"/>
                <a:sym typeface="Calibri"/>
              </a:rPr>
              <a:t>1854 - </a:t>
            </a:r>
            <a:r>
              <a:rPr b="0" i="0" lang="en-US" sz="2200" u="sng" cap="none" strike="noStrike">
                <a:solidFill>
                  <a:schemeClr val="dk1"/>
                </a:solidFill>
                <a:latin typeface="Calibri"/>
                <a:ea typeface="Calibri"/>
                <a:cs typeface="Calibri"/>
                <a:sym typeface="Calibri"/>
                <a:hlinkClick r:id="rId7">
                  <a:extLst>
                    <a:ext uri="{A12FA001-AC4F-418D-AE19-62706E023703}">
                      <ahyp:hlinkClr val="tx"/>
                    </a:ext>
                  </a:extLst>
                </a:hlinkClick>
              </a:rPr>
              <a:t>Babbage</a:t>
            </a:r>
            <a:r>
              <a:rPr b="0" i="0" lang="en-US" sz="2200" u="none" cap="none" strike="noStrike">
                <a:solidFill>
                  <a:schemeClr val="dk1"/>
                </a:solidFill>
                <a:latin typeface="Calibri"/>
                <a:ea typeface="Calibri"/>
                <a:cs typeface="Calibri"/>
                <a:sym typeface="Calibri"/>
              </a:rPr>
              <a:t>1854 - Babbage's method for breaking polyalphabetic ciphers (pub 1863 by </a:t>
            </a:r>
            <a:r>
              <a:rPr b="0" i="0" lang="en-US" sz="2200" u="sng" cap="none" strike="noStrike">
                <a:solidFill>
                  <a:schemeClr val="dk1"/>
                </a:solidFill>
                <a:latin typeface="Calibri"/>
                <a:ea typeface="Calibri"/>
                <a:cs typeface="Calibri"/>
                <a:sym typeface="Calibri"/>
                <a:hlinkClick r:id="rId8">
                  <a:extLst>
                    <a:ext uri="{A12FA001-AC4F-418D-AE19-62706E023703}">
                      <ahyp:hlinkClr val="tx"/>
                    </a:ext>
                  </a:extLst>
                </a:hlinkClick>
              </a:rPr>
              <a:t>Kasiski</a:t>
            </a:r>
            <a:r>
              <a:rPr b="0" i="0" lang="en-US" sz="2200" u="none" cap="none" strike="noStrike">
                <a:solidFill>
                  <a:schemeClr val="dk1"/>
                </a:solidFill>
                <a:latin typeface="Calibri"/>
                <a:ea typeface="Calibri"/>
                <a:cs typeface="Calibri"/>
                <a:sym typeface="Calibri"/>
              </a:rPr>
              <a:t>) </a:t>
            </a:r>
            <a:endParaRPr/>
          </a:p>
          <a:p>
            <a:pPr indent="-171450" lvl="1" marL="514350" marR="0" rtl="0" algn="l">
              <a:lnSpc>
                <a:spcPct val="90000"/>
              </a:lnSpc>
              <a:spcBef>
                <a:spcPts val="300"/>
              </a:spcBef>
              <a:spcAft>
                <a:spcPts val="0"/>
              </a:spcAft>
              <a:buClr>
                <a:srgbClr val="FF0000"/>
              </a:buClr>
              <a:buSzPts val="2200"/>
              <a:buFont typeface="Arial"/>
              <a:buChar char="•"/>
            </a:pPr>
            <a:r>
              <a:rPr b="0" i="0" lang="en-US" sz="2200" u="none" cap="none" strike="noStrike">
                <a:solidFill>
                  <a:srgbClr val="FF0000"/>
                </a:solidFill>
                <a:latin typeface="Calibri"/>
                <a:ea typeface="Calibri"/>
                <a:cs typeface="Calibri"/>
                <a:sym typeface="Calibri"/>
              </a:rPr>
              <a:t>1883 - </a:t>
            </a:r>
            <a:r>
              <a:rPr b="0" i="0" lang="en-US" sz="2200" u="sng" cap="none" strike="noStrike">
                <a:solidFill>
                  <a:srgbClr val="FF0000"/>
                </a:solidFill>
                <a:latin typeface="Calibri"/>
                <a:ea typeface="Calibri"/>
                <a:cs typeface="Calibri"/>
                <a:sym typeface="Calibri"/>
                <a:hlinkClick r:id="rId9">
                  <a:extLst>
                    <a:ext uri="{A12FA001-AC4F-418D-AE19-62706E023703}">
                      <ahyp:hlinkClr val="tx"/>
                    </a:ext>
                  </a:extLst>
                </a:hlinkClick>
              </a:rPr>
              <a:t>Auguste Kerckhoffs</a:t>
            </a:r>
            <a:r>
              <a:rPr b="0" i="0" lang="en-US" sz="2200" u="none" cap="none" strike="noStrike">
                <a:solidFill>
                  <a:srgbClr val="FF0000"/>
                </a:solidFill>
                <a:latin typeface="Calibri"/>
                <a:ea typeface="Calibri"/>
                <a:cs typeface="Calibri"/>
                <a:sym typeface="Calibri"/>
              </a:rPr>
              <a:t>' </a:t>
            </a:r>
            <a:r>
              <a:rPr b="0" i="1" lang="en-US" sz="2200" u="none" cap="none" strike="noStrike">
                <a:solidFill>
                  <a:srgbClr val="FF0000"/>
                </a:solidFill>
                <a:latin typeface="Calibri"/>
                <a:ea typeface="Calibri"/>
                <a:cs typeface="Calibri"/>
                <a:sym typeface="Calibri"/>
              </a:rPr>
              <a:t>La Cryptographie militare</a:t>
            </a:r>
            <a:r>
              <a:rPr b="0" i="0" lang="en-US" sz="2200" u="none" cap="none" strike="noStrike">
                <a:solidFill>
                  <a:srgbClr val="FF0000"/>
                </a:solidFill>
                <a:latin typeface="Calibri"/>
                <a:ea typeface="Calibri"/>
                <a:cs typeface="Calibri"/>
                <a:sym typeface="Calibri"/>
              </a:rPr>
              <a:t> published, containing his celebrated </a:t>
            </a:r>
            <a:r>
              <a:rPr b="0" i="0" lang="en-US" sz="2200" u="sng" cap="none" strike="noStrike">
                <a:solidFill>
                  <a:srgbClr val="FF0000"/>
                </a:solidFill>
                <a:latin typeface="Calibri"/>
                <a:ea typeface="Calibri"/>
                <a:cs typeface="Calibri"/>
                <a:sym typeface="Calibri"/>
                <a:hlinkClick r:id="rId10">
                  <a:extLst>
                    <a:ext uri="{A12FA001-AC4F-418D-AE19-62706E023703}">
                      <ahyp:hlinkClr val="tx"/>
                    </a:ext>
                  </a:extLst>
                </a:hlinkClick>
              </a:rPr>
              <a:t>laws of cryptography</a:t>
            </a:r>
            <a:r>
              <a:rPr b="0" i="0" lang="en-US" sz="2200" u="none" cap="none" strike="noStrike">
                <a:solidFill>
                  <a:srgbClr val="FF0000"/>
                </a:solidFill>
                <a:latin typeface="Calibri"/>
                <a:ea typeface="Calibri"/>
                <a:cs typeface="Calibri"/>
                <a:sym typeface="Calibri"/>
              </a:rPr>
              <a:t> </a:t>
            </a:r>
            <a:endParaRPr/>
          </a:p>
          <a:p>
            <a:pPr indent="-171450" lvl="1" marL="514350" marR="0" rtl="0" algn="l">
              <a:lnSpc>
                <a:spcPct val="90000"/>
              </a:lnSpc>
              <a:spcBef>
                <a:spcPts val="300"/>
              </a:spcBef>
              <a:spcAft>
                <a:spcPts val="0"/>
              </a:spcAft>
              <a:buClr>
                <a:schemeClr val="dk1"/>
              </a:buClr>
              <a:buSzPts val="2200"/>
              <a:buFont typeface="Arial"/>
              <a:buChar char="•"/>
            </a:pPr>
            <a:r>
              <a:rPr b="0" i="0" lang="en-US" sz="2200" u="none" cap="none" strike="noStrike">
                <a:solidFill>
                  <a:schemeClr val="dk1"/>
                </a:solidFill>
                <a:latin typeface="Calibri"/>
                <a:ea typeface="Calibri"/>
                <a:cs typeface="Calibri"/>
                <a:sym typeface="Calibri"/>
              </a:rPr>
              <a:t>1885 - </a:t>
            </a:r>
            <a:r>
              <a:rPr b="0" i="0" lang="en-US" sz="2200" u="sng" cap="none" strike="noStrike">
                <a:solidFill>
                  <a:schemeClr val="dk1"/>
                </a:solidFill>
                <a:latin typeface="Calibri"/>
                <a:ea typeface="Calibri"/>
                <a:cs typeface="Calibri"/>
                <a:sym typeface="Calibri"/>
                <a:hlinkClick r:id="rId11">
                  <a:extLst>
                    <a:ext uri="{A12FA001-AC4F-418D-AE19-62706E023703}">
                      <ahyp:hlinkClr val="tx"/>
                    </a:ext>
                  </a:extLst>
                </a:hlinkClick>
              </a:rPr>
              <a:t>Beale ciphers</a:t>
            </a:r>
            <a:r>
              <a:rPr b="0" i="0" lang="en-US" sz="2200" u="none" cap="none" strike="noStrike">
                <a:solidFill>
                  <a:schemeClr val="dk1"/>
                </a:solidFill>
                <a:latin typeface="Calibri"/>
                <a:ea typeface="Calibri"/>
                <a:cs typeface="Calibri"/>
                <a:sym typeface="Calibri"/>
              </a:rPr>
              <a:t> published </a:t>
            </a:r>
            <a:endParaRPr/>
          </a:p>
        </p:txBody>
      </p:sp>
      <p:sp>
        <p:nvSpPr>
          <p:cNvPr id="589" name="Google Shape;589;p36"/>
          <p:cNvSpPr txBox="1"/>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900"/>
              <a:buFont typeface="Gill Sans"/>
              <a:buNone/>
            </a:pPr>
            <a:r>
              <a:rPr b="0" i="0" lang="en-US" sz="900" u="none">
                <a:solidFill>
                  <a:schemeClr val="accent2"/>
                </a:solidFill>
                <a:latin typeface="Gill Sans"/>
                <a:ea typeface="Gill Sans"/>
                <a:cs typeface="Gill Sans"/>
                <a:sym typeface="Gill Sans"/>
              </a:rPr>
              <a:t>*</a:t>
            </a:r>
            <a:endParaRPr/>
          </a:p>
        </p:txBody>
      </p:sp>
      <p:sp>
        <p:nvSpPr>
          <p:cNvPr id="590" name="Google Shape;590;p36"/>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Gill Sans"/>
              <a:buNone/>
            </a:pPr>
            <a:r>
              <a:rPr b="0" i="0" lang="en-US" sz="900" u="none">
                <a:solidFill>
                  <a:srgbClr val="898989"/>
                </a:solidFill>
                <a:latin typeface="Gill Sans"/>
                <a:ea typeface="Gill Sans"/>
                <a:cs typeface="Gill Sans"/>
                <a:sym typeface="Gill Sans"/>
              </a:rPr>
              <a:t>Chapter 2 Crypto Basics.     Dr. Muhammad Iqbal Hossain</a:t>
            </a:r>
            <a:endParaRPr/>
          </a:p>
        </p:txBody>
      </p:sp>
      <p:sp>
        <p:nvSpPr>
          <p:cNvPr id="591" name="Google Shape;591;p36"/>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p37"/>
          <p:cNvSpPr txBox="1"/>
          <p:nvPr>
            <p:ph type="title"/>
          </p:nvPr>
        </p:nvSpPr>
        <p:spPr>
          <a:xfrm>
            <a:off x="468312" y="303212"/>
            <a:ext cx="7886700" cy="1163637"/>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300"/>
              <a:buFont typeface="Calibri"/>
              <a:buNone/>
            </a:pPr>
            <a:r>
              <a:rPr b="0" i="0" lang="en-US" sz="3300" u="none">
                <a:solidFill>
                  <a:schemeClr val="lt1"/>
                </a:solidFill>
                <a:latin typeface="Calibri"/>
                <a:ea typeface="Calibri"/>
                <a:cs typeface="Calibri"/>
                <a:sym typeface="Calibri"/>
              </a:rPr>
              <a:t>Timeline of cryptography</a:t>
            </a:r>
            <a:endParaRPr/>
          </a:p>
        </p:txBody>
      </p:sp>
      <p:sp>
        <p:nvSpPr>
          <p:cNvPr id="597" name="Google Shape;597;p37"/>
          <p:cNvSpPr txBox="1"/>
          <p:nvPr>
            <p:ph idx="1" type="body"/>
          </p:nvPr>
        </p:nvSpPr>
        <p:spPr>
          <a:xfrm>
            <a:off x="468312" y="1668462"/>
            <a:ext cx="7886700" cy="4511675"/>
          </a:xfrm>
          <a:prstGeom prst="rect">
            <a:avLst/>
          </a:prstGeom>
          <a:noFill/>
          <a:ln>
            <a:noFill/>
          </a:ln>
        </p:spPr>
        <p:txBody>
          <a:bodyPr anchorCtr="0" anchor="t" bIns="45700" lIns="91425" spcFirstLastPara="1" rIns="91425" wrap="square" tIns="45700">
            <a:noAutofit/>
          </a:bodyPr>
          <a:lstStyle/>
          <a:p>
            <a:pPr indent="-171450" lvl="0" marL="171450" marR="0" rtl="0" algn="l">
              <a:lnSpc>
                <a:spcPct val="90000"/>
              </a:lnSpc>
              <a:spcBef>
                <a:spcPts val="0"/>
              </a:spcBef>
              <a:spcAft>
                <a:spcPts val="0"/>
              </a:spcAft>
              <a:buClr>
                <a:schemeClr val="dk1"/>
              </a:buClr>
              <a:buSzPts val="2100"/>
              <a:buFont typeface="Arial"/>
              <a:buChar char="•"/>
            </a:pPr>
            <a:r>
              <a:rPr b="0" i="0" lang="en-US" sz="2100" u="none">
                <a:solidFill>
                  <a:schemeClr val="dk1"/>
                </a:solidFill>
                <a:latin typeface="Calibri"/>
                <a:ea typeface="Calibri"/>
                <a:cs typeface="Calibri"/>
                <a:sym typeface="Calibri"/>
              </a:rPr>
              <a:t>1900-1949</a:t>
            </a:r>
            <a:endParaRPr/>
          </a:p>
          <a:p>
            <a:pPr indent="-171450" lvl="1" marL="514350" marR="0" rtl="0" algn="l">
              <a:lnSpc>
                <a:spcPct val="90000"/>
              </a:lnSpc>
              <a:spcBef>
                <a:spcPts val="30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1917 - Gilbert Vernam develops first practical implementation of a teletype cipher, now known as a </a:t>
            </a:r>
            <a:r>
              <a:rPr b="0" i="0" lang="en-US" sz="1800" u="sng" cap="none" strike="noStrike">
                <a:solidFill>
                  <a:schemeClr val="dk1"/>
                </a:solidFill>
                <a:latin typeface="Calibri"/>
                <a:ea typeface="Calibri"/>
                <a:cs typeface="Calibri"/>
                <a:sym typeface="Calibri"/>
                <a:hlinkClick r:id="rId3">
                  <a:extLst>
                    <a:ext uri="{A12FA001-AC4F-418D-AE19-62706E023703}">
                      <ahyp:hlinkClr val="tx"/>
                    </a:ext>
                  </a:extLst>
                </a:hlinkClick>
              </a:rPr>
              <a:t>stream cipher</a:t>
            </a:r>
            <a:r>
              <a:rPr b="0" i="0" lang="en-US" sz="1800" u="none" cap="none" strike="noStrike">
                <a:solidFill>
                  <a:schemeClr val="dk1"/>
                </a:solidFill>
                <a:latin typeface="Calibri"/>
                <a:ea typeface="Calibri"/>
                <a:cs typeface="Calibri"/>
                <a:sym typeface="Calibri"/>
              </a:rPr>
              <a:t>1917 - Gilbert Vernam develops first practical implementation of a teletype cipher, now known as a stream cipher and, later, with Joseph Mauborgne the </a:t>
            </a:r>
            <a:r>
              <a:rPr b="0" i="0" lang="en-US" sz="1800" u="sng" cap="none" strike="noStrike">
                <a:solidFill>
                  <a:schemeClr val="dk1"/>
                </a:solidFill>
                <a:latin typeface="Calibri"/>
                <a:ea typeface="Calibri"/>
                <a:cs typeface="Calibri"/>
                <a:sym typeface="Calibri"/>
                <a:hlinkClick r:id="rId4">
                  <a:extLst>
                    <a:ext uri="{A12FA001-AC4F-418D-AE19-62706E023703}">
                      <ahyp:hlinkClr val="tx"/>
                    </a:ext>
                  </a:extLst>
                </a:hlinkClick>
              </a:rPr>
              <a:t>one-time pad</a:t>
            </a:r>
            <a:r>
              <a:rPr b="0" i="0" lang="en-US" sz="1800" u="none" cap="none" strike="noStrike">
                <a:solidFill>
                  <a:schemeClr val="dk1"/>
                </a:solidFill>
                <a:latin typeface="Calibri"/>
                <a:ea typeface="Calibri"/>
                <a:cs typeface="Calibri"/>
                <a:sym typeface="Calibri"/>
              </a:rPr>
              <a:t> </a:t>
            </a:r>
            <a:endParaRPr/>
          </a:p>
          <a:p>
            <a:pPr indent="-171450" lvl="1" marL="514350" marR="0" rtl="0" algn="l">
              <a:lnSpc>
                <a:spcPct val="90000"/>
              </a:lnSpc>
              <a:spcBef>
                <a:spcPts val="30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1917 - </a:t>
            </a:r>
            <a:r>
              <a:rPr b="0" i="0" lang="en-US" sz="1800" u="sng" cap="none" strike="noStrike">
                <a:solidFill>
                  <a:schemeClr val="dk1"/>
                </a:solidFill>
                <a:latin typeface="Calibri"/>
                <a:ea typeface="Calibri"/>
                <a:cs typeface="Calibri"/>
                <a:sym typeface="Calibri"/>
                <a:hlinkClick r:id="rId5">
                  <a:extLst>
                    <a:ext uri="{A12FA001-AC4F-418D-AE19-62706E023703}">
                      <ahyp:hlinkClr val="tx"/>
                    </a:ext>
                  </a:extLst>
                </a:hlinkClick>
              </a:rPr>
              <a:t>Zimmermann telegram</a:t>
            </a:r>
            <a:r>
              <a:rPr b="0" i="0" lang="en-US" sz="1800" u="none" cap="none" strike="noStrike">
                <a:solidFill>
                  <a:schemeClr val="dk1"/>
                </a:solidFill>
                <a:latin typeface="Calibri"/>
                <a:ea typeface="Calibri"/>
                <a:cs typeface="Calibri"/>
                <a:sym typeface="Calibri"/>
              </a:rPr>
              <a:t>1917 - Zimmermann telegram intercepted and decrypted, advancing U.S. entry into </a:t>
            </a:r>
            <a:r>
              <a:rPr b="0" i="0" lang="en-US" sz="1800" u="sng" cap="none" strike="noStrike">
                <a:solidFill>
                  <a:schemeClr val="dk1"/>
                </a:solidFill>
                <a:latin typeface="Calibri"/>
                <a:ea typeface="Calibri"/>
                <a:cs typeface="Calibri"/>
                <a:sym typeface="Calibri"/>
                <a:hlinkClick r:id="rId6">
                  <a:extLst>
                    <a:ext uri="{A12FA001-AC4F-418D-AE19-62706E023703}">
                      <ahyp:hlinkClr val="tx"/>
                    </a:ext>
                  </a:extLst>
                </a:hlinkClick>
              </a:rPr>
              <a:t>World War I</a:t>
            </a:r>
            <a:r>
              <a:rPr b="0" i="0" lang="en-US" sz="1800" u="none" cap="none" strike="noStrike">
                <a:solidFill>
                  <a:schemeClr val="dk1"/>
                </a:solidFill>
                <a:latin typeface="Calibri"/>
                <a:ea typeface="Calibri"/>
                <a:cs typeface="Calibri"/>
                <a:sym typeface="Calibri"/>
              </a:rPr>
              <a:t> </a:t>
            </a:r>
            <a:endParaRPr/>
          </a:p>
          <a:p>
            <a:pPr indent="-171450" lvl="1" marL="514350" marR="0" rtl="0" algn="l">
              <a:lnSpc>
                <a:spcPct val="90000"/>
              </a:lnSpc>
              <a:spcBef>
                <a:spcPts val="30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c. 1932 - first break of German Army </a:t>
            </a:r>
            <a:r>
              <a:rPr b="0" i="0" lang="en-US" sz="1800" u="sng" cap="none" strike="noStrike">
                <a:solidFill>
                  <a:schemeClr val="dk1"/>
                </a:solidFill>
                <a:latin typeface="Calibri"/>
                <a:ea typeface="Calibri"/>
                <a:cs typeface="Calibri"/>
                <a:sym typeface="Calibri"/>
                <a:hlinkClick r:id="rId7">
                  <a:extLst>
                    <a:ext uri="{A12FA001-AC4F-418D-AE19-62706E023703}">
                      <ahyp:hlinkClr val="tx"/>
                    </a:ext>
                  </a:extLst>
                </a:hlinkClick>
              </a:rPr>
              <a:t>Enigma</a:t>
            </a:r>
            <a:r>
              <a:rPr b="0" i="0" lang="en-US" sz="1800" u="none" cap="none" strike="noStrike">
                <a:solidFill>
                  <a:schemeClr val="dk1"/>
                </a:solidFill>
                <a:latin typeface="Calibri"/>
                <a:ea typeface="Calibri"/>
                <a:cs typeface="Calibri"/>
                <a:sym typeface="Calibri"/>
              </a:rPr>
              <a:t>c. 1932 - first break of German Army Enigma by </a:t>
            </a:r>
            <a:r>
              <a:rPr b="0" i="0" lang="en-US" sz="1800" u="sng" cap="none" strike="noStrike">
                <a:solidFill>
                  <a:schemeClr val="dk1"/>
                </a:solidFill>
                <a:latin typeface="Calibri"/>
                <a:ea typeface="Calibri"/>
                <a:cs typeface="Calibri"/>
                <a:sym typeface="Calibri"/>
                <a:hlinkClick r:id="rId8">
                  <a:extLst>
                    <a:ext uri="{A12FA001-AC4F-418D-AE19-62706E023703}">
                      <ahyp:hlinkClr val="tx"/>
                    </a:ext>
                  </a:extLst>
                </a:hlinkClick>
              </a:rPr>
              <a:t>Marian Rejewski</a:t>
            </a:r>
            <a:r>
              <a:rPr b="0" i="0" lang="en-US" sz="1800" u="none" cap="none" strike="noStrike">
                <a:solidFill>
                  <a:schemeClr val="dk1"/>
                </a:solidFill>
                <a:latin typeface="Calibri"/>
                <a:ea typeface="Calibri"/>
                <a:cs typeface="Calibri"/>
                <a:sym typeface="Calibri"/>
              </a:rPr>
              <a:t> in Poland </a:t>
            </a:r>
            <a:endParaRPr/>
          </a:p>
          <a:p>
            <a:pPr indent="-171450" lvl="1" marL="514350" marR="0" rtl="0" algn="l">
              <a:lnSpc>
                <a:spcPct val="90000"/>
              </a:lnSpc>
              <a:spcBef>
                <a:spcPts val="30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1929 - U.S. </a:t>
            </a:r>
            <a:r>
              <a:rPr b="0" i="0" lang="en-US" sz="1800" u="sng" cap="none" strike="noStrike">
                <a:solidFill>
                  <a:schemeClr val="dk1"/>
                </a:solidFill>
                <a:latin typeface="Calibri"/>
                <a:ea typeface="Calibri"/>
                <a:cs typeface="Calibri"/>
                <a:sym typeface="Calibri"/>
                <a:hlinkClick r:id="rId9">
                  <a:extLst>
                    <a:ext uri="{A12FA001-AC4F-418D-AE19-62706E023703}">
                      <ahyp:hlinkClr val="tx"/>
                    </a:ext>
                  </a:extLst>
                </a:hlinkClick>
              </a:rPr>
              <a:t>Secretary of State</a:t>
            </a:r>
            <a:r>
              <a:rPr b="0" i="0" lang="en-US" sz="1800" u="none" cap="none" strike="noStrike">
                <a:solidFill>
                  <a:schemeClr val="dk1"/>
                </a:solidFill>
                <a:latin typeface="Calibri"/>
                <a:ea typeface="Calibri"/>
                <a:cs typeface="Calibri"/>
                <a:sym typeface="Calibri"/>
              </a:rPr>
              <a:t>1929 - U.S. Secretary of State </a:t>
            </a:r>
            <a:r>
              <a:rPr b="0" i="0" lang="en-US" sz="1800" u="sng" cap="none" strike="noStrike">
                <a:solidFill>
                  <a:schemeClr val="dk1"/>
                </a:solidFill>
                <a:latin typeface="Calibri"/>
                <a:ea typeface="Calibri"/>
                <a:cs typeface="Calibri"/>
                <a:sym typeface="Calibri"/>
                <a:hlinkClick r:id="rId10">
                  <a:extLst>
                    <a:ext uri="{A12FA001-AC4F-418D-AE19-62706E023703}">
                      <ahyp:hlinkClr val="tx"/>
                    </a:ext>
                  </a:extLst>
                </a:hlinkClick>
              </a:rPr>
              <a:t>Henry L. Stimson</a:t>
            </a:r>
            <a:r>
              <a:rPr b="0" i="0" lang="en-US" sz="1800" u="none" cap="none" strike="noStrike">
                <a:solidFill>
                  <a:schemeClr val="dk1"/>
                </a:solidFill>
                <a:latin typeface="Calibri"/>
                <a:ea typeface="Calibri"/>
                <a:cs typeface="Calibri"/>
                <a:sym typeface="Calibri"/>
              </a:rPr>
              <a:t> shuts down State Department cryptanalysis "Black Chamber", saying </a:t>
            </a:r>
            <a:r>
              <a:rPr b="0" i="0" lang="en-US" sz="1800" u="none" cap="none" strike="noStrike">
                <a:solidFill>
                  <a:srgbClr val="FF0000"/>
                </a:solidFill>
                <a:latin typeface="Calibri"/>
                <a:ea typeface="Calibri"/>
                <a:cs typeface="Calibri"/>
                <a:sym typeface="Calibri"/>
              </a:rPr>
              <a:t>"Gentlemen do not read each other's mail.“ </a:t>
            </a:r>
            <a:endParaRPr/>
          </a:p>
        </p:txBody>
      </p:sp>
      <p:sp>
        <p:nvSpPr>
          <p:cNvPr id="598" name="Google Shape;598;p37"/>
          <p:cNvSpPr txBox="1"/>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900"/>
              <a:buFont typeface="Gill Sans"/>
              <a:buNone/>
            </a:pPr>
            <a:r>
              <a:rPr b="0" i="0" lang="en-US" sz="900" u="none">
                <a:solidFill>
                  <a:schemeClr val="accent2"/>
                </a:solidFill>
                <a:latin typeface="Gill Sans"/>
                <a:ea typeface="Gill Sans"/>
                <a:cs typeface="Gill Sans"/>
                <a:sym typeface="Gill Sans"/>
              </a:rPr>
              <a:t>*</a:t>
            </a:r>
            <a:endParaRPr/>
          </a:p>
        </p:txBody>
      </p:sp>
      <p:sp>
        <p:nvSpPr>
          <p:cNvPr id="599" name="Google Shape;599;p37"/>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Gill Sans"/>
              <a:buNone/>
            </a:pPr>
            <a:r>
              <a:rPr b="0" i="0" lang="en-US" sz="900" u="none">
                <a:solidFill>
                  <a:srgbClr val="898989"/>
                </a:solidFill>
                <a:latin typeface="Gill Sans"/>
                <a:ea typeface="Gill Sans"/>
                <a:cs typeface="Gill Sans"/>
                <a:sym typeface="Gill Sans"/>
              </a:rPr>
              <a:t>Chapter 2 Crypto Basics.     Dr. Muhammad Iqbal Hossain</a:t>
            </a:r>
            <a:endParaRPr/>
          </a:p>
        </p:txBody>
      </p:sp>
      <p:sp>
        <p:nvSpPr>
          <p:cNvPr id="600" name="Google Shape;600;p37"/>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p38"/>
          <p:cNvSpPr txBox="1"/>
          <p:nvPr>
            <p:ph type="title"/>
          </p:nvPr>
        </p:nvSpPr>
        <p:spPr>
          <a:xfrm>
            <a:off x="468312" y="303212"/>
            <a:ext cx="7886700" cy="1163637"/>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300"/>
              <a:buFont typeface="Calibri"/>
              <a:buNone/>
            </a:pPr>
            <a:r>
              <a:rPr b="0" i="0" lang="en-US" sz="3300" u="none">
                <a:solidFill>
                  <a:schemeClr val="lt1"/>
                </a:solidFill>
                <a:latin typeface="Calibri"/>
                <a:ea typeface="Calibri"/>
                <a:cs typeface="Calibri"/>
                <a:sym typeface="Calibri"/>
              </a:rPr>
              <a:t>Timeline of cryptography</a:t>
            </a:r>
            <a:endParaRPr/>
          </a:p>
        </p:txBody>
      </p:sp>
      <p:sp>
        <p:nvSpPr>
          <p:cNvPr id="606" name="Google Shape;606;p38"/>
          <p:cNvSpPr txBox="1"/>
          <p:nvPr>
            <p:ph idx="1" type="body"/>
          </p:nvPr>
        </p:nvSpPr>
        <p:spPr>
          <a:xfrm>
            <a:off x="468312" y="1668462"/>
            <a:ext cx="7886700" cy="4511675"/>
          </a:xfrm>
          <a:prstGeom prst="rect">
            <a:avLst/>
          </a:prstGeom>
          <a:noFill/>
          <a:ln>
            <a:noFill/>
          </a:ln>
        </p:spPr>
        <p:txBody>
          <a:bodyPr anchorCtr="0" anchor="t" bIns="45700" lIns="91425" spcFirstLastPara="1" rIns="91425" wrap="square" tIns="45700">
            <a:noAutofit/>
          </a:bodyPr>
          <a:lstStyle/>
          <a:p>
            <a:pPr indent="-171450" lvl="0" marL="171450" marR="0" rtl="0" algn="l">
              <a:lnSpc>
                <a:spcPct val="90000"/>
              </a:lnSpc>
              <a:spcBef>
                <a:spcPts val="0"/>
              </a:spcBef>
              <a:spcAft>
                <a:spcPts val="0"/>
              </a:spcAft>
              <a:buClr>
                <a:schemeClr val="dk1"/>
              </a:buClr>
              <a:buSzPts val="2100"/>
              <a:buFont typeface="Arial"/>
              <a:buChar char="•"/>
            </a:pPr>
            <a:r>
              <a:rPr b="0" i="0" lang="en-US" sz="2100" u="none">
                <a:solidFill>
                  <a:schemeClr val="dk1"/>
                </a:solidFill>
                <a:latin typeface="Calibri"/>
                <a:ea typeface="Calibri"/>
                <a:cs typeface="Calibri"/>
                <a:sym typeface="Calibri"/>
              </a:rPr>
              <a:t>1900-1949</a:t>
            </a:r>
            <a:endParaRPr/>
          </a:p>
          <a:p>
            <a:pPr indent="-171450" lvl="1" marL="514350" marR="0" rtl="0" algn="l">
              <a:lnSpc>
                <a:spcPct val="90000"/>
              </a:lnSpc>
              <a:spcBef>
                <a:spcPts val="30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1940 - break of Japan's </a:t>
            </a:r>
            <a:r>
              <a:rPr b="0" i="0" lang="en-US" sz="1800" u="sng" cap="none" strike="noStrike">
                <a:solidFill>
                  <a:schemeClr val="dk1"/>
                </a:solidFill>
                <a:latin typeface="Calibri"/>
                <a:ea typeface="Calibri"/>
                <a:cs typeface="Calibri"/>
                <a:sym typeface="Calibri"/>
                <a:hlinkClick r:id="rId3">
                  <a:extLst>
                    <a:ext uri="{A12FA001-AC4F-418D-AE19-62706E023703}">
                      <ahyp:hlinkClr val="tx"/>
                    </a:ext>
                  </a:extLst>
                </a:hlinkClick>
              </a:rPr>
              <a:t>PURPLE</a:t>
            </a:r>
            <a:r>
              <a:rPr b="0" i="0" lang="en-US" sz="1800" u="none" cap="none" strike="noStrike">
                <a:solidFill>
                  <a:schemeClr val="dk1"/>
                </a:solidFill>
                <a:latin typeface="Calibri"/>
                <a:ea typeface="Calibri"/>
                <a:cs typeface="Calibri"/>
                <a:sym typeface="Calibri"/>
              </a:rPr>
              <a:t> machine cipher</a:t>
            </a:r>
            <a:endParaRPr/>
          </a:p>
          <a:p>
            <a:pPr indent="-171450" lvl="2" marL="857250" marR="0" rtl="0" algn="l">
              <a:lnSpc>
                <a:spcPct val="90000"/>
              </a:lnSpc>
              <a:spcBef>
                <a:spcPts val="300"/>
              </a:spcBef>
              <a:spcAft>
                <a:spcPts val="0"/>
              </a:spcAft>
              <a:buClr>
                <a:schemeClr val="dk1"/>
              </a:buClr>
              <a:buSzPts val="1500"/>
              <a:buFont typeface="Arial"/>
              <a:buChar char="•"/>
            </a:pPr>
            <a:r>
              <a:rPr b="0" i="0" lang="en-US" sz="1500" u="none" cap="none" strike="noStrike">
                <a:solidFill>
                  <a:schemeClr val="dk1"/>
                </a:solidFill>
                <a:latin typeface="Calibri"/>
                <a:ea typeface="Calibri"/>
                <a:cs typeface="Calibri"/>
                <a:sym typeface="Calibri"/>
              </a:rPr>
              <a:t>December 7, 1941 - U.S. Naval base at </a:t>
            </a:r>
            <a:r>
              <a:rPr b="0" i="0" lang="en-US" sz="1500" u="sng" cap="none" strike="noStrike">
                <a:solidFill>
                  <a:schemeClr val="dk1"/>
                </a:solidFill>
                <a:latin typeface="Calibri"/>
                <a:ea typeface="Calibri"/>
                <a:cs typeface="Calibri"/>
                <a:sym typeface="Calibri"/>
                <a:hlinkClick r:id="rId4">
                  <a:extLst>
                    <a:ext uri="{A12FA001-AC4F-418D-AE19-62706E023703}">
                      <ahyp:hlinkClr val="tx"/>
                    </a:ext>
                  </a:extLst>
                </a:hlinkClick>
              </a:rPr>
              <a:t>Pearl Harbor</a:t>
            </a:r>
            <a:r>
              <a:rPr b="0" i="0" lang="en-US" sz="1500" u="none" cap="none" strike="noStrike">
                <a:solidFill>
                  <a:schemeClr val="dk1"/>
                </a:solidFill>
                <a:latin typeface="Calibri"/>
                <a:ea typeface="Calibri"/>
                <a:cs typeface="Calibri"/>
                <a:sym typeface="Calibri"/>
              </a:rPr>
              <a:t> surprised by Japanese attack, despite U.S. breaking of Japanese codes. </a:t>
            </a:r>
            <a:endParaRPr/>
          </a:p>
          <a:p>
            <a:pPr indent="-171450" lvl="1" marL="514350" marR="0" rtl="0" algn="l">
              <a:lnSpc>
                <a:spcPct val="90000"/>
              </a:lnSpc>
              <a:spcBef>
                <a:spcPts val="30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April 1943 - </a:t>
            </a:r>
            <a:r>
              <a:rPr b="0" i="0" lang="en-US" sz="1800" u="sng" cap="none" strike="noStrike">
                <a:solidFill>
                  <a:schemeClr val="dk1"/>
                </a:solidFill>
                <a:latin typeface="Calibri"/>
                <a:ea typeface="Calibri"/>
                <a:cs typeface="Calibri"/>
                <a:sym typeface="Calibri"/>
                <a:hlinkClick r:id="rId5">
                  <a:extLst>
                    <a:ext uri="{A12FA001-AC4F-418D-AE19-62706E023703}">
                      <ahyp:hlinkClr val="tx"/>
                    </a:ext>
                  </a:extLst>
                </a:hlinkClick>
              </a:rPr>
              <a:t>Admiral Yamamoto</a:t>
            </a:r>
            <a:r>
              <a:rPr b="0" i="0" lang="en-US" sz="1800" u="none" cap="none" strike="noStrike">
                <a:solidFill>
                  <a:schemeClr val="dk1"/>
                </a:solidFill>
                <a:latin typeface="Calibri"/>
                <a:ea typeface="Calibri"/>
                <a:cs typeface="Calibri"/>
                <a:sym typeface="Calibri"/>
              </a:rPr>
              <a:t>, architect of Pearl Harbor attack, is assassinated by U.S. forces who know his itinerary from decoded messages  </a:t>
            </a:r>
            <a:endParaRPr/>
          </a:p>
          <a:p>
            <a:pPr indent="-171450" lvl="1" marL="514350" marR="0" rtl="0" algn="l">
              <a:lnSpc>
                <a:spcPct val="90000"/>
              </a:lnSpc>
              <a:spcBef>
                <a:spcPts val="30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1946 - </a:t>
            </a:r>
            <a:r>
              <a:rPr b="0" i="0" lang="en-US" sz="1800" u="none" cap="none" strike="noStrike">
                <a:solidFill>
                  <a:srgbClr val="0000FF"/>
                </a:solidFill>
                <a:latin typeface="Calibri"/>
                <a:ea typeface="Calibri"/>
                <a:cs typeface="Calibri"/>
                <a:sym typeface="Calibri"/>
              </a:rPr>
              <a:t>VENONA</a:t>
            </a:r>
            <a:r>
              <a:rPr b="0" i="0" lang="en-US" sz="1800" u="none" cap="none" strike="noStrike">
                <a:solidFill>
                  <a:schemeClr val="dk1"/>
                </a:solidFill>
                <a:latin typeface="Calibri"/>
                <a:ea typeface="Calibri"/>
                <a:cs typeface="Calibri"/>
                <a:sym typeface="Calibri"/>
              </a:rPr>
              <a:t>'s first break into Soviet espionage traffic from early 1940s </a:t>
            </a:r>
            <a:endParaRPr/>
          </a:p>
          <a:p>
            <a:pPr indent="-171450" lvl="1" marL="514350" marR="0" rtl="0" algn="l">
              <a:lnSpc>
                <a:spcPct val="90000"/>
              </a:lnSpc>
              <a:spcBef>
                <a:spcPts val="300"/>
              </a:spcBef>
              <a:spcAft>
                <a:spcPts val="0"/>
              </a:spcAft>
              <a:buClr>
                <a:srgbClr val="FF0000"/>
              </a:buClr>
              <a:buSzPts val="1800"/>
              <a:buFont typeface="Arial"/>
              <a:buChar char="•"/>
            </a:pPr>
            <a:r>
              <a:rPr b="0" i="0" lang="en-US" sz="1800" u="none" cap="none" strike="noStrike">
                <a:solidFill>
                  <a:srgbClr val="FF0000"/>
                </a:solidFill>
                <a:latin typeface="Calibri"/>
                <a:ea typeface="Calibri"/>
                <a:cs typeface="Calibri"/>
                <a:sym typeface="Calibri"/>
              </a:rPr>
              <a:t>1948 - </a:t>
            </a:r>
            <a:r>
              <a:rPr b="0" i="0" lang="en-US" sz="1800" u="sng" cap="none" strike="noStrike">
                <a:solidFill>
                  <a:srgbClr val="0000FF"/>
                </a:solidFill>
                <a:latin typeface="Calibri"/>
                <a:ea typeface="Calibri"/>
                <a:cs typeface="Calibri"/>
                <a:sym typeface="Calibri"/>
              </a:rPr>
              <a:t>Claude Shannon </a:t>
            </a:r>
            <a:r>
              <a:rPr b="0" i="0" lang="en-US" sz="1800" u="none" cap="none" strike="noStrike">
                <a:solidFill>
                  <a:srgbClr val="0000FF"/>
                </a:solidFill>
                <a:latin typeface="Calibri"/>
                <a:ea typeface="Calibri"/>
                <a:cs typeface="Calibri"/>
                <a:sym typeface="Calibri"/>
              </a:rPr>
              <a:t>writes a paper that establishes the mathematical basis of </a:t>
            </a:r>
            <a:r>
              <a:rPr b="0" i="0" lang="en-US" sz="1800" u="none" cap="none" strike="noStrike">
                <a:solidFill>
                  <a:srgbClr val="FF0000"/>
                </a:solidFill>
                <a:latin typeface="Calibri"/>
                <a:ea typeface="Calibri"/>
                <a:cs typeface="Calibri"/>
                <a:sym typeface="Calibri"/>
              </a:rPr>
              <a:t>information theory </a:t>
            </a:r>
            <a:endParaRPr/>
          </a:p>
        </p:txBody>
      </p:sp>
      <p:sp>
        <p:nvSpPr>
          <p:cNvPr id="607" name="Google Shape;607;p38"/>
          <p:cNvSpPr txBox="1"/>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900"/>
              <a:buFont typeface="Gill Sans"/>
              <a:buNone/>
            </a:pPr>
            <a:r>
              <a:rPr b="0" i="0" lang="en-US" sz="900" u="none">
                <a:solidFill>
                  <a:schemeClr val="accent2"/>
                </a:solidFill>
                <a:latin typeface="Gill Sans"/>
                <a:ea typeface="Gill Sans"/>
                <a:cs typeface="Gill Sans"/>
                <a:sym typeface="Gill Sans"/>
              </a:rPr>
              <a:t>*</a:t>
            </a:r>
            <a:endParaRPr/>
          </a:p>
        </p:txBody>
      </p:sp>
      <p:sp>
        <p:nvSpPr>
          <p:cNvPr id="608" name="Google Shape;608;p38"/>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Gill Sans"/>
              <a:buNone/>
            </a:pPr>
            <a:r>
              <a:rPr b="0" i="0" lang="en-US" sz="900" u="none">
                <a:solidFill>
                  <a:srgbClr val="898989"/>
                </a:solidFill>
                <a:latin typeface="Gill Sans"/>
                <a:ea typeface="Gill Sans"/>
                <a:cs typeface="Gill Sans"/>
                <a:sym typeface="Gill Sans"/>
              </a:rPr>
              <a:t>Chapter 2 Crypto Basics.     Dr. Muhammad Iqbal Hossain</a:t>
            </a:r>
            <a:endParaRPr/>
          </a:p>
        </p:txBody>
      </p:sp>
      <p:sp>
        <p:nvSpPr>
          <p:cNvPr id="609" name="Google Shape;609;p38"/>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p39"/>
          <p:cNvSpPr txBox="1"/>
          <p:nvPr>
            <p:ph type="title"/>
          </p:nvPr>
        </p:nvSpPr>
        <p:spPr>
          <a:xfrm>
            <a:off x="468312" y="303212"/>
            <a:ext cx="7886700" cy="1163637"/>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300"/>
              <a:buFont typeface="Calibri"/>
              <a:buNone/>
            </a:pPr>
            <a:r>
              <a:rPr b="0" i="0" lang="en-US" sz="3300" u="none">
                <a:solidFill>
                  <a:schemeClr val="lt1"/>
                </a:solidFill>
                <a:latin typeface="Calibri"/>
                <a:ea typeface="Calibri"/>
                <a:cs typeface="Calibri"/>
                <a:sym typeface="Calibri"/>
              </a:rPr>
              <a:t>Early 20th Century</a:t>
            </a:r>
            <a:endParaRPr/>
          </a:p>
        </p:txBody>
      </p:sp>
      <p:sp>
        <p:nvSpPr>
          <p:cNvPr id="615" name="Google Shape;615;p39"/>
          <p:cNvSpPr txBox="1"/>
          <p:nvPr>
            <p:ph idx="1" type="body"/>
          </p:nvPr>
        </p:nvSpPr>
        <p:spPr>
          <a:xfrm>
            <a:off x="785812" y="1700212"/>
            <a:ext cx="7597775" cy="4289425"/>
          </a:xfrm>
          <a:prstGeom prst="rect">
            <a:avLst/>
          </a:prstGeom>
          <a:noFill/>
          <a:ln>
            <a:noFill/>
          </a:ln>
        </p:spPr>
        <p:txBody>
          <a:bodyPr anchorCtr="0" anchor="t" bIns="45700" lIns="91425" spcFirstLastPara="1" rIns="91425" wrap="square" tIns="45700">
            <a:noAutofit/>
          </a:bodyPr>
          <a:lstStyle/>
          <a:p>
            <a:pPr indent="-171450" lvl="0" marL="171450" marR="0" rtl="0" algn="l">
              <a:lnSpc>
                <a:spcPct val="90000"/>
              </a:lnSpc>
              <a:spcBef>
                <a:spcPts val="0"/>
              </a:spcBef>
              <a:spcAft>
                <a:spcPts val="0"/>
              </a:spcAft>
              <a:buClr>
                <a:schemeClr val="dk1"/>
              </a:buClr>
              <a:buSzPts val="2100"/>
              <a:buFont typeface="Arial"/>
              <a:buChar char="•"/>
            </a:pPr>
            <a:r>
              <a:rPr b="0" i="0" lang="en-US" sz="2100" u="none">
                <a:solidFill>
                  <a:schemeClr val="dk1"/>
                </a:solidFill>
                <a:latin typeface="Calibri"/>
                <a:ea typeface="Calibri"/>
                <a:cs typeface="Calibri"/>
                <a:sym typeface="Calibri"/>
              </a:rPr>
              <a:t>WWI ⎯ Zimmerman Telegram</a:t>
            </a:r>
            <a:endParaRPr/>
          </a:p>
          <a:p>
            <a:pPr indent="-171450" lvl="0" marL="171450" marR="0" rtl="0" algn="l">
              <a:lnSpc>
                <a:spcPct val="90000"/>
              </a:lnSpc>
              <a:spcBef>
                <a:spcPts val="700"/>
              </a:spcBef>
              <a:spcAft>
                <a:spcPts val="0"/>
              </a:spcAft>
              <a:buClr>
                <a:srgbClr val="2B10F0"/>
              </a:buClr>
              <a:buSzPts val="2100"/>
              <a:buFont typeface="Arial"/>
              <a:buChar char="•"/>
            </a:pPr>
            <a:r>
              <a:rPr b="0" i="0" lang="en-US" sz="2100" u="none">
                <a:solidFill>
                  <a:srgbClr val="2B10F0"/>
                </a:solidFill>
                <a:latin typeface="Calibri"/>
                <a:ea typeface="Calibri"/>
                <a:cs typeface="Calibri"/>
                <a:sym typeface="Calibri"/>
              </a:rPr>
              <a:t>“Gentlemen do not read each other’s mail” </a:t>
            </a:r>
            <a:r>
              <a:rPr b="0" i="0" lang="en-US" sz="2100" u="none">
                <a:solidFill>
                  <a:schemeClr val="dk1"/>
                </a:solidFill>
                <a:latin typeface="Calibri"/>
                <a:ea typeface="Calibri"/>
                <a:cs typeface="Calibri"/>
                <a:sym typeface="Calibri"/>
              </a:rPr>
              <a:t>⎯ Henry L. Stimson, Secretary of State, 1929</a:t>
            </a:r>
            <a:endParaRPr/>
          </a:p>
          <a:p>
            <a:pPr indent="-171450" lvl="0" marL="171450" marR="0" rtl="0" algn="l">
              <a:lnSpc>
                <a:spcPct val="90000"/>
              </a:lnSpc>
              <a:spcBef>
                <a:spcPts val="700"/>
              </a:spcBef>
              <a:spcAft>
                <a:spcPts val="0"/>
              </a:spcAft>
              <a:buClr>
                <a:schemeClr val="dk1"/>
              </a:buClr>
              <a:buSzPts val="2100"/>
              <a:buFont typeface="Arial"/>
              <a:buChar char="•"/>
            </a:pPr>
            <a:r>
              <a:rPr b="0" i="0" lang="en-US" sz="2100" u="none">
                <a:solidFill>
                  <a:schemeClr val="dk1"/>
                </a:solidFill>
                <a:latin typeface="Calibri"/>
                <a:ea typeface="Calibri"/>
                <a:cs typeface="Calibri"/>
                <a:sym typeface="Calibri"/>
              </a:rPr>
              <a:t>WWII ⎯ golden age of cryptanalysis</a:t>
            </a:r>
            <a:endParaRPr/>
          </a:p>
          <a:p>
            <a:pPr indent="-171450" lvl="1" marL="514350" marR="0" rtl="0" algn="l">
              <a:lnSpc>
                <a:spcPct val="90000"/>
              </a:lnSpc>
              <a:spcBef>
                <a:spcPts val="300"/>
              </a:spcBef>
              <a:spcAft>
                <a:spcPts val="0"/>
              </a:spcAft>
              <a:buClr>
                <a:schemeClr val="dk1"/>
              </a:buClr>
              <a:buSzPts val="1800"/>
              <a:buFont typeface="Arial"/>
              <a:buChar char="•"/>
            </a:pPr>
            <a:r>
              <a:rPr b="0" i="0" lang="en-US" sz="1800" u="sng" cap="none" strike="noStrike">
                <a:solidFill>
                  <a:schemeClr val="dk1"/>
                </a:solidFill>
                <a:latin typeface="Calibri"/>
                <a:ea typeface="Calibri"/>
                <a:cs typeface="Calibri"/>
                <a:sym typeface="Calibri"/>
                <a:hlinkClick r:id="rId3">
                  <a:extLst>
                    <a:ext uri="{A12FA001-AC4F-418D-AE19-62706E023703}">
                      <ahyp:hlinkClr val="tx"/>
                    </a:ext>
                  </a:extLst>
                </a:hlinkClick>
              </a:rPr>
              <a:t>Japanese </a:t>
            </a:r>
            <a:r>
              <a:rPr b="1" i="0" lang="en-US" sz="1800" u="sng" cap="none" strike="noStrike">
                <a:solidFill>
                  <a:srgbClr val="FF0000"/>
                </a:solidFill>
                <a:latin typeface="Calibri"/>
                <a:ea typeface="Calibri"/>
                <a:cs typeface="Calibri"/>
                <a:sym typeface="Calibri"/>
                <a:hlinkClick r:id="rId4">
                  <a:extLst>
                    <a:ext uri="{A12FA001-AC4F-418D-AE19-62706E023703}">
                      <ahyp:hlinkClr val="tx"/>
                    </a:ext>
                  </a:extLst>
                </a:hlinkClick>
              </a:rPr>
              <a:t>Purple</a:t>
            </a:r>
            <a:r>
              <a:rPr b="0" i="0" lang="en-US" sz="1800" u="sng" cap="none" strike="noStrike">
                <a:solidFill>
                  <a:schemeClr val="dk1"/>
                </a:solidFill>
                <a:latin typeface="Calibri"/>
                <a:ea typeface="Calibri"/>
                <a:cs typeface="Calibri"/>
                <a:sym typeface="Calibri"/>
                <a:hlinkClick r:id="rId5">
                  <a:extLst>
                    <a:ext uri="{A12FA001-AC4F-418D-AE19-62706E023703}">
                      <ahyp:hlinkClr val="tx"/>
                    </a:ext>
                  </a:extLst>
                </a:hlinkClick>
              </a:rPr>
              <a:t> </a:t>
            </a:r>
            <a:r>
              <a:rPr b="0" i="0" lang="en-US" sz="1800" u="none" cap="none" strike="noStrike">
                <a:solidFill>
                  <a:schemeClr val="dk1"/>
                </a:solidFill>
                <a:latin typeface="Calibri"/>
                <a:ea typeface="Calibri"/>
                <a:cs typeface="Calibri"/>
                <a:sym typeface="Calibri"/>
              </a:rPr>
              <a:t>(codename </a:t>
            </a:r>
            <a:r>
              <a:rPr b="1" i="0" lang="en-US" sz="1800" u="none" cap="none" strike="noStrike">
                <a:solidFill>
                  <a:schemeClr val="dk1"/>
                </a:solidFill>
                <a:latin typeface="Times New Roman"/>
                <a:ea typeface="Times New Roman"/>
                <a:cs typeface="Times New Roman"/>
                <a:sym typeface="Times New Roman"/>
              </a:rPr>
              <a:t>MAGIC</a:t>
            </a:r>
            <a:r>
              <a:rPr b="0" i="0" lang="en-US" sz="1800" u="none" cap="none" strike="noStrike">
                <a:solidFill>
                  <a:schemeClr val="dk1"/>
                </a:solidFill>
                <a:latin typeface="Calibri"/>
                <a:ea typeface="Calibri"/>
                <a:cs typeface="Calibri"/>
                <a:sym typeface="Calibri"/>
              </a:rPr>
              <a:t>)</a:t>
            </a:r>
            <a:endParaRPr/>
          </a:p>
          <a:p>
            <a:pPr indent="-171450" lvl="1" marL="514350" marR="0" rtl="0" algn="l">
              <a:lnSpc>
                <a:spcPct val="90000"/>
              </a:lnSpc>
              <a:spcBef>
                <a:spcPts val="300"/>
              </a:spcBef>
              <a:spcAft>
                <a:spcPts val="0"/>
              </a:spcAft>
              <a:buClr>
                <a:schemeClr val="dk1"/>
              </a:buClr>
              <a:buSzPts val="1800"/>
              <a:buFont typeface="Arial"/>
              <a:buChar char="•"/>
            </a:pPr>
            <a:r>
              <a:rPr b="0" i="0" lang="en-US" sz="1800" u="sng" cap="none" strike="noStrike">
                <a:solidFill>
                  <a:schemeClr val="dk1"/>
                </a:solidFill>
                <a:latin typeface="Calibri"/>
                <a:ea typeface="Calibri"/>
                <a:cs typeface="Calibri"/>
                <a:sym typeface="Calibri"/>
                <a:hlinkClick r:id="rId6">
                  <a:extLst>
                    <a:ext uri="{A12FA001-AC4F-418D-AE19-62706E023703}">
                      <ahyp:hlinkClr val="tx"/>
                    </a:ext>
                  </a:extLst>
                </a:hlinkClick>
              </a:rPr>
              <a:t>German </a:t>
            </a:r>
            <a:r>
              <a:rPr b="1" i="0" lang="en-US" sz="1800" u="sng" cap="none" strike="noStrike">
                <a:solidFill>
                  <a:srgbClr val="FF0000"/>
                </a:solidFill>
                <a:latin typeface="Calibri"/>
                <a:ea typeface="Calibri"/>
                <a:cs typeface="Calibri"/>
                <a:sym typeface="Calibri"/>
                <a:hlinkClick r:id="rId7">
                  <a:extLst>
                    <a:ext uri="{A12FA001-AC4F-418D-AE19-62706E023703}">
                      <ahyp:hlinkClr val="tx"/>
                    </a:ext>
                  </a:extLst>
                </a:hlinkClick>
              </a:rPr>
              <a:t>Enigma</a:t>
            </a:r>
            <a:r>
              <a:rPr b="0" i="0" lang="en-US" sz="1800" u="sng" cap="none" strike="noStrike">
                <a:solidFill>
                  <a:schemeClr val="dk1"/>
                </a:solidFill>
                <a:latin typeface="Calibri"/>
                <a:ea typeface="Calibri"/>
                <a:cs typeface="Calibri"/>
                <a:sym typeface="Calibri"/>
                <a:hlinkClick r:id="rId8">
                  <a:extLst>
                    <a:ext uri="{A12FA001-AC4F-418D-AE19-62706E023703}">
                      <ahyp:hlinkClr val="tx"/>
                    </a:ext>
                  </a:extLst>
                </a:hlinkClick>
              </a:rPr>
              <a:t> </a:t>
            </a:r>
            <a:r>
              <a:rPr b="0" i="0" lang="en-US" sz="1800" u="none" cap="none" strike="noStrike">
                <a:solidFill>
                  <a:schemeClr val="dk1"/>
                </a:solidFill>
                <a:latin typeface="Calibri"/>
                <a:ea typeface="Calibri"/>
                <a:cs typeface="Calibri"/>
                <a:sym typeface="Calibri"/>
              </a:rPr>
              <a:t>(codename </a:t>
            </a:r>
            <a:r>
              <a:rPr b="1" i="0" lang="en-US" sz="1800" u="none" cap="none" strike="noStrike">
                <a:solidFill>
                  <a:schemeClr val="dk1"/>
                </a:solidFill>
                <a:latin typeface="Times New Roman"/>
                <a:ea typeface="Times New Roman"/>
                <a:cs typeface="Times New Roman"/>
                <a:sym typeface="Times New Roman"/>
              </a:rPr>
              <a:t>ULTRA</a:t>
            </a:r>
            <a:r>
              <a:rPr b="0" i="0" lang="en-US" sz="1800" u="none" cap="none" strike="noStrike">
                <a:solidFill>
                  <a:schemeClr val="dk1"/>
                </a:solidFill>
                <a:latin typeface="Calibri"/>
                <a:ea typeface="Calibri"/>
                <a:cs typeface="Calibri"/>
                <a:sym typeface="Calibri"/>
              </a:rPr>
              <a:t>)</a:t>
            </a:r>
            <a:endParaRPr/>
          </a:p>
        </p:txBody>
      </p:sp>
      <p:sp>
        <p:nvSpPr>
          <p:cNvPr id="616" name="Google Shape;616;p39"/>
          <p:cNvSpPr txBox="1"/>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900"/>
              <a:buFont typeface="Gill Sans"/>
              <a:buNone/>
            </a:pPr>
            <a:r>
              <a:rPr b="0" i="0" lang="en-US" sz="900" u="none">
                <a:solidFill>
                  <a:schemeClr val="accent2"/>
                </a:solidFill>
                <a:latin typeface="Gill Sans"/>
                <a:ea typeface="Gill Sans"/>
                <a:cs typeface="Gill Sans"/>
                <a:sym typeface="Gill Sans"/>
              </a:rPr>
              <a:t>*</a:t>
            </a:r>
            <a:endParaRPr/>
          </a:p>
        </p:txBody>
      </p:sp>
      <p:sp>
        <p:nvSpPr>
          <p:cNvPr id="617" name="Google Shape;617;p39"/>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Gill Sans"/>
              <a:buNone/>
            </a:pPr>
            <a:r>
              <a:rPr b="0" i="0" lang="en-US" sz="900" u="none">
                <a:solidFill>
                  <a:srgbClr val="898989"/>
                </a:solidFill>
                <a:latin typeface="Gill Sans"/>
                <a:ea typeface="Gill Sans"/>
                <a:cs typeface="Gill Sans"/>
                <a:sym typeface="Gill Sans"/>
              </a:rPr>
              <a:t>Chapter 2 Crypto Basics.     Dr. Muhammad Iqbal Hossain</a:t>
            </a:r>
            <a:endParaRPr/>
          </a:p>
        </p:txBody>
      </p:sp>
      <p:sp>
        <p:nvSpPr>
          <p:cNvPr id="618" name="Google Shape;618;p39"/>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40"/>
          <p:cNvSpPr txBox="1"/>
          <p:nvPr>
            <p:ph type="title"/>
          </p:nvPr>
        </p:nvSpPr>
        <p:spPr>
          <a:xfrm>
            <a:off x="468312" y="303212"/>
            <a:ext cx="7886700" cy="1163637"/>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300"/>
              <a:buFont typeface="Calibri"/>
              <a:buNone/>
            </a:pPr>
            <a:r>
              <a:rPr b="0" i="0" lang="en-US" sz="3300" u="none">
                <a:solidFill>
                  <a:schemeClr val="lt1"/>
                </a:solidFill>
                <a:latin typeface="Calibri"/>
                <a:ea typeface="Calibri"/>
                <a:cs typeface="Calibri"/>
                <a:sym typeface="Calibri"/>
              </a:rPr>
              <a:t>Enigma Machine</a:t>
            </a:r>
            <a:endParaRPr/>
          </a:p>
        </p:txBody>
      </p:sp>
      <p:pic>
        <p:nvPicPr>
          <p:cNvPr id="624" name="Google Shape;624;p40"/>
          <p:cNvPicPr preferRelativeResize="0"/>
          <p:nvPr>
            <p:ph idx="1" type="body"/>
          </p:nvPr>
        </p:nvPicPr>
        <p:blipFill rotWithShape="1">
          <a:blip r:embed="rId3">
            <a:alphaModFix/>
          </a:blip>
          <a:srcRect b="0" l="0" r="0" t="0"/>
          <a:stretch/>
        </p:blipFill>
        <p:spPr>
          <a:xfrm>
            <a:off x="6357937" y="1928812"/>
            <a:ext cx="2286000" cy="3573462"/>
          </a:xfrm>
          <a:prstGeom prst="rect">
            <a:avLst/>
          </a:prstGeom>
          <a:noFill/>
          <a:ln>
            <a:noFill/>
          </a:ln>
        </p:spPr>
      </p:pic>
      <p:sp>
        <p:nvSpPr>
          <p:cNvPr id="625" name="Google Shape;625;p40"/>
          <p:cNvSpPr txBox="1"/>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900"/>
              <a:buFont typeface="Gill Sans"/>
              <a:buNone/>
            </a:pPr>
            <a:r>
              <a:rPr b="0" i="0" lang="en-US" sz="900" u="none">
                <a:solidFill>
                  <a:schemeClr val="accent2"/>
                </a:solidFill>
                <a:latin typeface="Gill Sans"/>
                <a:ea typeface="Gill Sans"/>
                <a:cs typeface="Gill Sans"/>
                <a:sym typeface="Gill Sans"/>
              </a:rPr>
              <a:t>*</a:t>
            </a:r>
            <a:endParaRPr/>
          </a:p>
        </p:txBody>
      </p:sp>
      <p:sp>
        <p:nvSpPr>
          <p:cNvPr id="626" name="Google Shape;626;p40"/>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Gill Sans"/>
              <a:buNone/>
            </a:pPr>
            <a:r>
              <a:rPr b="0" i="0" lang="en-US" sz="900" u="none">
                <a:solidFill>
                  <a:srgbClr val="898989"/>
                </a:solidFill>
                <a:latin typeface="Gill Sans"/>
                <a:ea typeface="Gill Sans"/>
                <a:cs typeface="Gill Sans"/>
                <a:sym typeface="Gill Sans"/>
              </a:rPr>
              <a:t>Chapter 2 Crypto Basics.     Dr. Muhammad Iqbal Hossain</a:t>
            </a:r>
            <a:endParaRPr/>
          </a:p>
        </p:txBody>
      </p:sp>
      <p:sp>
        <p:nvSpPr>
          <p:cNvPr id="627" name="Google Shape;627;p40"/>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sp>
        <p:nvSpPr>
          <p:cNvPr id="628" name="Google Shape;628;p40"/>
          <p:cNvSpPr txBox="1"/>
          <p:nvPr/>
        </p:nvSpPr>
        <p:spPr>
          <a:xfrm>
            <a:off x="581025" y="1928812"/>
            <a:ext cx="5500687" cy="4170362"/>
          </a:xfrm>
          <a:prstGeom prst="rect">
            <a:avLst/>
          </a:prstGeom>
          <a:noFill/>
          <a:ln>
            <a:noFill/>
          </a:ln>
        </p:spPr>
        <p:txBody>
          <a:bodyPr anchorCtr="0" anchor="t" bIns="45700" lIns="91425" spcFirstLastPara="1" rIns="91425" wrap="square" tIns="45700">
            <a:spAutoFit/>
          </a:bodyPr>
          <a:lstStyle/>
          <a:p>
            <a:pPr indent="-271462" lvl="0" marL="271462" marR="0" rtl="0" algn="l">
              <a:lnSpc>
                <a:spcPct val="100000"/>
              </a:lnSpc>
              <a:spcBef>
                <a:spcPts val="0"/>
              </a:spcBef>
              <a:spcAft>
                <a:spcPts val="0"/>
              </a:spcAft>
              <a:buClr>
                <a:schemeClr val="dk1"/>
              </a:buClr>
              <a:buSzPts val="2000"/>
              <a:buFont typeface="Arial"/>
              <a:buChar char="•"/>
            </a:pPr>
            <a:r>
              <a:rPr b="0" i="0" lang="en-US" sz="2000" u="none">
                <a:solidFill>
                  <a:schemeClr val="dk1"/>
                </a:solidFill>
                <a:latin typeface="Gill Sans"/>
                <a:ea typeface="Gill Sans"/>
                <a:cs typeface="Gill Sans"/>
                <a:sym typeface="Gill Sans"/>
              </a:rPr>
              <a:t>Encryption machine used by Germans in the WWII, relies on electricity</a:t>
            </a:r>
            <a:endParaRPr/>
          </a:p>
          <a:p>
            <a:pPr indent="-271462" lvl="0" marL="271462" marR="0" rtl="0" algn="l">
              <a:lnSpc>
                <a:spcPct val="100000"/>
              </a:lnSpc>
              <a:spcBef>
                <a:spcPts val="600"/>
              </a:spcBef>
              <a:spcAft>
                <a:spcPts val="0"/>
              </a:spcAft>
              <a:buClr>
                <a:srgbClr val="FF0000"/>
              </a:buClr>
              <a:buSzPts val="2000"/>
              <a:buFont typeface="Arial"/>
              <a:buChar char="•"/>
            </a:pPr>
            <a:r>
              <a:rPr b="0" i="0" lang="en-US" sz="2000" u="none">
                <a:solidFill>
                  <a:srgbClr val="FF0000"/>
                </a:solidFill>
                <a:latin typeface="Gill Sans"/>
                <a:ea typeface="Gill Sans"/>
                <a:cs typeface="Gill Sans"/>
                <a:sym typeface="Gill Sans"/>
              </a:rPr>
              <a:t>Plug board</a:t>
            </a:r>
            <a:r>
              <a:rPr b="0" i="0" lang="en-US" sz="2000" u="none">
                <a:solidFill>
                  <a:schemeClr val="dk1"/>
                </a:solidFill>
                <a:latin typeface="Gill Sans"/>
                <a:ea typeface="Gill Sans"/>
                <a:cs typeface="Gill Sans"/>
                <a:sym typeface="Gill Sans"/>
              </a:rPr>
              <a:t>: allowed for pairs of letters to be remapped before the encryption process started and after it ended.</a:t>
            </a:r>
            <a:endParaRPr/>
          </a:p>
          <a:p>
            <a:pPr indent="-271462" lvl="0" marL="271462" marR="0" rtl="0" algn="l">
              <a:lnSpc>
                <a:spcPct val="100000"/>
              </a:lnSpc>
              <a:spcBef>
                <a:spcPts val="600"/>
              </a:spcBef>
              <a:spcAft>
                <a:spcPts val="0"/>
              </a:spcAft>
              <a:buClr>
                <a:srgbClr val="FF0000"/>
              </a:buClr>
              <a:buSzPts val="2000"/>
              <a:buFont typeface="Arial"/>
              <a:buChar char="•"/>
            </a:pPr>
            <a:r>
              <a:rPr b="0" i="0" lang="en-US" sz="2000" u="none">
                <a:solidFill>
                  <a:srgbClr val="FF0000"/>
                </a:solidFill>
                <a:latin typeface="Gill Sans"/>
                <a:ea typeface="Gill Sans"/>
                <a:cs typeface="Gill Sans"/>
                <a:sym typeface="Gill Sans"/>
              </a:rPr>
              <a:t>Light board</a:t>
            </a:r>
            <a:endParaRPr/>
          </a:p>
          <a:p>
            <a:pPr indent="-271462" lvl="0" marL="271462" marR="0" rtl="0" algn="l">
              <a:lnSpc>
                <a:spcPct val="100000"/>
              </a:lnSpc>
              <a:spcBef>
                <a:spcPts val="600"/>
              </a:spcBef>
              <a:spcAft>
                <a:spcPts val="0"/>
              </a:spcAft>
              <a:buClr>
                <a:srgbClr val="FF0000"/>
              </a:buClr>
              <a:buSzPts val="2000"/>
              <a:buFont typeface="Arial"/>
              <a:buChar char="•"/>
            </a:pPr>
            <a:r>
              <a:rPr b="0" i="0" lang="en-US" sz="2000" u="none">
                <a:solidFill>
                  <a:srgbClr val="FF0000"/>
                </a:solidFill>
                <a:latin typeface="Gill Sans"/>
                <a:ea typeface="Gill Sans"/>
                <a:cs typeface="Gill Sans"/>
                <a:sym typeface="Gill Sans"/>
              </a:rPr>
              <a:t>Keyboard</a:t>
            </a:r>
            <a:endParaRPr/>
          </a:p>
          <a:p>
            <a:pPr indent="-271462" lvl="0" marL="271462" marR="0" rtl="0" algn="l">
              <a:lnSpc>
                <a:spcPct val="100000"/>
              </a:lnSpc>
              <a:spcBef>
                <a:spcPts val="600"/>
              </a:spcBef>
              <a:spcAft>
                <a:spcPts val="0"/>
              </a:spcAft>
              <a:buClr>
                <a:srgbClr val="FF0000"/>
              </a:buClr>
              <a:buSzPts val="2000"/>
              <a:buFont typeface="Arial"/>
              <a:buChar char="•"/>
            </a:pPr>
            <a:r>
              <a:rPr b="0" i="0" lang="en-US" sz="2000" u="none">
                <a:solidFill>
                  <a:srgbClr val="FF0000"/>
                </a:solidFill>
                <a:latin typeface="Gill Sans"/>
                <a:ea typeface="Gill Sans"/>
                <a:cs typeface="Gill Sans"/>
                <a:sym typeface="Gill Sans"/>
              </a:rPr>
              <a:t>Set of rotors</a:t>
            </a:r>
            <a:r>
              <a:rPr b="0" i="0" lang="en-US" sz="2000" u="none">
                <a:solidFill>
                  <a:schemeClr val="dk1"/>
                </a:solidFill>
                <a:latin typeface="Gill Sans"/>
                <a:ea typeface="Gill Sans"/>
                <a:cs typeface="Gill Sans"/>
                <a:sym typeface="Gill Sans"/>
              </a:rPr>
              <a:t>: user must select </a:t>
            </a:r>
            <a:r>
              <a:rPr b="0" i="0" lang="en-US" sz="2000" u="none">
                <a:solidFill>
                  <a:srgbClr val="2B10F0"/>
                </a:solidFill>
                <a:latin typeface="Gill Sans"/>
                <a:ea typeface="Gill Sans"/>
                <a:cs typeface="Gill Sans"/>
                <a:sym typeface="Gill Sans"/>
              </a:rPr>
              <a:t>three rotors</a:t>
            </a:r>
            <a:r>
              <a:rPr b="0" i="0" lang="en-US" sz="2000" u="none">
                <a:solidFill>
                  <a:schemeClr val="dk1"/>
                </a:solidFill>
                <a:latin typeface="Gill Sans"/>
                <a:ea typeface="Gill Sans"/>
                <a:cs typeface="Gill Sans"/>
                <a:sym typeface="Gill Sans"/>
              </a:rPr>
              <a:t> from a set of rotors to be used in the machine. A rotor contains one-to-one mappings of all the letters. </a:t>
            </a:r>
            <a:endParaRPr/>
          </a:p>
          <a:p>
            <a:pPr indent="-271462" lvl="0" marL="271462" marR="0" rtl="0" algn="l">
              <a:lnSpc>
                <a:spcPct val="100000"/>
              </a:lnSpc>
              <a:spcBef>
                <a:spcPts val="600"/>
              </a:spcBef>
              <a:spcAft>
                <a:spcPts val="0"/>
              </a:spcAft>
              <a:buClr>
                <a:srgbClr val="FF0000"/>
              </a:buClr>
              <a:buSzPts val="2000"/>
              <a:buFont typeface="Arial"/>
              <a:buChar char="•"/>
            </a:pPr>
            <a:r>
              <a:rPr b="0" i="0" lang="en-US" sz="2000" u="none">
                <a:solidFill>
                  <a:srgbClr val="FF0000"/>
                </a:solidFill>
                <a:latin typeface="Gill Sans"/>
                <a:ea typeface="Gill Sans"/>
                <a:cs typeface="Gill Sans"/>
                <a:sym typeface="Gill Sans"/>
              </a:rPr>
              <a:t>Reflector</a:t>
            </a:r>
            <a:r>
              <a:rPr b="0" i="0" lang="en-US" sz="2000" u="none">
                <a:solidFill>
                  <a:schemeClr val="dk1"/>
                </a:solidFill>
                <a:latin typeface="Gill Sans"/>
                <a:ea typeface="Gill Sans"/>
                <a:cs typeface="Gill Sans"/>
                <a:sym typeface="Gill Sans"/>
              </a:rPr>
              <a:t> (half rotor).</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3" name="Shape 633"/>
        <p:cNvGrpSpPr/>
        <p:nvPr/>
      </p:nvGrpSpPr>
      <p:grpSpPr>
        <a:xfrm>
          <a:off x="0" y="0"/>
          <a:ext cx="0" cy="0"/>
          <a:chOff x="0" y="0"/>
          <a:chExt cx="0" cy="0"/>
        </a:xfrm>
      </p:grpSpPr>
      <p:sp>
        <p:nvSpPr>
          <p:cNvPr id="634" name="Google Shape;634;p41"/>
          <p:cNvSpPr txBox="1"/>
          <p:nvPr>
            <p:ph type="title"/>
          </p:nvPr>
        </p:nvSpPr>
        <p:spPr>
          <a:xfrm>
            <a:off x="581025" y="687387"/>
            <a:ext cx="7989887" cy="869950"/>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300"/>
              <a:buFont typeface="Calibri"/>
              <a:buNone/>
            </a:pPr>
            <a:r>
              <a:rPr b="0" i="0" lang="en-US" sz="3300" u="none">
                <a:solidFill>
                  <a:schemeClr val="lt1"/>
                </a:solidFill>
                <a:latin typeface="Calibri"/>
                <a:ea typeface="Calibri"/>
                <a:cs typeface="Calibri"/>
                <a:sym typeface="Calibri"/>
              </a:rPr>
              <a:t>Japanese Purple Machine</a:t>
            </a:r>
            <a:endParaRPr/>
          </a:p>
        </p:txBody>
      </p:sp>
      <p:pic>
        <p:nvPicPr>
          <p:cNvPr id="635" name="Google Shape;635;p41"/>
          <p:cNvPicPr preferRelativeResize="0"/>
          <p:nvPr>
            <p:ph idx="1" type="body"/>
          </p:nvPr>
        </p:nvPicPr>
        <p:blipFill rotWithShape="1">
          <a:blip r:embed="rId3">
            <a:alphaModFix/>
          </a:blip>
          <a:srcRect b="0" l="0" r="0" t="0"/>
          <a:stretch/>
        </p:blipFill>
        <p:spPr>
          <a:xfrm>
            <a:off x="5286375" y="2357437"/>
            <a:ext cx="2857500" cy="2743200"/>
          </a:xfrm>
          <a:prstGeom prst="rect">
            <a:avLst/>
          </a:prstGeom>
          <a:noFill/>
          <a:ln>
            <a:noFill/>
          </a:ln>
        </p:spPr>
      </p:pic>
      <p:sp>
        <p:nvSpPr>
          <p:cNvPr id="636" name="Google Shape;636;p41"/>
          <p:cNvSpPr txBox="1"/>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900"/>
              <a:buFont typeface="Gill Sans"/>
              <a:buNone/>
            </a:pPr>
            <a:r>
              <a:rPr b="0" i="0" lang="en-US" sz="900" u="none">
                <a:solidFill>
                  <a:schemeClr val="accent2"/>
                </a:solidFill>
                <a:latin typeface="Gill Sans"/>
                <a:ea typeface="Gill Sans"/>
                <a:cs typeface="Gill Sans"/>
                <a:sym typeface="Gill Sans"/>
              </a:rPr>
              <a:t>*</a:t>
            </a:r>
            <a:endParaRPr/>
          </a:p>
        </p:txBody>
      </p:sp>
      <p:sp>
        <p:nvSpPr>
          <p:cNvPr id="637" name="Google Shape;637;p41"/>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Gill Sans"/>
              <a:buNone/>
            </a:pPr>
            <a:r>
              <a:rPr b="0" i="0" lang="en-US" sz="900" u="none">
                <a:solidFill>
                  <a:srgbClr val="898989"/>
                </a:solidFill>
                <a:latin typeface="Gill Sans"/>
                <a:ea typeface="Gill Sans"/>
                <a:cs typeface="Gill Sans"/>
                <a:sym typeface="Gill Sans"/>
              </a:rPr>
              <a:t>Chapter 2 Crypto Basics.     Dr. Muhammad Iqbal Hossain</a:t>
            </a:r>
            <a:endParaRPr/>
          </a:p>
        </p:txBody>
      </p:sp>
      <p:sp>
        <p:nvSpPr>
          <p:cNvPr id="638" name="Google Shape;638;p41"/>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sp>
        <p:nvSpPr>
          <p:cNvPr id="639" name="Google Shape;639;p41"/>
          <p:cNvSpPr txBox="1"/>
          <p:nvPr/>
        </p:nvSpPr>
        <p:spPr>
          <a:xfrm>
            <a:off x="928687" y="1857375"/>
            <a:ext cx="4357687" cy="3724275"/>
          </a:xfrm>
          <a:prstGeom prst="rect">
            <a:avLst/>
          </a:prstGeom>
          <a:noFill/>
          <a:ln>
            <a:noFill/>
          </a:ln>
        </p:spPr>
        <p:txBody>
          <a:bodyPr anchorCtr="0" anchor="t" bIns="45700" lIns="91425" spcFirstLastPara="1" rIns="91425" wrap="square" tIns="45700">
            <a:spAutoFit/>
          </a:bodyPr>
          <a:lstStyle/>
          <a:p>
            <a:pPr indent="-361950" lvl="0" marL="361950" marR="0" rtl="0" algn="l">
              <a:lnSpc>
                <a:spcPct val="100000"/>
              </a:lnSpc>
              <a:spcBef>
                <a:spcPts val="0"/>
              </a:spcBef>
              <a:spcAft>
                <a:spcPts val="0"/>
              </a:spcAft>
              <a:buClr>
                <a:schemeClr val="dk1"/>
              </a:buClr>
              <a:buSzPts val="1680"/>
              <a:buFont typeface="Noto Sans Symbols"/>
              <a:buChar char="●"/>
            </a:pPr>
            <a:r>
              <a:rPr b="0" i="0" lang="en-US" sz="2400" u="none">
                <a:solidFill>
                  <a:schemeClr val="dk1"/>
                </a:solidFill>
                <a:latin typeface="Gill Sans"/>
                <a:ea typeface="Gill Sans"/>
                <a:cs typeface="Gill Sans"/>
                <a:sym typeface="Gill Sans"/>
              </a:rPr>
              <a:t>Electromechanical </a:t>
            </a:r>
            <a:br>
              <a:rPr b="0" i="0" lang="en-US" sz="2400" u="none">
                <a:solidFill>
                  <a:schemeClr val="dk1"/>
                </a:solidFill>
                <a:latin typeface="Gill Sans"/>
                <a:ea typeface="Gill Sans"/>
                <a:cs typeface="Gill Sans"/>
                <a:sym typeface="Gill Sans"/>
              </a:rPr>
            </a:br>
            <a:r>
              <a:rPr b="0" i="0" lang="en-US" sz="2400" u="none">
                <a:solidFill>
                  <a:schemeClr val="dk1"/>
                </a:solidFill>
                <a:latin typeface="Gill Sans"/>
                <a:ea typeface="Gill Sans"/>
                <a:cs typeface="Gill Sans"/>
                <a:sym typeface="Gill Sans"/>
              </a:rPr>
              <a:t>stepping switch machine</a:t>
            </a:r>
            <a:br>
              <a:rPr b="0" i="0" lang="en-US" sz="2400" u="none">
                <a:solidFill>
                  <a:schemeClr val="dk1"/>
                </a:solidFill>
                <a:latin typeface="Gill Sans"/>
                <a:ea typeface="Gill Sans"/>
                <a:cs typeface="Gill Sans"/>
                <a:sym typeface="Gill Sans"/>
              </a:rPr>
            </a:br>
            <a:r>
              <a:rPr b="0" i="0" lang="en-US" sz="2400" u="none">
                <a:solidFill>
                  <a:schemeClr val="dk1"/>
                </a:solidFill>
                <a:latin typeface="Gill Sans"/>
                <a:ea typeface="Gill Sans"/>
                <a:cs typeface="Gill Sans"/>
                <a:sym typeface="Gill Sans"/>
              </a:rPr>
              <a:t>modeled after Enigma.</a:t>
            </a:r>
            <a:endParaRPr/>
          </a:p>
          <a:p>
            <a:pPr indent="-361950" lvl="0" marL="361950" marR="0" rtl="0" algn="l">
              <a:lnSpc>
                <a:spcPct val="100000"/>
              </a:lnSpc>
              <a:spcBef>
                <a:spcPts val="1200"/>
              </a:spcBef>
              <a:spcAft>
                <a:spcPts val="0"/>
              </a:spcAft>
              <a:buClr>
                <a:schemeClr val="dk1"/>
              </a:buClr>
              <a:buSzPts val="1680"/>
              <a:buFont typeface="Noto Sans Symbols"/>
              <a:buChar char="●"/>
            </a:pPr>
            <a:r>
              <a:rPr b="0" i="0" lang="en-US" sz="2400" u="none">
                <a:solidFill>
                  <a:schemeClr val="dk1"/>
                </a:solidFill>
                <a:latin typeface="Gill Sans"/>
                <a:ea typeface="Gill Sans"/>
                <a:cs typeface="Gill Sans"/>
                <a:sym typeface="Gill Sans"/>
              </a:rPr>
              <a:t>Used telephone stepping</a:t>
            </a:r>
            <a:br>
              <a:rPr b="0" i="0" lang="en-US" sz="2400" u="none">
                <a:solidFill>
                  <a:schemeClr val="dk1"/>
                </a:solidFill>
                <a:latin typeface="Gill Sans"/>
                <a:ea typeface="Gill Sans"/>
                <a:cs typeface="Gill Sans"/>
                <a:sym typeface="Gill Sans"/>
              </a:rPr>
            </a:br>
            <a:r>
              <a:rPr b="0" i="0" lang="en-US" sz="2400" u="none">
                <a:solidFill>
                  <a:schemeClr val="dk1"/>
                </a:solidFill>
                <a:latin typeface="Gill Sans"/>
                <a:ea typeface="Gill Sans"/>
                <a:cs typeface="Gill Sans"/>
                <a:sym typeface="Gill Sans"/>
              </a:rPr>
              <a:t>switches instead of rotors</a:t>
            </a:r>
            <a:br>
              <a:rPr b="0" i="0" lang="en-US" sz="2400" u="none">
                <a:solidFill>
                  <a:schemeClr val="dk1"/>
                </a:solidFill>
                <a:latin typeface="Gill Sans"/>
                <a:ea typeface="Gill Sans"/>
                <a:cs typeface="Gill Sans"/>
                <a:sym typeface="Gill Sans"/>
              </a:rPr>
            </a:br>
            <a:r>
              <a:rPr b="0" i="0" lang="en-US" sz="2400" u="none">
                <a:solidFill>
                  <a:schemeClr val="dk1"/>
                </a:solidFill>
                <a:latin typeface="Gill Sans"/>
                <a:ea typeface="Gill Sans"/>
                <a:cs typeface="Gill Sans"/>
                <a:sym typeface="Gill Sans"/>
              </a:rPr>
              <a:t>Pearl Harbor attack</a:t>
            </a:r>
            <a:endParaRPr/>
          </a:p>
          <a:p>
            <a:pPr indent="-361950" lvl="0" marL="361950" marR="0" rtl="0" algn="l">
              <a:lnSpc>
                <a:spcPct val="100000"/>
              </a:lnSpc>
              <a:spcBef>
                <a:spcPts val="1200"/>
              </a:spcBef>
              <a:spcAft>
                <a:spcPts val="0"/>
              </a:spcAft>
              <a:buClr>
                <a:schemeClr val="dk1"/>
              </a:buClr>
              <a:buSzPts val="1680"/>
              <a:buFont typeface="Noto Sans Symbols"/>
              <a:buChar char="●"/>
            </a:pPr>
            <a:r>
              <a:rPr b="0" i="0" lang="en-US" sz="2400" u="none">
                <a:solidFill>
                  <a:schemeClr val="dk1"/>
                </a:solidFill>
                <a:latin typeface="Gill Sans"/>
                <a:ea typeface="Gill Sans"/>
                <a:cs typeface="Gill Sans"/>
                <a:sym typeface="Gill Sans"/>
              </a:rPr>
              <a:t>preparations encoded in</a:t>
            </a:r>
            <a:br>
              <a:rPr b="0" i="0" lang="en-US" sz="2400" u="none">
                <a:solidFill>
                  <a:schemeClr val="dk1"/>
                </a:solidFill>
                <a:latin typeface="Gill Sans"/>
                <a:ea typeface="Gill Sans"/>
                <a:cs typeface="Gill Sans"/>
                <a:sym typeface="Gill Sans"/>
              </a:rPr>
            </a:br>
            <a:r>
              <a:rPr b="0" i="0" lang="en-US" sz="2400" u="none">
                <a:solidFill>
                  <a:schemeClr val="dk1"/>
                </a:solidFill>
                <a:latin typeface="Gill Sans"/>
                <a:ea typeface="Gill Sans"/>
                <a:cs typeface="Gill Sans"/>
                <a:sym typeface="Gill Sans"/>
              </a:rPr>
              <a:t>Purple, decoded hours</a:t>
            </a:r>
            <a:br>
              <a:rPr b="0" i="0" lang="en-US" sz="2400" u="none">
                <a:solidFill>
                  <a:schemeClr val="dk1"/>
                </a:solidFill>
                <a:latin typeface="Gill Sans"/>
                <a:ea typeface="Gill Sans"/>
                <a:cs typeface="Gill Sans"/>
                <a:sym typeface="Gill Sans"/>
              </a:rPr>
            </a:br>
            <a:r>
              <a:rPr b="0" i="0" lang="en-US" sz="2400" u="none">
                <a:solidFill>
                  <a:schemeClr val="dk1"/>
                </a:solidFill>
                <a:latin typeface="Gill Sans"/>
                <a:ea typeface="Gill Sans"/>
                <a:cs typeface="Gill Sans"/>
                <a:sym typeface="Gill Sans"/>
              </a:rPr>
              <a:t>before attack.</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3" name="Shape 643"/>
        <p:cNvGrpSpPr/>
        <p:nvPr/>
      </p:nvGrpSpPr>
      <p:grpSpPr>
        <a:xfrm>
          <a:off x="0" y="0"/>
          <a:ext cx="0" cy="0"/>
          <a:chOff x="0" y="0"/>
          <a:chExt cx="0" cy="0"/>
        </a:xfrm>
      </p:grpSpPr>
      <p:sp>
        <p:nvSpPr>
          <p:cNvPr id="644" name="Google Shape;644;p42"/>
          <p:cNvSpPr txBox="1"/>
          <p:nvPr>
            <p:ph type="title"/>
          </p:nvPr>
        </p:nvSpPr>
        <p:spPr>
          <a:xfrm>
            <a:off x="468312" y="303212"/>
            <a:ext cx="7886700" cy="1163637"/>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300"/>
              <a:buFont typeface="Calibri"/>
              <a:buNone/>
            </a:pPr>
            <a:r>
              <a:rPr b="0" i="0" lang="en-US" sz="3300" u="none">
                <a:solidFill>
                  <a:schemeClr val="lt1"/>
                </a:solidFill>
                <a:latin typeface="Calibri"/>
                <a:ea typeface="Calibri"/>
                <a:cs typeface="Calibri"/>
                <a:sym typeface="Calibri"/>
              </a:rPr>
              <a:t>Post-WWII History</a:t>
            </a:r>
            <a:endParaRPr/>
          </a:p>
        </p:txBody>
      </p:sp>
      <p:sp>
        <p:nvSpPr>
          <p:cNvPr id="645" name="Google Shape;645;p42"/>
          <p:cNvSpPr txBox="1"/>
          <p:nvPr>
            <p:ph idx="1" type="body"/>
          </p:nvPr>
        </p:nvSpPr>
        <p:spPr>
          <a:xfrm>
            <a:off x="785812" y="1714500"/>
            <a:ext cx="7597775" cy="4500562"/>
          </a:xfrm>
          <a:prstGeom prst="rect">
            <a:avLst/>
          </a:prstGeom>
          <a:noFill/>
          <a:ln>
            <a:noFill/>
          </a:ln>
        </p:spPr>
        <p:txBody>
          <a:bodyPr anchorCtr="0" anchor="t" bIns="45700" lIns="91425" spcFirstLastPara="1" rIns="91425" wrap="square" tIns="45700">
            <a:noAutofit/>
          </a:bodyPr>
          <a:lstStyle/>
          <a:p>
            <a:pPr indent="-171450" lvl="0" marL="171450" marR="0" rtl="0" algn="l">
              <a:lnSpc>
                <a:spcPct val="90000"/>
              </a:lnSpc>
              <a:spcBef>
                <a:spcPts val="0"/>
              </a:spcBef>
              <a:spcAft>
                <a:spcPts val="0"/>
              </a:spcAft>
              <a:buClr>
                <a:srgbClr val="0000FF"/>
              </a:buClr>
              <a:buSzPts val="2600"/>
              <a:buFont typeface="Arial"/>
              <a:buChar char="•"/>
            </a:pPr>
            <a:r>
              <a:rPr b="1" i="0" lang="en-US" sz="2600" u="none">
                <a:solidFill>
                  <a:srgbClr val="0000FF"/>
                </a:solidFill>
                <a:latin typeface="Calibri"/>
                <a:ea typeface="Calibri"/>
                <a:cs typeface="Calibri"/>
                <a:sym typeface="Calibri"/>
              </a:rPr>
              <a:t>Claude Shannon </a:t>
            </a:r>
            <a:r>
              <a:rPr b="0" i="0" lang="en-US" sz="2600" u="none">
                <a:solidFill>
                  <a:schemeClr val="dk1"/>
                </a:solidFill>
                <a:latin typeface="Calibri"/>
                <a:ea typeface="Calibri"/>
                <a:cs typeface="Calibri"/>
                <a:sym typeface="Calibri"/>
              </a:rPr>
              <a:t>⎯ father of the science of information theory</a:t>
            </a:r>
            <a:endParaRPr/>
          </a:p>
          <a:p>
            <a:pPr indent="-171450" lvl="0" marL="171450" marR="0" rtl="0" algn="l">
              <a:lnSpc>
                <a:spcPct val="90000"/>
              </a:lnSpc>
              <a:spcBef>
                <a:spcPts val="700"/>
              </a:spcBef>
              <a:spcAft>
                <a:spcPts val="0"/>
              </a:spcAft>
              <a:buClr>
                <a:schemeClr val="dk1"/>
              </a:buClr>
              <a:buSzPts val="2600"/>
              <a:buFont typeface="Arial"/>
              <a:buChar char="•"/>
            </a:pPr>
            <a:r>
              <a:rPr b="0" i="0" lang="en-US" sz="2600" u="none">
                <a:solidFill>
                  <a:schemeClr val="dk1"/>
                </a:solidFill>
                <a:latin typeface="Calibri"/>
                <a:ea typeface="Calibri"/>
                <a:cs typeface="Calibri"/>
                <a:sym typeface="Calibri"/>
              </a:rPr>
              <a:t>Computer revolution ⎯ lots of data</a:t>
            </a:r>
            <a:endParaRPr/>
          </a:p>
          <a:p>
            <a:pPr indent="-171450" lvl="0" marL="171450" marR="0" rtl="0" algn="l">
              <a:lnSpc>
                <a:spcPct val="90000"/>
              </a:lnSpc>
              <a:spcBef>
                <a:spcPts val="700"/>
              </a:spcBef>
              <a:spcAft>
                <a:spcPts val="0"/>
              </a:spcAft>
              <a:buClr>
                <a:schemeClr val="dk1"/>
              </a:buClr>
              <a:buSzPts val="2600"/>
              <a:buFont typeface="Arial"/>
              <a:buChar char="•"/>
            </a:pPr>
            <a:r>
              <a:rPr b="1" i="0" lang="en-US" sz="2600" u="none">
                <a:solidFill>
                  <a:schemeClr val="dk1"/>
                </a:solidFill>
                <a:latin typeface="Calibri"/>
                <a:ea typeface="Calibri"/>
                <a:cs typeface="Calibri"/>
                <a:sym typeface="Calibri"/>
              </a:rPr>
              <a:t>Data Encryption Standard (DES), 70’s</a:t>
            </a:r>
            <a:endParaRPr/>
          </a:p>
          <a:p>
            <a:pPr indent="-171450" lvl="0" marL="171450" marR="0" rtl="0" algn="l">
              <a:lnSpc>
                <a:spcPct val="90000"/>
              </a:lnSpc>
              <a:spcBef>
                <a:spcPts val="700"/>
              </a:spcBef>
              <a:spcAft>
                <a:spcPts val="0"/>
              </a:spcAft>
              <a:buClr>
                <a:schemeClr val="dk1"/>
              </a:buClr>
              <a:buSzPts val="2600"/>
              <a:buFont typeface="Arial"/>
              <a:buChar char="•"/>
            </a:pPr>
            <a:r>
              <a:rPr b="1" i="0" lang="en-US" sz="2600" u="none">
                <a:solidFill>
                  <a:schemeClr val="dk1"/>
                </a:solidFill>
                <a:latin typeface="Calibri"/>
                <a:ea typeface="Calibri"/>
                <a:cs typeface="Calibri"/>
                <a:sym typeface="Calibri"/>
              </a:rPr>
              <a:t>Public Key cryptography, 70’s</a:t>
            </a:r>
            <a:endParaRPr/>
          </a:p>
          <a:p>
            <a:pPr indent="-171450" lvl="0" marL="171450" marR="0" rtl="0" algn="l">
              <a:lnSpc>
                <a:spcPct val="90000"/>
              </a:lnSpc>
              <a:spcBef>
                <a:spcPts val="700"/>
              </a:spcBef>
              <a:spcAft>
                <a:spcPts val="0"/>
              </a:spcAft>
              <a:buClr>
                <a:schemeClr val="dk1"/>
              </a:buClr>
              <a:buSzPts val="2600"/>
              <a:buFont typeface="Arial"/>
              <a:buChar char="•"/>
            </a:pPr>
            <a:r>
              <a:rPr b="0" i="0" lang="en-US" sz="2600" u="none">
                <a:solidFill>
                  <a:schemeClr val="dk1"/>
                </a:solidFill>
                <a:latin typeface="Calibri"/>
                <a:ea typeface="Calibri"/>
                <a:cs typeface="Calibri"/>
                <a:sym typeface="Calibri"/>
              </a:rPr>
              <a:t>CRYPTO conferences, 80’s</a:t>
            </a:r>
            <a:endParaRPr/>
          </a:p>
          <a:p>
            <a:pPr indent="-171450" lvl="0" marL="171450" marR="0" rtl="0" algn="l">
              <a:lnSpc>
                <a:spcPct val="90000"/>
              </a:lnSpc>
              <a:spcBef>
                <a:spcPts val="700"/>
              </a:spcBef>
              <a:spcAft>
                <a:spcPts val="0"/>
              </a:spcAft>
              <a:buClr>
                <a:schemeClr val="dk1"/>
              </a:buClr>
              <a:buSzPts val="2600"/>
              <a:buFont typeface="Arial"/>
              <a:buChar char="•"/>
            </a:pPr>
            <a:r>
              <a:rPr b="0" i="0" lang="en-US" sz="2600" u="none">
                <a:solidFill>
                  <a:schemeClr val="dk1"/>
                </a:solidFill>
                <a:latin typeface="Calibri"/>
                <a:ea typeface="Calibri"/>
                <a:cs typeface="Calibri"/>
                <a:sym typeface="Calibri"/>
              </a:rPr>
              <a:t>Advanced Encryption Standard (AES), 90’s</a:t>
            </a:r>
            <a:endParaRPr/>
          </a:p>
          <a:p>
            <a:pPr indent="-171450" lvl="0" marL="171450" marR="0" rtl="0" algn="l">
              <a:lnSpc>
                <a:spcPct val="90000"/>
              </a:lnSpc>
              <a:spcBef>
                <a:spcPts val="700"/>
              </a:spcBef>
              <a:spcAft>
                <a:spcPts val="0"/>
              </a:spcAft>
              <a:buClr>
                <a:schemeClr val="dk1"/>
              </a:buClr>
              <a:buSzPts val="2600"/>
              <a:buFont typeface="Arial"/>
              <a:buChar char="•"/>
            </a:pPr>
            <a:r>
              <a:rPr b="1" i="0" lang="en-US" sz="2600" u="none">
                <a:solidFill>
                  <a:schemeClr val="dk1"/>
                </a:solidFill>
                <a:latin typeface="Calibri"/>
                <a:ea typeface="Calibri"/>
                <a:cs typeface="Calibri"/>
                <a:sym typeface="Calibri"/>
              </a:rPr>
              <a:t>Crypto moved out of classified world</a:t>
            </a:r>
            <a:endParaRPr/>
          </a:p>
        </p:txBody>
      </p:sp>
      <p:sp>
        <p:nvSpPr>
          <p:cNvPr id="646" name="Google Shape;646;p42"/>
          <p:cNvSpPr txBox="1"/>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900"/>
              <a:buFont typeface="Gill Sans"/>
              <a:buNone/>
            </a:pPr>
            <a:r>
              <a:rPr b="0" i="0" lang="en-US" sz="900" u="none">
                <a:solidFill>
                  <a:schemeClr val="accent2"/>
                </a:solidFill>
                <a:latin typeface="Gill Sans"/>
                <a:ea typeface="Gill Sans"/>
                <a:cs typeface="Gill Sans"/>
                <a:sym typeface="Gill Sans"/>
              </a:rPr>
              <a:t>*</a:t>
            </a:r>
            <a:endParaRPr/>
          </a:p>
        </p:txBody>
      </p:sp>
      <p:sp>
        <p:nvSpPr>
          <p:cNvPr id="647" name="Google Shape;647;p42"/>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Gill Sans"/>
              <a:buNone/>
            </a:pPr>
            <a:r>
              <a:rPr b="0" i="0" lang="en-US" sz="900" u="none">
                <a:solidFill>
                  <a:srgbClr val="898989"/>
                </a:solidFill>
                <a:latin typeface="Gill Sans"/>
                <a:ea typeface="Gill Sans"/>
                <a:cs typeface="Gill Sans"/>
                <a:sym typeface="Gill Sans"/>
              </a:rPr>
              <a:t>Chapter 2 Crypto Basics.     Dr. Muhammad Iqbal Hossain</a:t>
            </a:r>
            <a:endParaRPr/>
          </a:p>
        </p:txBody>
      </p:sp>
      <p:sp>
        <p:nvSpPr>
          <p:cNvPr id="648" name="Google Shape;648;p42"/>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p43"/>
          <p:cNvSpPr txBox="1"/>
          <p:nvPr>
            <p:ph type="title"/>
          </p:nvPr>
        </p:nvSpPr>
        <p:spPr>
          <a:xfrm>
            <a:off x="785812" y="357187"/>
            <a:ext cx="7143750" cy="1000125"/>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300"/>
              <a:buFont typeface="Calibri"/>
              <a:buNone/>
            </a:pPr>
            <a:r>
              <a:rPr b="0" i="0" lang="en-US" sz="3300" u="sng">
                <a:solidFill>
                  <a:schemeClr val="lt1"/>
                </a:solidFill>
                <a:hlinkClick r:id="rId3">
                  <a:extLst>
                    <a:ext uri="{A12FA001-AC4F-418D-AE19-62706E023703}">
                      <ahyp:hlinkClr val="tx"/>
                    </a:ext>
                  </a:extLst>
                </a:hlinkClick>
              </a:rPr>
              <a:t>Claude Shannon</a:t>
            </a:r>
            <a:endParaRPr/>
          </a:p>
        </p:txBody>
      </p:sp>
      <p:sp>
        <p:nvSpPr>
          <p:cNvPr id="654" name="Google Shape;654;p43"/>
          <p:cNvSpPr txBox="1"/>
          <p:nvPr>
            <p:ph idx="1" type="body"/>
          </p:nvPr>
        </p:nvSpPr>
        <p:spPr>
          <a:xfrm>
            <a:off x="857250" y="1714500"/>
            <a:ext cx="7827962" cy="4594225"/>
          </a:xfrm>
          <a:prstGeom prst="rect">
            <a:avLst/>
          </a:prstGeom>
          <a:noFill/>
          <a:ln>
            <a:noFill/>
          </a:ln>
        </p:spPr>
        <p:txBody>
          <a:bodyPr anchorCtr="0" anchor="t" bIns="45700" lIns="91425" spcFirstLastPara="1" rIns="91425" wrap="square" tIns="45700">
            <a:noAutofit/>
          </a:bodyPr>
          <a:lstStyle/>
          <a:p>
            <a:pPr indent="-304800" lvl="0" marL="304800" marR="0" rtl="0" algn="l">
              <a:lnSpc>
                <a:spcPct val="90000"/>
              </a:lnSpc>
              <a:spcBef>
                <a:spcPts val="0"/>
              </a:spcBef>
              <a:spcAft>
                <a:spcPts val="0"/>
              </a:spcAft>
              <a:buClr>
                <a:schemeClr val="dk1"/>
              </a:buClr>
              <a:buSzPts val="2600"/>
              <a:buFont typeface="Arial"/>
              <a:buChar char="•"/>
            </a:pPr>
            <a:r>
              <a:rPr b="1" i="0" lang="en-US" sz="2600" u="none">
                <a:solidFill>
                  <a:schemeClr val="dk1"/>
                </a:solidFill>
                <a:latin typeface="Calibri"/>
                <a:ea typeface="Calibri"/>
                <a:cs typeface="Calibri"/>
                <a:sym typeface="Calibri"/>
              </a:rPr>
              <a:t>The founder of Information Theory</a:t>
            </a:r>
            <a:endParaRPr b="1" i="1" sz="2600" u="none">
              <a:solidFill>
                <a:schemeClr val="dk1"/>
              </a:solidFill>
              <a:latin typeface="Times"/>
              <a:ea typeface="Times"/>
              <a:cs typeface="Times"/>
              <a:sym typeface="Times"/>
            </a:endParaRPr>
          </a:p>
          <a:p>
            <a:pPr indent="-304800" lvl="0" marL="304800" marR="0" rtl="0" algn="l">
              <a:lnSpc>
                <a:spcPct val="90000"/>
              </a:lnSpc>
              <a:spcBef>
                <a:spcPts val="700"/>
              </a:spcBef>
              <a:spcAft>
                <a:spcPts val="0"/>
              </a:spcAft>
              <a:buClr>
                <a:schemeClr val="dk1"/>
              </a:buClr>
              <a:buSzPts val="2600"/>
              <a:buFont typeface="Arial"/>
              <a:buChar char="•"/>
            </a:pPr>
            <a:r>
              <a:rPr b="0" i="0" lang="en-US" sz="2600" u="none">
                <a:solidFill>
                  <a:schemeClr val="dk1"/>
                </a:solidFill>
                <a:latin typeface="Calibri"/>
                <a:ea typeface="Calibri"/>
                <a:cs typeface="Calibri"/>
                <a:sym typeface="Calibri"/>
              </a:rPr>
              <a:t>1949 paper:</a:t>
            </a:r>
            <a:r>
              <a:rPr b="0" i="1" lang="en-US" sz="2600" u="none">
                <a:solidFill>
                  <a:schemeClr val="dk1"/>
                </a:solidFill>
                <a:latin typeface="Times"/>
                <a:ea typeface="Times"/>
                <a:cs typeface="Times"/>
                <a:sym typeface="Times"/>
              </a:rPr>
              <a:t> </a:t>
            </a:r>
            <a:r>
              <a:rPr b="0" i="1" lang="en-US" sz="2600" u="sng">
                <a:solidFill>
                  <a:srgbClr val="2B10F0"/>
                </a:solidFill>
                <a:latin typeface="Calibri"/>
                <a:ea typeface="Calibri"/>
                <a:cs typeface="Calibri"/>
                <a:sym typeface="Calibri"/>
                <a:hlinkClick r:id="rId4">
                  <a:extLst>
                    <a:ext uri="{A12FA001-AC4F-418D-AE19-62706E023703}">
                      <ahyp:hlinkClr val="tx"/>
                    </a:ext>
                  </a:extLst>
                </a:hlinkClick>
              </a:rPr>
              <a:t>Comm. Thy. of Secrecy Systems</a:t>
            </a:r>
            <a:endParaRPr/>
          </a:p>
          <a:p>
            <a:pPr indent="-304800" lvl="1" marL="628650" marR="0" rtl="0" algn="l">
              <a:lnSpc>
                <a:spcPct val="90000"/>
              </a:lnSpc>
              <a:spcBef>
                <a:spcPts val="30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http://netlab.cs.ucla.edu/wiki/files/shannon1949.pdf</a:t>
            </a:r>
            <a:endParaRPr b="0" i="1" sz="1800" u="none" cap="none" strike="noStrike">
              <a:solidFill>
                <a:srgbClr val="2B10F0"/>
              </a:solidFill>
              <a:latin typeface="Times"/>
              <a:ea typeface="Times"/>
              <a:cs typeface="Times"/>
              <a:sym typeface="Times"/>
            </a:endParaRPr>
          </a:p>
          <a:p>
            <a:pPr indent="-304800" lvl="0" marL="304800" marR="0" rtl="0" algn="l">
              <a:lnSpc>
                <a:spcPct val="90000"/>
              </a:lnSpc>
              <a:spcBef>
                <a:spcPts val="700"/>
              </a:spcBef>
              <a:spcAft>
                <a:spcPts val="0"/>
              </a:spcAft>
              <a:buClr>
                <a:srgbClr val="2B10F0"/>
              </a:buClr>
              <a:buSzPts val="2600"/>
              <a:buFont typeface="Arial"/>
              <a:buChar char="•"/>
            </a:pPr>
            <a:r>
              <a:rPr b="1" i="0" lang="en-US" sz="2600" u="none">
                <a:solidFill>
                  <a:srgbClr val="2B10F0"/>
                </a:solidFill>
                <a:latin typeface="Calibri"/>
                <a:ea typeface="Calibri"/>
                <a:cs typeface="Calibri"/>
                <a:sym typeface="Calibri"/>
              </a:rPr>
              <a:t>Confusion and diffusion</a:t>
            </a:r>
            <a:endParaRPr/>
          </a:p>
          <a:p>
            <a:pPr indent="-304800" lvl="1" marL="628650" marR="0" rtl="0" algn="l">
              <a:lnSpc>
                <a:spcPct val="90000"/>
              </a:lnSpc>
              <a:spcBef>
                <a:spcPts val="300"/>
              </a:spcBef>
              <a:spcAft>
                <a:spcPts val="0"/>
              </a:spcAft>
              <a:buClr>
                <a:srgbClr val="FF0000"/>
              </a:buClr>
              <a:buSzPts val="2200"/>
              <a:buFont typeface="Arial"/>
              <a:buChar char="•"/>
            </a:pPr>
            <a:r>
              <a:rPr b="1" i="0" lang="en-US" sz="2200" u="none" cap="none" strike="noStrike">
                <a:solidFill>
                  <a:srgbClr val="FF0000"/>
                </a:solidFill>
                <a:latin typeface="Calibri"/>
                <a:ea typeface="Calibri"/>
                <a:cs typeface="Calibri"/>
                <a:sym typeface="Calibri"/>
              </a:rPr>
              <a:t>Confusion</a:t>
            </a:r>
            <a:r>
              <a:rPr b="0" i="0" lang="en-US" sz="2200" u="none" cap="none" strike="noStrike">
                <a:solidFill>
                  <a:schemeClr val="dk1"/>
                </a:solidFill>
                <a:latin typeface="Calibri"/>
                <a:ea typeface="Calibri"/>
                <a:cs typeface="Calibri"/>
                <a:sym typeface="Calibri"/>
              </a:rPr>
              <a:t>⎯ obscure relationship between plaintext and ciphertext</a:t>
            </a:r>
            <a:endParaRPr/>
          </a:p>
          <a:p>
            <a:pPr indent="-304800" lvl="1" marL="628650" marR="0" rtl="0" algn="l">
              <a:lnSpc>
                <a:spcPct val="90000"/>
              </a:lnSpc>
              <a:spcBef>
                <a:spcPts val="300"/>
              </a:spcBef>
              <a:spcAft>
                <a:spcPts val="0"/>
              </a:spcAft>
              <a:buClr>
                <a:srgbClr val="FF0000"/>
              </a:buClr>
              <a:buSzPts val="2200"/>
              <a:buFont typeface="Arial"/>
              <a:buChar char="•"/>
            </a:pPr>
            <a:r>
              <a:rPr b="1" i="0" lang="en-US" sz="2200" u="none" cap="none" strike="noStrike">
                <a:solidFill>
                  <a:srgbClr val="FF0000"/>
                </a:solidFill>
                <a:latin typeface="Calibri"/>
                <a:ea typeface="Calibri"/>
                <a:cs typeface="Calibri"/>
                <a:sym typeface="Calibri"/>
              </a:rPr>
              <a:t>Diffusion</a:t>
            </a:r>
            <a:r>
              <a:rPr b="0" i="0" lang="en-US" sz="2200" u="none" cap="none" strike="noStrike">
                <a:solidFill>
                  <a:schemeClr val="dk1"/>
                </a:solidFill>
                <a:latin typeface="Calibri"/>
                <a:ea typeface="Calibri"/>
                <a:cs typeface="Calibri"/>
                <a:sym typeface="Calibri"/>
              </a:rPr>
              <a:t>⎯ spread plaintext statistics through the ciphertext</a:t>
            </a:r>
            <a:endParaRPr/>
          </a:p>
          <a:p>
            <a:pPr indent="-304800" lvl="1" marL="628650" marR="0" rtl="0" algn="l">
              <a:lnSpc>
                <a:spcPct val="90000"/>
              </a:lnSpc>
              <a:spcBef>
                <a:spcPts val="300"/>
              </a:spcBef>
              <a:spcAft>
                <a:spcPts val="0"/>
              </a:spcAft>
              <a:buClr>
                <a:srgbClr val="7030A0"/>
              </a:buClr>
              <a:buSzPts val="2200"/>
              <a:buFont typeface="Arial"/>
              <a:buChar char="•"/>
            </a:pPr>
            <a:r>
              <a:rPr b="0" i="0" lang="en-US" sz="2200" u="none" cap="none" strike="noStrike">
                <a:solidFill>
                  <a:srgbClr val="7030A0"/>
                </a:solidFill>
                <a:latin typeface="Calibri"/>
                <a:ea typeface="Calibri"/>
                <a:cs typeface="Calibri"/>
                <a:sym typeface="Calibri"/>
              </a:rPr>
              <a:t>One-time pad only uses confusion</a:t>
            </a:r>
            <a:r>
              <a:rPr b="0" i="0" lang="en-US" sz="2200" u="none" cap="none" strike="noStrike">
                <a:solidFill>
                  <a:schemeClr val="dk1"/>
                </a:solidFill>
                <a:latin typeface="Calibri"/>
                <a:ea typeface="Calibri"/>
                <a:cs typeface="Calibri"/>
                <a:sym typeface="Calibri"/>
              </a:rPr>
              <a:t>, while </a:t>
            </a:r>
            <a:r>
              <a:rPr b="0" i="0" lang="en-US" sz="2200" u="none" cap="none" strike="noStrike">
                <a:solidFill>
                  <a:srgbClr val="7030A0"/>
                </a:solidFill>
                <a:latin typeface="Calibri"/>
                <a:ea typeface="Calibri"/>
                <a:cs typeface="Calibri"/>
                <a:sym typeface="Calibri"/>
              </a:rPr>
              <a:t>double transposition only uses diffusion</a:t>
            </a:r>
            <a:endParaRPr/>
          </a:p>
          <a:p>
            <a:pPr indent="-304800" lvl="0" marL="304800" marR="0" rtl="0" algn="l">
              <a:lnSpc>
                <a:spcPct val="90000"/>
              </a:lnSpc>
              <a:spcBef>
                <a:spcPts val="700"/>
              </a:spcBef>
              <a:spcAft>
                <a:spcPts val="0"/>
              </a:spcAft>
              <a:buClr>
                <a:schemeClr val="dk1"/>
              </a:buClr>
              <a:buSzPts val="2600"/>
              <a:buFont typeface="Arial"/>
              <a:buChar char="•"/>
            </a:pPr>
            <a:r>
              <a:rPr b="0" i="0" lang="en-US" sz="2600" u="none">
                <a:solidFill>
                  <a:schemeClr val="dk1"/>
                </a:solidFill>
                <a:latin typeface="Calibri"/>
                <a:ea typeface="Calibri"/>
                <a:cs typeface="Calibri"/>
                <a:sym typeface="Calibri"/>
              </a:rPr>
              <a:t>Proved that one-time pad is secure</a:t>
            </a:r>
            <a:endParaRPr/>
          </a:p>
        </p:txBody>
      </p:sp>
      <p:sp>
        <p:nvSpPr>
          <p:cNvPr id="655" name="Google Shape;655;p43"/>
          <p:cNvSpPr txBox="1"/>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900"/>
              <a:buFont typeface="Gill Sans"/>
              <a:buNone/>
            </a:pPr>
            <a:r>
              <a:rPr b="0" i="0" lang="en-US" sz="900" u="none">
                <a:solidFill>
                  <a:schemeClr val="accent2"/>
                </a:solidFill>
                <a:latin typeface="Gill Sans"/>
                <a:ea typeface="Gill Sans"/>
                <a:cs typeface="Gill Sans"/>
                <a:sym typeface="Gill Sans"/>
              </a:rPr>
              <a:t>*</a:t>
            </a:r>
            <a:endParaRPr/>
          </a:p>
        </p:txBody>
      </p:sp>
      <p:sp>
        <p:nvSpPr>
          <p:cNvPr id="656" name="Google Shape;656;p43"/>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Gill Sans"/>
              <a:buNone/>
            </a:pPr>
            <a:r>
              <a:rPr b="0" i="0" lang="en-US" sz="900" u="none">
                <a:solidFill>
                  <a:srgbClr val="898989"/>
                </a:solidFill>
                <a:latin typeface="Gill Sans"/>
                <a:ea typeface="Gill Sans"/>
                <a:cs typeface="Gill Sans"/>
                <a:sym typeface="Gill Sans"/>
              </a:rPr>
              <a:t>Chapter 2 Crypto Basics.     Dr. Muhammad Iqbal Hossain</a:t>
            </a:r>
            <a:endParaRPr/>
          </a:p>
        </p:txBody>
      </p:sp>
      <p:sp>
        <p:nvSpPr>
          <p:cNvPr id="657" name="Google Shape;657;p43"/>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pic>
        <p:nvPicPr>
          <p:cNvPr descr="C:\Documents and Settings\PC2\바탕 화면\Shannon.jpg" id="658" name="Google Shape;658;p43"/>
          <p:cNvPicPr preferRelativeResize="0"/>
          <p:nvPr/>
        </p:nvPicPr>
        <p:blipFill rotWithShape="1">
          <a:blip r:embed="rId5">
            <a:alphaModFix/>
          </a:blip>
          <a:srcRect b="0" l="0" r="0" t="0"/>
          <a:stretch/>
        </p:blipFill>
        <p:spPr>
          <a:xfrm>
            <a:off x="7715250" y="142875"/>
            <a:ext cx="1262062" cy="17367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4">
                                            <p:txEl>
                                              <p:pRg end="0" st="0"/>
                                            </p:txEl>
                                          </p:spTgt>
                                        </p:tgtEl>
                                        <p:attrNameLst>
                                          <p:attrName>style.visibility</p:attrName>
                                        </p:attrNameLst>
                                      </p:cBhvr>
                                      <p:to>
                                        <p:strVal val="visible"/>
                                      </p:to>
                                    </p:set>
                                    <p:animEffect filter="fade" transition="in">
                                      <p:cBhvr>
                                        <p:cTn dur="500"/>
                                        <p:tgtEl>
                                          <p:spTgt spid="65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4">
                                            <p:txEl>
                                              <p:pRg end="1" st="1"/>
                                            </p:txEl>
                                          </p:spTgt>
                                        </p:tgtEl>
                                        <p:attrNameLst>
                                          <p:attrName>style.visibility</p:attrName>
                                        </p:attrNameLst>
                                      </p:cBhvr>
                                      <p:to>
                                        <p:strVal val="visible"/>
                                      </p:to>
                                    </p:set>
                                    <p:animEffect filter="fade" transition="in">
                                      <p:cBhvr>
                                        <p:cTn dur="500"/>
                                        <p:tgtEl>
                                          <p:spTgt spid="65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4">
                                            <p:txEl>
                                              <p:pRg end="2" st="2"/>
                                            </p:txEl>
                                          </p:spTgt>
                                        </p:tgtEl>
                                        <p:attrNameLst>
                                          <p:attrName>style.visibility</p:attrName>
                                        </p:attrNameLst>
                                      </p:cBhvr>
                                      <p:to>
                                        <p:strVal val="visible"/>
                                      </p:to>
                                    </p:set>
                                    <p:animEffect filter="fade" transition="in">
                                      <p:cBhvr>
                                        <p:cTn dur="500"/>
                                        <p:tgtEl>
                                          <p:spTgt spid="65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4">
                                            <p:txEl>
                                              <p:pRg end="3" st="3"/>
                                            </p:txEl>
                                          </p:spTgt>
                                        </p:tgtEl>
                                        <p:attrNameLst>
                                          <p:attrName>style.visibility</p:attrName>
                                        </p:attrNameLst>
                                      </p:cBhvr>
                                      <p:to>
                                        <p:strVal val="visible"/>
                                      </p:to>
                                    </p:set>
                                    <p:animEffect filter="fade" transition="in">
                                      <p:cBhvr>
                                        <p:cTn dur="500"/>
                                        <p:tgtEl>
                                          <p:spTgt spid="65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4">
                                            <p:txEl>
                                              <p:pRg end="4" st="4"/>
                                            </p:txEl>
                                          </p:spTgt>
                                        </p:tgtEl>
                                        <p:attrNameLst>
                                          <p:attrName>style.visibility</p:attrName>
                                        </p:attrNameLst>
                                      </p:cBhvr>
                                      <p:to>
                                        <p:strVal val="visible"/>
                                      </p:to>
                                    </p:set>
                                    <p:animEffect filter="fade" transition="in">
                                      <p:cBhvr>
                                        <p:cTn dur="500"/>
                                        <p:tgtEl>
                                          <p:spTgt spid="65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4">
                                            <p:txEl>
                                              <p:pRg end="5" st="5"/>
                                            </p:txEl>
                                          </p:spTgt>
                                        </p:tgtEl>
                                        <p:attrNameLst>
                                          <p:attrName>style.visibility</p:attrName>
                                        </p:attrNameLst>
                                      </p:cBhvr>
                                      <p:to>
                                        <p:strVal val="visible"/>
                                      </p:to>
                                    </p:set>
                                    <p:animEffect filter="fade" transition="in">
                                      <p:cBhvr>
                                        <p:cTn dur="500"/>
                                        <p:tgtEl>
                                          <p:spTgt spid="65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4">
                                            <p:txEl>
                                              <p:pRg end="6" st="6"/>
                                            </p:txEl>
                                          </p:spTgt>
                                        </p:tgtEl>
                                        <p:attrNameLst>
                                          <p:attrName>style.visibility</p:attrName>
                                        </p:attrNameLst>
                                      </p:cBhvr>
                                      <p:to>
                                        <p:strVal val="visible"/>
                                      </p:to>
                                    </p:set>
                                    <p:animEffect filter="fade" transition="in">
                                      <p:cBhvr>
                                        <p:cTn dur="500"/>
                                        <p:tgtEl>
                                          <p:spTgt spid="65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4">
                                            <p:txEl>
                                              <p:pRg end="7" st="7"/>
                                            </p:txEl>
                                          </p:spTgt>
                                        </p:tgtEl>
                                        <p:attrNameLst>
                                          <p:attrName>style.visibility</p:attrName>
                                        </p:attrNameLst>
                                      </p:cBhvr>
                                      <p:to>
                                        <p:strVal val="visible"/>
                                      </p:to>
                                    </p:set>
                                    <p:animEffect filter="fade" transition="in">
                                      <p:cBhvr>
                                        <p:cTn dur="500"/>
                                        <p:tgtEl>
                                          <p:spTgt spid="654">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p44"/>
          <p:cNvSpPr txBox="1"/>
          <p:nvPr>
            <p:ph type="title"/>
          </p:nvPr>
        </p:nvSpPr>
        <p:spPr>
          <a:xfrm>
            <a:off x="468312" y="303212"/>
            <a:ext cx="7886700" cy="1163637"/>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300"/>
              <a:buFont typeface="Calibri"/>
              <a:buNone/>
            </a:pPr>
            <a:r>
              <a:rPr b="0" i="0" lang="en-US" sz="3300" u="none">
                <a:solidFill>
                  <a:schemeClr val="lt1"/>
                </a:solidFill>
                <a:latin typeface="Calibri"/>
                <a:ea typeface="Calibri"/>
                <a:cs typeface="Calibri"/>
                <a:sym typeface="Calibri"/>
              </a:rPr>
              <a:t>Timeline of cryptography</a:t>
            </a:r>
            <a:endParaRPr/>
          </a:p>
        </p:txBody>
      </p:sp>
      <p:sp>
        <p:nvSpPr>
          <p:cNvPr id="664" name="Google Shape;664;p44"/>
          <p:cNvSpPr txBox="1"/>
          <p:nvPr>
            <p:ph idx="1" type="body"/>
          </p:nvPr>
        </p:nvSpPr>
        <p:spPr>
          <a:xfrm>
            <a:off x="468312" y="1668462"/>
            <a:ext cx="7886700" cy="4511675"/>
          </a:xfrm>
          <a:prstGeom prst="rect">
            <a:avLst/>
          </a:prstGeom>
          <a:noFill/>
          <a:ln>
            <a:noFill/>
          </a:ln>
        </p:spPr>
        <p:txBody>
          <a:bodyPr anchorCtr="0" anchor="t" bIns="45700" lIns="91425" spcFirstLastPara="1" rIns="91425" wrap="square" tIns="45700">
            <a:noAutofit/>
          </a:bodyPr>
          <a:lstStyle/>
          <a:p>
            <a:pPr indent="-304800" lvl="0" marL="304800" marR="0" rtl="0" algn="l">
              <a:lnSpc>
                <a:spcPct val="90000"/>
              </a:lnSpc>
              <a:spcBef>
                <a:spcPts val="0"/>
              </a:spcBef>
              <a:spcAft>
                <a:spcPts val="0"/>
              </a:spcAft>
              <a:buClr>
                <a:schemeClr val="dk1"/>
              </a:buClr>
              <a:buSzPts val="2600"/>
              <a:buFont typeface="Arial"/>
              <a:buChar char="•"/>
            </a:pPr>
            <a:r>
              <a:rPr b="0" i="0" lang="en-US" sz="2600" u="none">
                <a:solidFill>
                  <a:schemeClr val="dk1"/>
                </a:solidFill>
                <a:latin typeface="Calibri"/>
                <a:ea typeface="Calibri"/>
                <a:cs typeface="Calibri"/>
                <a:sym typeface="Calibri"/>
              </a:rPr>
              <a:t>1950-1999</a:t>
            </a:r>
            <a:endParaRPr/>
          </a:p>
          <a:p>
            <a:pPr indent="-304800" lvl="1" marL="628650" marR="0" rtl="0" algn="l">
              <a:lnSpc>
                <a:spcPct val="90000"/>
              </a:lnSpc>
              <a:spcBef>
                <a:spcPts val="300"/>
              </a:spcBef>
              <a:spcAft>
                <a:spcPts val="0"/>
              </a:spcAft>
              <a:buClr>
                <a:schemeClr val="dk1"/>
              </a:buClr>
              <a:buSzPts val="2200"/>
              <a:buFont typeface="Arial"/>
              <a:buChar char="•"/>
            </a:pPr>
            <a:r>
              <a:rPr b="0" i="0" lang="en-US" sz="2200" u="none" cap="none" strike="noStrike">
                <a:solidFill>
                  <a:schemeClr val="dk1"/>
                </a:solidFill>
                <a:latin typeface="Calibri"/>
                <a:ea typeface="Calibri"/>
                <a:cs typeface="Calibri"/>
                <a:sym typeface="Calibri"/>
              </a:rPr>
              <a:t>1951 - U.S. </a:t>
            </a:r>
            <a:r>
              <a:rPr b="0" i="0" lang="en-US" sz="2200" u="none" cap="none" strike="noStrike">
                <a:solidFill>
                  <a:srgbClr val="FF0000"/>
                </a:solidFill>
                <a:latin typeface="Calibri"/>
                <a:ea typeface="Calibri"/>
                <a:cs typeface="Calibri"/>
                <a:sym typeface="Calibri"/>
              </a:rPr>
              <a:t>National Security Agency </a:t>
            </a:r>
            <a:r>
              <a:rPr b="0" i="0" lang="en-US" sz="2200" u="none" cap="none" strike="noStrike">
                <a:solidFill>
                  <a:schemeClr val="dk1"/>
                </a:solidFill>
                <a:latin typeface="Calibri"/>
                <a:ea typeface="Calibri"/>
                <a:cs typeface="Calibri"/>
                <a:sym typeface="Calibri"/>
              </a:rPr>
              <a:t>founded</a:t>
            </a:r>
            <a:endParaRPr/>
          </a:p>
          <a:p>
            <a:pPr indent="-304800" lvl="1" marL="628650" marR="0" rtl="0" algn="l">
              <a:lnSpc>
                <a:spcPct val="90000"/>
              </a:lnSpc>
              <a:spcBef>
                <a:spcPts val="300"/>
              </a:spcBef>
              <a:spcAft>
                <a:spcPts val="0"/>
              </a:spcAft>
              <a:buClr>
                <a:schemeClr val="dk1"/>
              </a:buClr>
              <a:buSzPts val="2200"/>
              <a:buFont typeface="Arial"/>
              <a:buChar char="•"/>
            </a:pPr>
            <a:r>
              <a:rPr b="0" i="0" lang="en-US" sz="2200" u="none" cap="none" strike="noStrike">
                <a:solidFill>
                  <a:schemeClr val="dk1"/>
                </a:solidFill>
                <a:latin typeface="Calibri"/>
                <a:ea typeface="Calibri"/>
                <a:cs typeface="Calibri"/>
                <a:sym typeface="Calibri"/>
              </a:rPr>
              <a:t>1964 - </a:t>
            </a:r>
            <a:r>
              <a:rPr b="0" i="0" lang="en-US" sz="2200" u="sng" cap="none" strike="noStrike">
                <a:solidFill>
                  <a:schemeClr val="dk1"/>
                </a:solidFill>
                <a:latin typeface="Calibri"/>
                <a:ea typeface="Calibri"/>
                <a:cs typeface="Calibri"/>
                <a:sym typeface="Calibri"/>
                <a:hlinkClick r:id="rId3">
                  <a:extLst>
                    <a:ext uri="{A12FA001-AC4F-418D-AE19-62706E023703}">
                      <ahyp:hlinkClr val="tx"/>
                    </a:ext>
                  </a:extLst>
                </a:hlinkClick>
              </a:rPr>
              <a:t>David Kahn</a:t>
            </a:r>
            <a:r>
              <a:rPr b="0" i="0" lang="en-US" sz="2200" u="none" cap="none" strike="noStrike">
                <a:solidFill>
                  <a:schemeClr val="dk1"/>
                </a:solidFill>
                <a:latin typeface="Calibri"/>
                <a:ea typeface="Calibri"/>
                <a:cs typeface="Calibri"/>
                <a:sym typeface="Calibri"/>
              </a:rPr>
              <a:t>'s </a:t>
            </a:r>
            <a:r>
              <a:rPr b="0" i="1" lang="en-US" sz="2200" u="none" cap="none" strike="noStrike">
                <a:solidFill>
                  <a:schemeClr val="dk1"/>
                </a:solidFill>
                <a:latin typeface="Calibri"/>
                <a:ea typeface="Calibri"/>
                <a:cs typeface="Calibri"/>
                <a:sym typeface="Calibri"/>
              </a:rPr>
              <a:t>The Codebreakers</a:t>
            </a:r>
            <a:r>
              <a:rPr b="0" i="0" lang="en-US" sz="2200" u="none" cap="none" strike="noStrike">
                <a:solidFill>
                  <a:schemeClr val="dk1"/>
                </a:solidFill>
                <a:latin typeface="Calibri"/>
                <a:ea typeface="Calibri"/>
                <a:cs typeface="Calibri"/>
                <a:sym typeface="Calibri"/>
              </a:rPr>
              <a:t> is published. </a:t>
            </a:r>
            <a:endParaRPr/>
          </a:p>
          <a:p>
            <a:pPr indent="-304800" lvl="1" marL="628650" marR="0" rtl="0" algn="l">
              <a:lnSpc>
                <a:spcPct val="90000"/>
              </a:lnSpc>
              <a:spcBef>
                <a:spcPts val="300"/>
              </a:spcBef>
              <a:spcAft>
                <a:spcPts val="0"/>
              </a:spcAft>
              <a:buClr>
                <a:schemeClr val="dk1"/>
              </a:buClr>
              <a:buSzPts val="2200"/>
              <a:buFont typeface="Arial"/>
              <a:buChar char="•"/>
            </a:pPr>
            <a:r>
              <a:rPr b="0" i="0" lang="en-US" sz="2200" u="none" cap="none" strike="noStrike">
                <a:solidFill>
                  <a:schemeClr val="dk1"/>
                </a:solidFill>
                <a:latin typeface="Calibri"/>
                <a:ea typeface="Calibri"/>
                <a:cs typeface="Calibri"/>
                <a:sym typeface="Calibri"/>
              </a:rPr>
              <a:t>August 1964 - </a:t>
            </a:r>
            <a:r>
              <a:rPr b="0" i="0" lang="en-US" sz="2200" u="sng" cap="none" strike="noStrike">
                <a:solidFill>
                  <a:schemeClr val="dk1"/>
                </a:solidFill>
                <a:latin typeface="Calibri"/>
                <a:ea typeface="Calibri"/>
                <a:cs typeface="Calibri"/>
                <a:sym typeface="Calibri"/>
                <a:hlinkClick r:id="rId4">
                  <a:extLst>
                    <a:ext uri="{A12FA001-AC4F-418D-AE19-62706E023703}">
                      <ahyp:hlinkClr val="tx"/>
                    </a:ext>
                  </a:extLst>
                </a:hlinkClick>
              </a:rPr>
              <a:t>Gulf of Tonkin Incident</a:t>
            </a:r>
            <a:r>
              <a:rPr b="0" i="0" lang="en-US" sz="2200" u="none" cap="none" strike="noStrike">
                <a:solidFill>
                  <a:schemeClr val="dk1"/>
                </a:solidFill>
                <a:latin typeface="Calibri"/>
                <a:ea typeface="Calibri"/>
                <a:cs typeface="Calibri"/>
                <a:sym typeface="Calibri"/>
              </a:rPr>
              <a:t>August 1964 - Gulf of Tonkin Incident leads U.S. into </a:t>
            </a:r>
            <a:r>
              <a:rPr b="0" i="0" lang="en-US" sz="2200" u="sng" cap="none" strike="noStrike">
                <a:solidFill>
                  <a:schemeClr val="dk1"/>
                </a:solidFill>
                <a:latin typeface="Calibri"/>
                <a:ea typeface="Calibri"/>
                <a:cs typeface="Calibri"/>
                <a:sym typeface="Calibri"/>
                <a:hlinkClick r:id="rId5">
                  <a:extLst>
                    <a:ext uri="{A12FA001-AC4F-418D-AE19-62706E023703}">
                      <ahyp:hlinkClr val="tx"/>
                    </a:ext>
                  </a:extLst>
                </a:hlinkClick>
              </a:rPr>
              <a:t>Vietnam War</a:t>
            </a:r>
            <a:r>
              <a:rPr b="0" i="0" lang="en-US" sz="2200" u="none" cap="none" strike="noStrike">
                <a:solidFill>
                  <a:schemeClr val="dk1"/>
                </a:solidFill>
                <a:latin typeface="Calibri"/>
                <a:ea typeface="Calibri"/>
                <a:cs typeface="Calibri"/>
                <a:sym typeface="Calibri"/>
              </a:rPr>
              <a:t>, possibly due to misinterpretation of signals intelligence by NSA. </a:t>
            </a:r>
            <a:endParaRPr/>
          </a:p>
          <a:p>
            <a:pPr indent="-304800" lvl="1" marL="628650" marR="0" rtl="0" algn="l">
              <a:lnSpc>
                <a:spcPct val="90000"/>
              </a:lnSpc>
              <a:spcBef>
                <a:spcPts val="300"/>
              </a:spcBef>
              <a:spcAft>
                <a:spcPts val="0"/>
              </a:spcAft>
              <a:buClr>
                <a:schemeClr val="dk1"/>
              </a:buClr>
              <a:buSzPts val="2200"/>
              <a:buFont typeface="Arial"/>
              <a:buChar char="•"/>
            </a:pPr>
            <a:r>
              <a:rPr b="0" i="0" lang="en-US" sz="2200" u="none" cap="none" strike="noStrike">
                <a:solidFill>
                  <a:schemeClr val="dk1"/>
                </a:solidFill>
                <a:latin typeface="Calibri"/>
                <a:ea typeface="Calibri"/>
                <a:cs typeface="Calibri"/>
                <a:sym typeface="Calibri"/>
              </a:rPr>
              <a:t>January 23, 1968 – </a:t>
            </a:r>
            <a:br>
              <a:rPr b="0" i="0" lang="en-US" sz="2200" u="none" cap="none" strike="noStrike">
                <a:solidFill>
                  <a:schemeClr val="dk1"/>
                </a:solidFill>
                <a:latin typeface="Calibri"/>
                <a:ea typeface="Calibri"/>
                <a:cs typeface="Calibri"/>
                <a:sym typeface="Calibri"/>
              </a:rPr>
            </a:br>
            <a:r>
              <a:rPr b="0" i="0" lang="en-US" sz="2200" u="none" cap="none" strike="noStrike">
                <a:solidFill>
                  <a:schemeClr val="dk1"/>
                </a:solidFill>
                <a:latin typeface="Calibri"/>
                <a:ea typeface="Calibri"/>
                <a:cs typeface="Calibri"/>
                <a:sym typeface="Calibri"/>
              </a:rPr>
              <a:t>USS Pueblo, SIGINT ship, </a:t>
            </a:r>
            <a:br>
              <a:rPr b="0" i="0" lang="en-US" sz="2200" u="none" cap="none" strike="noStrike">
                <a:solidFill>
                  <a:schemeClr val="dk1"/>
                </a:solidFill>
                <a:latin typeface="Calibri"/>
                <a:ea typeface="Calibri"/>
                <a:cs typeface="Calibri"/>
                <a:sym typeface="Calibri"/>
              </a:rPr>
            </a:br>
            <a:r>
              <a:rPr b="0" i="0" lang="en-US" sz="2200" u="none" cap="none" strike="noStrike">
                <a:solidFill>
                  <a:schemeClr val="dk1"/>
                </a:solidFill>
                <a:latin typeface="Calibri"/>
                <a:ea typeface="Calibri"/>
                <a:cs typeface="Calibri"/>
                <a:sym typeface="Calibri"/>
              </a:rPr>
              <a:t>is captured by North Korea. </a:t>
            </a:r>
            <a:endParaRPr/>
          </a:p>
        </p:txBody>
      </p:sp>
      <p:sp>
        <p:nvSpPr>
          <p:cNvPr id="665" name="Google Shape;665;p44"/>
          <p:cNvSpPr txBox="1"/>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900"/>
              <a:buFont typeface="Gill Sans"/>
              <a:buNone/>
            </a:pPr>
            <a:r>
              <a:rPr b="0" i="0" lang="en-US" sz="900" u="none">
                <a:solidFill>
                  <a:schemeClr val="accent2"/>
                </a:solidFill>
                <a:latin typeface="Gill Sans"/>
                <a:ea typeface="Gill Sans"/>
                <a:cs typeface="Gill Sans"/>
                <a:sym typeface="Gill Sans"/>
              </a:rPr>
              <a:t>*</a:t>
            </a:r>
            <a:endParaRPr/>
          </a:p>
        </p:txBody>
      </p:sp>
      <p:sp>
        <p:nvSpPr>
          <p:cNvPr id="666" name="Google Shape;666;p44"/>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Gill Sans"/>
              <a:buNone/>
            </a:pPr>
            <a:r>
              <a:rPr b="0" i="0" lang="en-US" sz="900" u="none">
                <a:solidFill>
                  <a:srgbClr val="898989"/>
                </a:solidFill>
                <a:latin typeface="Gill Sans"/>
                <a:ea typeface="Gill Sans"/>
                <a:cs typeface="Gill Sans"/>
                <a:sym typeface="Gill Sans"/>
              </a:rPr>
              <a:t>Chapter 2 Crypto Basics.     Dr. Muhammad Iqbal Hossain</a:t>
            </a:r>
            <a:endParaRPr/>
          </a:p>
        </p:txBody>
      </p:sp>
      <p:sp>
        <p:nvSpPr>
          <p:cNvPr id="667" name="Google Shape;667;p44"/>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pic>
        <p:nvPicPr>
          <p:cNvPr descr="C:\Documents and Settings\PC2\바탕 화면\USS_Pueblo_%28AGER-2%29.jpg" id="668" name="Google Shape;668;p44"/>
          <p:cNvPicPr preferRelativeResize="0"/>
          <p:nvPr/>
        </p:nvPicPr>
        <p:blipFill rotWithShape="1">
          <a:blip r:embed="rId6">
            <a:alphaModFix/>
          </a:blip>
          <a:srcRect b="0" l="0" r="0" t="0"/>
          <a:stretch/>
        </p:blipFill>
        <p:spPr>
          <a:xfrm>
            <a:off x="5286375" y="3714750"/>
            <a:ext cx="3287712" cy="2643187"/>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p45"/>
          <p:cNvSpPr txBox="1"/>
          <p:nvPr>
            <p:ph type="title"/>
          </p:nvPr>
        </p:nvSpPr>
        <p:spPr>
          <a:xfrm>
            <a:off x="468312" y="303212"/>
            <a:ext cx="7886700" cy="1163637"/>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300"/>
              <a:buFont typeface="Calibri"/>
              <a:buNone/>
            </a:pPr>
            <a:r>
              <a:rPr b="0" i="0" lang="en-US" sz="3300" u="none">
                <a:solidFill>
                  <a:schemeClr val="lt1"/>
                </a:solidFill>
                <a:latin typeface="Calibri"/>
                <a:ea typeface="Calibri"/>
                <a:cs typeface="Calibri"/>
                <a:sym typeface="Calibri"/>
              </a:rPr>
              <a:t>Timeline of cryptography</a:t>
            </a:r>
            <a:endParaRPr/>
          </a:p>
        </p:txBody>
      </p:sp>
      <p:sp>
        <p:nvSpPr>
          <p:cNvPr id="674" name="Google Shape;674;p45"/>
          <p:cNvSpPr txBox="1"/>
          <p:nvPr>
            <p:ph idx="1" type="body"/>
          </p:nvPr>
        </p:nvSpPr>
        <p:spPr>
          <a:xfrm>
            <a:off x="468312" y="1668462"/>
            <a:ext cx="7886700" cy="4511675"/>
          </a:xfrm>
          <a:prstGeom prst="rect">
            <a:avLst/>
          </a:prstGeom>
          <a:noFill/>
          <a:ln>
            <a:noFill/>
          </a:ln>
        </p:spPr>
        <p:txBody>
          <a:bodyPr anchorCtr="0" anchor="t" bIns="45700" lIns="91425" spcFirstLastPara="1" rIns="91425" wrap="square" tIns="45700">
            <a:noAutofit/>
          </a:bodyPr>
          <a:lstStyle/>
          <a:p>
            <a:pPr indent="-304800" lvl="0" marL="304800" marR="0" rtl="0" algn="l">
              <a:lnSpc>
                <a:spcPct val="90000"/>
              </a:lnSpc>
              <a:spcBef>
                <a:spcPts val="0"/>
              </a:spcBef>
              <a:spcAft>
                <a:spcPts val="0"/>
              </a:spcAft>
              <a:buClr>
                <a:schemeClr val="dk1"/>
              </a:buClr>
              <a:buSzPts val="2600"/>
              <a:buFont typeface="Arial"/>
              <a:buChar char="•"/>
            </a:pPr>
            <a:r>
              <a:rPr b="0" i="0" lang="en-US" sz="2600" u="none">
                <a:solidFill>
                  <a:schemeClr val="dk1"/>
                </a:solidFill>
                <a:latin typeface="Calibri"/>
                <a:ea typeface="Calibri"/>
                <a:cs typeface="Calibri"/>
                <a:sym typeface="Calibri"/>
              </a:rPr>
              <a:t>1950-1999</a:t>
            </a:r>
            <a:endParaRPr/>
          </a:p>
          <a:p>
            <a:pPr indent="-304800" lvl="1" marL="628650" marR="0" rtl="0" algn="l">
              <a:lnSpc>
                <a:spcPct val="90000"/>
              </a:lnSpc>
              <a:spcBef>
                <a:spcPts val="300"/>
              </a:spcBef>
              <a:spcAft>
                <a:spcPts val="0"/>
              </a:spcAft>
              <a:buClr>
                <a:schemeClr val="dk1"/>
              </a:buClr>
              <a:buSzPts val="2200"/>
              <a:buFont typeface="Arial"/>
              <a:buChar char="•"/>
            </a:pPr>
            <a:r>
              <a:rPr b="0" i="0" lang="en-US" sz="2200" u="none" cap="none" strike="noStrike">
                <a:solidFill>
                  <a:schemeClr val="dk1"/>
                </a:solidFill>
                <a:latin typeface="Calibri"/>
                <a:ea typeface="Calibri"/>
                <a:cs typeface="Calibri"/>
                <a:sym typeface="Calibri"/>
              </a:rPr>
              <a:t>1969 - The first hosts of </a:t>
            </a:r>
            <a:r>
              <a:rPr b="0" i="0" lang="en-US" sz="2200" u="sng" cap="none" strike="noStrike">
                <a:solidFill>
                  <a:schemeClr val="dk1"/>
                </a:solidFill>
                <a:latin typeface="Calibri"/>
                <a:ea typeface="Calibri"/>
                <a:cs typeface="Calibri"/>
                <a:sym typeface="Calibri"/>
                <a:hlinkClick r:id="rId3">
                  <a:extLst>
                    <a:ext uri="{A12FA001-AC4F-418D-AE19-62706E023703}">
                      <ahyp:hlinkClr val="tx"/>
                    </a:ext>
                  </a:extLst>
                </a:hlinkClick>
              </a:rPr>
              <a:t>ARPANET</a:t>
            </a:r>
            <a:r>
              <a:rPr b="0" i="0" lang="en-US" sz="2200" u="none" cap="none" strike="noStrike">
                <a:solidFill>
                  <a:schemeClr val="dk1"/>
                </a:solidFill>
                <a:latin typeface="Calibri"/>
                <a:ea typeface="Calibri"/>
                <a:cs typeface="Calibri"/>
                <a:sym typeface="Calibri"/>
              </a:rPr>
              <a:t>, Internet's ancestor, are connected. </a:t>
            </a:r>
            <a:endParaRPr/>
          </a:p>
          <a:p>
            <a:pPr indent="-304800" lvl="1" marL="628650" marR="0" rtl="0" algn="l">
              <a:lnSpc>
                <a:spcPct val="90000"/>
              </a:lnSpc>
              <a:spcBef>
                <a:spcPts val="300"/>
              </a:spcBef>
              <a:spcAft>
                <a:spcPts val="0"/>
              </a:spcAft>
              <a:buClr>
                <a:schemeClr val="dk1"/>
              </a:buClr>
              <a:buSzPts val="2200"/>
              <a:buFont typeface="Arial"/>
              <a:buChar char="•"/>
            </a:pPr>
            <a:r>
              <a:rPr b="0" i="0" lang="en-US" sz="2200" u="none" cap="none" strike="noStrike">
                <a:solidFill>
                  <a:schemeClr val="dk1"/>
                </a:solidFill>
                <a:latin typeface="Calibri"/>
                <a:ea typeface="Calibri"/>
                <a:cs typeface="Calibri"/>
                <a:sym typeface="Calibri"/>
              </a:rPr>
              <a:t>1974? - Horst Feistel develops </a:t>
            </a:r>
            <a:r>
              <a:rPr b="0" i="0" lang="en-US" sz="2200" u="none" cap="none" strike="noStrike">
                <a:solidFill>
                  <a:srgbClr val="0000FF"/>
                </a:solidFill>
                <a:latin typeface="Calibri"/>
                <a:ea typeface="Calibri"/>
                <a:cs typeface="Calibri"/>
                <a:sym typeface="Calibri"/>
              </a:rPr>
              <a:t>Feistel network block cipher design</a:t>
            </a:r>
            <a:r>
              <a:rPr b="0" i="0" lang="en-US" sz="2200" u="none" cap="none" strike="noStrike">
                <a:solidFill>
                  <a:schemeClr val="dk1"/>
                </a:solidFill>
                <a:latin typeface="Calibri"/>
                <a:ea typeface="Calibri"/>
                <a:cs typeface="Calibri"/>
                <a:sym typeface="Calibri"/>
              </a:rPr>
              <a:t>. </a:t>
            </a:r>
            <a:endParaRPr/>
          </a:p>
          <a:p>
            <a:pPr indent="-304800" lvl="1" marL="628650" marR="0" rtl="0" algn="l">
              <a:lnSpc>
                <a:spcPct val="90000"/>
              </a:lnSpc>
              <a:spcBef>
                <a:spcPts val="300"/>
              </a:spcBef>
              <a:spcAft>
                <a:spcPts val="0"/>
              </a:spcAft>
              <a:buClr>
                <a:schemeClr val="dk1"/>
              </a:buClr>
              <a:buSzPts val="2200"/>
              <a:buFont typeface="Arial"/>
              <a:buChar char="•"/>
            </a:pPr>
            <a:r>
              <a:rPr b="0" i="0" lang="en-US" sz="2200" u="none" cap="none" strike="noStrike">
                <a:solidFill>
                  <a:schemeClr val="dk1"/>
                </a:solidFill>
                <a:latin typeface="Calibri"/>
                <a:ea typeface="Calibri"/>
                <a:cs typeface="Calibri"/>
                <a:sym typeface="Calibri"/>
              </a:rPr>
              <a:t>1976 - </a:t>
            </a:r>
            <a:r>
              <a:rPr b="0" i="0" lang="en-US" sz="2200" u="none" cap="none" strike="noStrike">
                <a:solidFill>
                  <a:srgbClr val="0000FF"/>
                </a:solidFill>
                <a:latin typeface="Calibri"/>
                <a:ea typeface="Calibri"/>
                <a:cs typeface="Calibri"/>
                <a:sym typeface="Calibri"/>
              </a:rPr>
              <a:t>Data Encryption Standard </a:t>
            </a:r>
            <a:r>
              <a:rPr b="0" i="0" lang="en-US" sz="2200" u="none" cap="none" strike="noStrike">
                <a:solidFill>
                  <a:schemeClr val="dk1"/>
                </a:solidFill>
                <a:latin typeface="Calibri"/>
                <a:ea typeface="Calibri"/>
                <a:cs typeface="Calibri"/>
                <a:sym typeface="Calibri"/>
              </a:rPr>
              <a:t>was published as an official Standard for the United States. </a:t>
            </a:r>
            <a:endParaRPr/>
          </a:p>
          <a:p>
            <a:pPr indent="-304800" lvl="1" marL="628650" marR="0" rtl="0" algn="l">
              <a:lnSpc>
                <a:spcPct val="90000"/>
              </a:lnSpc>
              <a:spcBef>
                <a:spcPts val="300"/>
              </a:spcBef>
              <a:spcAft>
                <a:spcPts val="0"/>
              </a:spcAft>
              <a:buClr>
                <a:schemeClr val="dk1"/>
              </a:buClr>
              <a:buSzPts val="2200"/>
              <a:buFont typeface="Arial"/>
              <a:buChar char="•"/>
            </a:pPr>
            <a:r>
              <a:rPr b="0" i="0" lang="en-US" sz="2200" u="none" cap="none" strike="noStrike">
                <a:solidFill>
                  <a:schemeClr val="dk1"/>
                </a:solidFill>
                <a:latin typeface="Calibri"/>
                <a:ea typeface="Calibri"/>
                <a:cs typeface="Calibri"/>
                <a:sym typeface="Calibri"/>
              </a:rPr>
              <a:t>1976 - </a:t>
            </a:r>
            <a:r>
              <a:rPr b="0" i="0" lang="en-US" sz="2200" u="none" cap="none" strike="noStrike">
                <a:solidFill>
                  <a:srgbClr val="0000FF"/>
                </a:solidFill>
                <a:latin typeface="Calibri"/>
                <a:ea typeface="Calibri"/>
                <a:cs typeface="Calibri"/>
                <a:sym typeface="Calibri"/>
              </a:rPr>
              <a:t>New Directions in Cryptography</a:t>
            </a:r>
            <a:r>
              <a:rPr b="0" i="0" lang="en-US" sz="2200" u="none" cap="none" strike="noStrike">
                <a:solidFill>
                  <a:schemeClr val="dk1"/>
                </a:solidFill>
                <a:latin typeface="Calibri"/>
                <a:ea typeface="Calibri"/>
                <a:cs typeface="Calibri"/>
                <a:sym typeface="Calibri"/>
              </a:rPr>
              <a:t> published by Diffie and Hellman</a:t>
            </a:r>
            <a:endParaRPr b="0" i="0" sz="2200" u="none" cap="none" strike="noStrike">
              <a:solidFill>
                <a:srgbClr val="0000FF"/>
              </a:solidFill>
              <a:latin typeface="Calibri"/>
              <a:ea typeface="Calibri"/>
              <a:cs typeface="Calibri"/>
              <a:sym typeface="Calibri"/>
            </a:endParaRPr>
          </a:p>
          <a:p>
            <a:pPr indent="-304800" lvl="1" marL="628650" marR="0" rtl="0" algn="l">
              <a:lnSpc>
                <a:spcPct val="90000"/>
              </a:lnSpc>
              <a:spcBef>
                <a:spcPts val="300"/>
              </a:spcBef>
              <a:spcAft>
                <a:spcPts val="0"/>
              </a:spcAft>
              <a:buClr>
                <a:schemeClr val="dk1"/>
              </a:buClr>
              <a:buSzPts val="2200"/>
              <a:buFont typeface="Arial"/>
              <a:buChar char="•"/>
            </a:pPr>
            <a:r>
              <a:rPr b="0" i="0" lang="en-US" sz="2200" u="none" cap="none" strike="noStrike">
                <a:solidFill>
                  <a:schemeClr val="dk1"/>
                </a:solidFill>
                <a:latin typeface="Calibri"/>
                <a:ea typeface="Calibri"/>
                <a:cs typeface="Calibri"/>
                <a:sym typeface="Calibri"/>
              </a:rPr>
              <a:t>1977- </a:t>
            </a:r>
            <a:r>
              <a:rPr b="0" i="0" lang="en-US" sz="2200" u="none" cap="none" strike="noStrike">
                <a:solidFill>
                  <a:srgbClr val="0000FF"/>
                </a:solidFill>
                <a:latin typeface="Calibri"/>
                <a:ea typeface="Calibri"/>
                <a:cs typeface="Calibri"/>
                <a:sym typeface="Calibri"/>
              </a:rPr>
              <a:t>RSA</a:t>
            </a:r>
            <a:r>
              <a:rPr b="0" i="0" lang="en-US" sz="2200" u="none" cap="none" strike="noStrike">
                <a:solidFill>
                  <a:schemeClr val="dk1"/>
                </a:solidFill>
                <a:latin typeface="Calibri"/>
                <a:ea typeface="Calibri"/>
                <a:cs typeface="Calibri"/>
                <a:sym typeface="Calibri"/>
              </a:rPr>
              <a:t> public key encryption invented.</a:t>
            </a:r>
            <a:endParaRPr/>
          </a:p>
        </p:txBody>
      </p:sp>
      <p:sp>
        <p:nvSpPr>
          <p:cNvPr id="675" name="Google Shape;675;p45"/>
          <p:cNvSpPr txBox="1"/>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900"/>
              <a:buFont typeface="Gill Sans"/>
              <a:buNone/>
            </a:pPr>
            <a:r>
              <a:rPr b="0" i="0" lang="en-US" sz="900" u="none">
                <a:solidFill>
                  <a:schemeClr val="accent2"/>
                </a:solidFill>
                <a:latin typeface="Gill Sans"/>
                <a:ea typeface="Gill Sans"/>
                <a:cs typeface="Gill Sans"/>
                <a:sym typeface="Gill Sans"/>
              </a:rPr>
              <a:t>*</a:t>
            </a:r>
            <a:endParaRPr/>
          </a:p>
        </p:txBody>
      </p:sp>
      <p:sp>
        <p:nvSpPr>
          <p:cNvPr id="676" name="Google Shape;676;p45"/>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Gill Sans"/>
              <a:buNone/>
            </a:pPr>
            <a:r>
              <a:rPr b="0" i="0" lang="en-US" sz="900" u="none">
                <a:solidFill>
                  <a:srgbClr val="898989"/>
                </a:solidFill>
                <a:latin typeface="Gill Sans"/>
                <a:ea typeface="Gill Sans"/>
                <a:cs typeface="Gill Sans"/>
                <a:sym typeface="Gill Sans"/>
              </a:rPr>
              <a:t>Chapter 2 Crypto Basics.     Dr. Muhammad Iqbal Hossain</a:t>
            </a:r>
            <a:endParaRPr/>
          </a:p>
        </p:txBody>
      </p:sp>
      <p:sp>
        <p:nvSpPr>
          <p:cNvPr id="677" name="Google Shape;677;p45"/>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1" name="Shape 681"/>
        <p:cNvGrpSpPr/>
        <p:nvPr/>
      </p:nvGrpSpPr>
      <p:grpSpPr>
        <a:xfrm>
          <a:off x="0" y="0"/>
          <a:ext cx="0" cy="0"/>
          <a:chOff x="0" y="0"/>
          <a:chExt cx="0" cy="0"/>
        </a:xfrm>
      </p:grpSpPr>
      <p:sp>
        <p:nvSpPr>
          <p:cNvPr id="682" name="Google Shape;682;p46"/>
          <p:cNvSpPr txBox="1"/>
          <p:nvPr>
            <p:ph type="title"/>
          </p:nvPr>
        </p:nvSpPr>
        <p:spPr>
          <a:xfrm>
            <a:off x="468312" y="303212"/>
            <a:ext cx="7886700" cy="1163637"/>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300"/>
              <a:buFont typeface="Calibri"/>
              <a:buNone/>
            </a:pPr>
            <a:r>
              <a:rPr b="0" i="0" lang="en-US" sz="3300" u="none">
                <a:solidFill>
                  <a:schemeClr val="lt1"/>
                </a:solidFill>
                <a:latin typeface="Calibri"/>
                <a:ea typeface="Calibri"/>
                <a:cs typeface="Calibri"/>
                <a:sym typeface="Calibri"/>
              </a:rPr>
              <a:t>Timeline of cryptography</a:t>
            </a:r>
            <a:endParaRPr/>
          </a:p>
        </p:txBody>
      </p:sp>
      <p:sp>
        <p:nvSpPr>
          <p:cNvPr id="683" name="Google Shape;683;p46"/>
          <p:cNvSpPr txBox="1"/>
          <p:nvPr>
            <p:ph idx="1" type="body"/>
          </p:nvPr>
        </p:nvSpPr>
        <p:spPr>
          <a:xfrm>
            <a:off x="468312" y="1668462"/>
            <a:ext cx="7886700" cy="4511675"/>
          </a:xfrm>
          <a:prstGeom prst="rect">
            <a:avLst/>
          </a:prstGeom>
          <a:noFill/>
          <a:ln>
            <a:noFill/>
          </a:ln>
        </p:spPr>
        <p:txBody>
          <a:bodyPr anchorCtr="0" anchor="t" bIns="45700" lIns="91425" spcFirstLastPara="1" rIns="91425" wrap="square" tIns="45700">
            <a:noAutofit/>
          </a:bodyPr>
          <a:lstStyle/>
          <a:p>
            <a:pPr indent="-171450" lvl="0" marL="171450" marR="0" rtl="0" algn="l">
              <a:lnSpc>
                <a:spcPct val="90000"/>
              </a:lnSpc>
              <a:spcBef>
                <a:spcPts val="0"/>
              </a:spcBef>
              <a:spcAft>
                <a:spcPts val="0"/>
              </a:spcAft>
              <a:buClr>
                <a:schemeClr val="dk1"/>
              </a:buClr>
              <a:buSzPts val="2600"/>
              <a:buFont typeface="Arial"/>
              <a:buChar char="•"/>
            </a:pPr>
            <a:r>
              <a:rPr b="0" i="0" lang="en-US" sz="2600" u="none">
                <a:solidFill>
                  <a:schemeClr val="dk1"/>
                </a:solidFill>
                <a:latin typeface="Calibri"/>
                <a:ea typeface="Calibri"/>
                <a:cs typeface="Calibri"/>
                <a:sym typeface="Calibri"/>
              </a:rPr>
              <a:t>1950-1999</a:t>
            </a:r>
            <a:endParaRPr/>
          </a:p>
          <a:p>
            <a:pPr indent="-171450" lvl="1" marL="514350" marR="0" rtl="0" algn="l">
              <a:lnSpc>
                <a:spcPct val="90000"/>
              </a:lnSpc>
              <a:spcBef>
                <a:spcPts val="300"/>
              </a:spcBef>
              <a:spcAft>
                <a:spcPts val="0"/>
              </a:spcAft>
              <a:buClr>
                <a:schemeClr val="dk1"/>
              </a:buClr>
              <a:buSzPts val="2200"/>
              <a:buFont typeface="Arial"/>
              <a:buChar char="•"/>
            </a:pPr>
            <a:r>
              <a:rPr b="0" i="0" lang="en-US" sz="2200" u="none" cap="none" strike="noStrike">
                <a:solidFill>
                  <a:schemeClr val="dk1"/>
                </a:solidFill>
                <a:latin typeface="Calibri"/>
                <a:ea typeface="Calibri"/>
                <a:cs typeface="Calibri"/>
                <a:sym typeface="Calibri"/>
              </a:rPr>
              <a:t>1981 - </a:t>
            </a:r>
            <a:r>
              <a:rPr b="0" i="0" lang="en-US" sz="2200" u="sng" cap="none" strike="noStrike">
                <a:solidFill>
                  <a:schemeClr val="dk1"/>
                </a:solidFill>
                <a:latin typeface="Calibri"/>
                <a:ea typeface="Calibri"/>
                <a:cs typeface="Calibri"/>
                <a:sym typeface="Calibri"/>
                <a:hlinkClick r:id="rId3">
                  <a:extLst>
                    <a:ext uri="{A12FA001-AC4F-418D-AE19-62706E023703}">
                      <ahyp:hlinkClr val="tx"/>
                    </a:ext>
                  </a:extLst>
                </a:hlinkClick>
              </a:rPr>
              <a:t>Quantum computers</a:t>
            </a:r>
            <a:r>
              <a:rPr b="0" i="0" lang="en-US" sz="2200" u="none" cap="none" strike="noStrike">
                <a:solidFill>
                  <a:schemeClr val="dk1"/>
                </a:solidFill>
                <a:latin typeface="Calibri"/>
                <a:ea typeface="Calibri"/>
                <a:cs typeface="Calibri"/>
                <a:sym typeface="Calibri"/>
              </a:rPr>
              <a:t> proposed . </a:t>
            </a:r>
            <a:endParaRPr/>
          </a:p>
          <a:p>
            <a:pPr indent="-171450" lvl="1" marL="514350" marR="0" rtl="0" algn="l">
              <a:lnSpc>
                <a:spcPct val="90000"/>
              </a:lnSpc>
              <a:spcBef>
                <a:spcPts val="300"/>
              </a:spcBef>
              <a:spcAft>
                <a:spcPts val="0"/>
              </a:spcAft>
              <a:buClr>
                <a:schemeClr val="dk1"/>
              </a:buClr>
              <a:buSzPts val="2200"/>
              <a:buFont typeface="Arial"/>
              <a:buChar char="•"/>
            </a:pPr>
            <a:r>
              <a:rPr b="0" i="0" lang="en-US" sz="2200" u="none" cap="none" strike="noStrike">
                <a:solidFill>
                  <a:schemeClr val="dk1"/>
                </a:solidFill>
                <a:latin typeface="Calibri"/>
                <a:ea typeface="Calibri"/>
                <a:cs typeface="Calibri"/>
                <a:sym typeface="Calibri"/>
              </a:rPr>
              <a:t>1989 - the prototype system of </a:t>
            </a:r>
            <a:r>
              <a:rPr b="0" i="0" lang="en-US" sz="2200" u="none" cap="none" strike="noStrike">
                <a:solidFill>
                  <a:srgbClr val="0000FF"/>
                </a:solidFill>
                <a:latin typeface="Calibri"/>
                <a:ea typeface="Calibri"/>
                <a:cs typeface="Calibri"/>
                <a:sym typeface="Calibri"/>
              </a:rPr>
              <a:t>World Wide Web </a:t>
            </a:r>
            <a:r>
              <a:rPr b="0" i="0" lang="en-US" sz="2200" u="none" cap="none" strike="noStrike">
                <a:solidFill>
                  <a:schemeClr val="dk1"/>
                </a:solidFill>
                <a:latin typeface="Calibri"/>
                <a:ea typeface="Calibri"/>
                <a:cs typeface="Calibri"/>
                <a:sym typeface="Calibri"/>
              </a:rPr>
              <a:t>at </a:t>
            </a:r>
            <a:r>
              <a:rPr b="0" i="0" lang="en-US" sz="2200" u="sng" cap="none" strike="noStrike">
                <a:solidFill>
                  <a:schemeClr val="dk1"/>
                </a:solidFill>
                <a:latin typeface="Calibri"/>
                <a:ea typeface="Calibri"/>
                <a:cs typeface="Calibri"/>
                <a:sym typeface="Calibri"/>
                <a:hlinkClick r:id="rId4">
                  <a:extLst>
                    <a:ext uri="{A12FA001-AC4F-418D-AE19-62706E023703}">
                      <ahyp:hlinkClr val="tx"/>
                    </a:ext>
                  </a:extLst>
                </a:hlinkClick>
              </a:rPr>
              <a:t>CERN</a:t>
            </a:r>
            <a:r>
              <a:rPr b="0" i="0" lang="en-US" sz="2200" u="none" cap="none" strike="noStrike">
                <a:solidFill>
                  <a:schemeClr val="dk1"/>
                </a:solidFill>
                <a:latin typeface="Calibri"/>
                <a:ea typeface="Calibri"/>
                <a:cs typeface="Calibri"/>
                <a:sym typeface="Calibri"/>
              </a:rPr>
              <a:t>. </a:t>
            </a:r>
            <a:endParaRPr/>
          </a:p>
          <a:p>
            <a:pPr indent="-171450" lvl="1" marL="514350" marR="0" rtl="0" algn="l">
              <a:lnSpc>
                <a:spcPct val="90000"/>
              </a:lnSpc>
              <a:spcBef>
                <a:spcPts val="300"/>
              </a:spcBef>
              <a:spcAft>
                <a:spcPts val="0"/>
              </a:spcAft>
              <a:buClr>
                <a:schemeClr val="dk1"/>
              </a:buClr>
              <a:buSzPts val="2200"/>
              <a:buFont typeface="Arial"/>
              <a:buChar char="•"/>
            </a:pPr>
            <a:r>
              <a:rPr b="0" i="0" lang="en-US" sz="2200" u="none" cap="none" strike="noStrike">
                <a:solidFill>
                  <a:schemeClr val="dk1"/>
                </a:solidFill>
                <a:latin typeface="Calibri"/>
                <a:ea typeface="Calibri"/>
                <a:cs typeface="Calibri"/>
                <a:sym typeface="Calibri"/>
              </a:rPr>
              <a:t>1991 - releases the public key encryp prog  </a:t>
            </a:r>
            <a:r>
              <a:rPr b="0" i="0" lang="en-US" sz="2200" u="sng" cap="none" strike="noStrike">
                <a:solidFill>
                  <a:schemeClr val="dk1"/>
                </a:solidFill>
                <a:latin typeface="Calibri"/>
                <a:ea typeface="Calibri"/>
                <a:cs typeface="Calibri"/>
                <a:sym typeface="Calibri"/>
                <a:hlinkClick r:id="rId5">
                  <a:extLst>
                    <a:ext uri="{A12FA001-AC4F-418D-AE19-62706E023703}">
                      <ahyp:hlinkClr val="tx"/>
                    </a:ext>
                  </a:extLst>
                </a:hlinkClick>
              </a:rPr>
              <a:t>PGP</a:t>
            </a:r>
            <a:r>
              <a:rPr b="0" i="0" lang="en-US" sz="2200" u="none" cap="none" strike="noStrike">
                <a:solidFill>
                  <a:schemeClr val="dk1"/>
                </a:solidFill>
                <a:latin typeface="Calibri"/>
                <a:ea typeface="Calibri"/>
                <a:cs typeface="Calibri"/>
                <a:sym typeface="Calibri"/>
              </a:rPr>
              <a:t> </a:t>
            </a:r>
            <a:endParaRPr/>
          </a:p>
          <a:p>
            <a:pPr indent="-171450" lvl="1" marL="514350" marR="0" rtl="0" algn="l">
              <a:lnSpc>
                <a:spcPct val="90000"/>
              </a:lnSpc>
              <a:spcBef>
                <a:spcPts val="300"/>
              </a:spcBef>
              <a:spcAft>
                <a:spcPts val="0"/>
              </a:spcAft>
              <a:buClr>
                <a:schemeClr val="dk1"/>
              </a:buClr>
              <a:buSzPts val="2200"/>
              <a:buFont typeface="Arial"/>
              <a:buChar char="•"/>
            </a:pPr>
            <a:r>
              <a:rPr b="0" i="0" lang="en-US" sz="2200" u="none" cap="none" strike="noStrike">
                <a:solidFill>
                  <a:schemeClr val="dk1"/>
                </a:solidFill>
                <a:latin typeface="Calibri"/>
                <a:ea typeface="Calibri"/>
                <a:cs typeface="Calibri"/>
                <a:sym typeface="Calibri"/>
              </a:rPr>
              <a:t>1994 - </a:t>
            </a:r>
            <a:r>
              <a:rPr b="0" i="0" lang="en-US" sz="2200" u="none" cap="none" strike="noStrike">
                <a:solidFill>
                  <a:srgbClr val="0000FF"/>
                </a:solidFill>
                <a:latin typeface="Calibri"/>
                <a:ea typeface="Calibri"/>
                <a:cs typeface="Calibri"/>
                <a:sym typeface="Calibri"/>
              </a:rPr>
              <a:t>Secure Sockets Layer (SSL) </a:t>
            </a:r>
            <a:r>
              <a:rPr b="0" i="0" lang="en-US" sz="2200" u="none" cap="none" strike="noStrike">
                <a:solidFill>
                  <a:schemeClr val="dk1"/>
                </a:solidFill>
                <a:latin typeface="Calibri"/>
                <a:ea typeface="Calibri"/>
                <a:cs typeface="Calibri"/>
                <a:sym typeface="Calibri"/>
              </a:rPr>
              <a:t>encryption protocol released</a:t>
            </a:r>
            <a:endParaRPr/>
          </a:p>
          <a:p>
            <a:pPr indent="-171450" lvl="1" marL="514350" marR="0" rtl="0" algn="l">
              <a:lnSpc>
                <a:spcPct val="90000"/>
              </a:lnSpc>
              <a:spcBef>
                <a:spcPts val="300"/>
              </a:spcBef>
              <a:spcAft>
                <a:spcPts val="0"/>
              </a:spcAft>
              <a:buClr>
                <a:schemeClr val="dk1"/>
              </a:buClr>
              <a:buSzPts val="2200"/>
              <a:buFont typeface="Arial"/>
              <a:buChar char="•"/>
            </a:pPr>
            <a:r>
              <a:rPr b="0" i="0" lang="en-US" sz="2200" u="none" cap="none" strike="noStrike">
                <a:solidFill>
                  <a:schemeClr val="dk1"/>
                </a:solidFill>
                <a:latin typeface="Calibri"/>
                <a:ea typeface="Calibri"/>
                <a:cs typeface="Calibri"/>
                <a:sym typeface="Calibri"/>
              </a:rPr>
              <a:t>1995 - NSA publishes the </a:t>
            </a:r>
            <a:r>
              <a:rPr b="0" i="0" lang="en-US" sz="2200" u="none" cap="none" strike="noStrike">
                <a:solidFill>
                  <a:srgbClr val="FF0000"/>
                </a:solidFill>
                <a:latin typeface="Calibri"/>
                <a:ea typeface="Calibri"/>
                <a:cs typeface="Calibri"/>
                <a:sym typeface="Calibri"/>
              </a:rPr>
              <a:t>SHA1</a:t>
            </a:r>
            <a:r>
              <a:rPr b="0" i="0" lang="en-US" sz="2200" u="none" cap="none" strike="noStrike">
                <a:solidFill>
                  <a:schemeClr val="dk1"/>
                </a:solidFill>
                <a:latin typeface="Calibri"/>
                <a:ea typeface="Calibri"/>
                <a:cs typeface="Calibri"/>
                <a:sym typeface="Calibri"/>
              </a:rPr>
              <a:t> hash algorithm as part of its </a:t>
            </a:r>
            <a:r>
              <a:rPr b="0" i="0" lang="en-US" sz="2200" u="none" cap="none" strike="noStrike">
                <a:solidFill>
                  <a:srgbClr val="2B10F0"/>
                </a:solidFill>
                <a:latin typeface="Calibri"/>
                <a:ea typeface="Calibri"/>
                <a:cs typeface="Calibri"/>
                <a:sym typeface="Calibri"/>
              </a:rPr>
              <a:t>Digital Signature Standard</a:t>
            </a:r>
            <a:r>
              <a:rPr b="0" i="0" lang="en-US" sz="2200" u="none" cap="none" strike="noStrike">
                <a:solidFill>
                  <a:schemeClr val="dk1"/>
                </a:solidFill>
                <a:latin typeface="Calibri"/>
                <a:ea typeface="Calibri"/>
                <a:cs typeface="Calibri"/>
                <a:sym typeface="Calibri"/>
              </a:rPr>
              <a:t>. </a:t>
            </a:r>
            <a:endParaRPr/>
          </a:p>
        </p:txBody>
      </p:sp>
      <p:sp>
        <p:nvSpPr>
          <p:cNvPr id="684" name="Google Shape;684;p46"/>
          <p:cNvSpPr txBox="1"/>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900"/>
              <a:buFont typeface="Gill Sans"/>
              <a:buNone/>
            </a:pPr>
            <a:r>
              <a:rPr b="0" i="0" lang="en-US" sz="900" u="none">
                <a:solidFill>
                  <a:schemeClr val="accent2"/>
                </a:solidFill>
                <a:latin typeface="Gill Sans"/>
                <a:ea typeface="Gill Sans"/>
                <a:cs typeface="Gill Sans"/>
                <a:sym typeface="Gill Sans"/>
              </a:rPr>
              <a:t>*</a:t>
            </a:r>
            <a:endParaRPr/>
          </a:p>
        </p:txBody>
      </p:sp>
      <p:sp>
        <p:nvSpPr>
          <p:cNvPr id="685" name="Google Shape;685;p46"/>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Gill Sans"/>
              <a:buNone/>
            </a:pPr>
            <a:r>
              <a:rPr b="0" i="0" lang="en-US" sz="900" u="none">
                <a:solidFill>
                  <a:srgbClr val="898989"/>
                </a:solidFill>
                <a:latin typeface="Gill Sans"/>
                <a:ea typeface="Gill Sans"/>
                <a:cs typeface="Gill Sans"/>
                <a:sym typeface="Gill Sans"/>
              </a:rPr>
              <a:t>Chapter 2 Crypto Basics.     Dr. Muhammad Iqbal Hossain</a:t>
            </a:r>
            <a:endParaRPr/>
          </a:p>
        </p:txBody>
      </p:sp>
      <p:sp>
        <p:nvSpPr>
          <p:cNvPr id="686" name="Google Shape;686;p46"/>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0" name="Shape 690"/>
        <p:cNvGrpSpPr/>
        <p:nvPr/>
      </p:nvGrpSpPr>
      <p:grpSpPr>
        <a:xfrm>
          <a:off x="0" y="0"/>
          <a:ext cx="0" cy="0"/>
          <a:chOff x="0" y="0"/>
          <a:chExt cx="0" cy="0"/>
        </a:xfrm>
      </p:grpSpPr>
      <p:sp>
        <p:nvSpPr>
          <p:cNvPr id="691" name="Google Shape;691;p47"/>
          <p:cNvSpPr txBox="1"/>
          <p:nvPr>
            <p:ph type="title"/>
          </p:nvPr>
        </p:nvSpPr>
        <p:spPr>
          <a:xfrm>
            <a:off x="468312" y="303212"/>
            <a:ext cx="7886700" cy="1163637"/>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300"/>
              <a:buFont typeface="Calibri"/>
              <a:buNone/>
            </a:pPr>
            <a:r>
              <a:rPr b="0" i="0" lang="en-US" sz="3300" u="none">
                <a:solidFill>
                  <a:schemeClr val="lt1"/>
                </a:solidFill>
                <a:latin typeface="Calibri"/>
                <a:ea typeface="Calibri"/>
                <a:cs typeface="Calibri"/>
                <a:sym typeface="Calibri"/>
              </a:rPr>
              <a:t>Timeline of cryptography</a:t>
            </a:r>
            <a:endParaRPr/>
          </a:p>
        </p:txBody>
      </p:sp>
      <p:sp>
        <p:nvSpPr>
          <p:cNvPr id="692" name="Google Shape;692;p47"/>
          <p:cNvSpPr txBox="1"/>
          <p:nvPr>
            <p:ph idx="1" type="body"/>
          </p:nvPr>
        </p:nvSpPr>
        <p:spPr>
          <a:xfrm>
            <a:off x="468312" y="1668462"/>
            <a:ext cx="7886700" cy="4511675"/>
          </a:xfrm>
          <a:prstGeom prst="rect">
            <a:avLst/>
          </a:prstGeom>
          <a:noFill/>
          <a:ln>
            <a:noFill/>
          </a:ln>
        </p:spPr>
        <p:txBody>
          <a:bodyPr anchorCtr="0" anchor="t" bIns="45700" lIns="91425" spcFirstLastPara="1" rIns="91425" wrap="square" tIns="45700">
            <a:noAutofit/>
          </a:bodyPr>
          <a:lstStyle/>
          <a:p>
            <a:pPr indent="-171450" lvl="0" marL="171450" marR="0" rtl="0" algn="l">
              <a:lnSpc>
                <a:spcPct val="90000"/>
              </a:lnSpc>
              <a:spcBef>
                <a:spcPts val="0"/>
              </a:spcBef>
              <a:spcAft>
                <a:spcPts val="0"/>
              </a:spcAft>
              <a:buClr>
                <a:schemeClr val="dk1"/>
              </a:buClr>
              <a:buSzPts val="2100"/>
              <a:buFont typeface="Arial"/>
              <a:buChar char="•"/>
            </a:pPr>
            <a:r>
              <a:rPr b="0" i="0" lang="en-US" sz="2100" u="none">
                <a:solidFill>
                  <a:schemeClr val="dk1"/>
                </a:solidFill>
                <a:latin typeface="Calibri"/>
                <a:ea typeface="Calibri"/>
                <a:cs typeface="Calibri"/>
                <a:sym typeface="Calibri"/>
              </a:rPr>
              <a:t>2000 and beyond</a:t>
            </a:r>
            <a:endParaRPr/>
          </a:p>
          <a:p>
            <a:pPr indent="-171450" lvl="1" marL="514350" marR="0" rtl="0" algn="l">
              <a:lnSpc>
                <a:spcPct val="90000"/>
              </a:lnSpc>
              <a:spcBef>
                <a:spcPts val="300"/>
              </a:spcBef>
              <a:spcAft>
                <a:spcPts val="0"/>
              </a:spcAft>
              <a:buClr>
                <a:srgbClr val="2B10F0"/>
              </a:buClr>
              <a:buSzPts val="1800"/>
              <a:buFont typeface="Arial"/>
              <a:buChar char="•"/>
            </a:pPr>
            <a:r>
              <a:rPr b="0" i="0" lang="en-US" sz="1800" u="none" cap="none" strike="noStrike">
                <a:solidFill>
                  <a:srgbClr val="2B10F0"/>
                </a:solidFill>
                <a:latin typeface="Calibri"/>
                <a:ea typeface="Calibri"/>
                <a:cs typeface="Calibri"/>
                <a:sym typeface="Calibri"/>
              </a:rPr>
              <a:t>January 14, 2000</a:t>
            </a:r>
            <a:r>
              <a:rPr b="0" i="0" lang="en-US" sz="1800" u="none" cap="none" strike="noStrike">
                <a:solidFill>
                  <a:schemeClr val="dk1"/>
                </a:solidFill>
                <a:latin typeface="Calibri"/>
                <a:ea typeface="Calibri"/>
                <a:cs typeface="Calibri"/>
                <a:sym typeface="Calibri"/>
              </a:rPr>
              <a:t> - U.S. Government announce restrictions on </a:t>
            </a:r>
            <a:r>
              <a:rPr b="0" i="0" lang="en-US" sz="1800" u="none" cap="none" strike="noStrike">
                <a:solidFill>
                  <a:srgbClr val="0000FF"/>
                </a:solidFill>
                <a:latin typeface="Calibri"/>
                <a:ea typeface="Calibri"/>
                <a:cs typeface="Calibri"/>
                <a:sym typeface="Calibri"/>
              </a:rPr>
              <a:t>export of cryptography </a:t>
            </a:r>
            <a:r>
              <a:rPr b="0" i="0" lang="en-US" sz="1800" u="none" cap="none" strike="noStrike">
                <a:solidFill>
                  <a:schemeClr val="dk1"/>
                </a:solidFill>
                <a:latin typeface="Calibri"/>
                <a:ea typeface="Calibri"/>
                <a:cs typeface="Calibri"/>
                <a:sym typeface="Calibri"/>
              </a:rPr>
              <a:t>are relaxed (although not removed). </a:t>
            </a:r>
            <a:endParaRPr/>
          </a:p>
          <a:p>
            <a:pPr indent="-171450" lvl="1" marL="514350" marR="0" rtl="0" algn="l">
              <a:lnSpc>
                <a:spcPct val="90000"/>
              </a:lnSpc>
              <a:spcBef>
                <a:spcPts val="300"/>
              </a:spcBef>
              <a:spcAft>
                <a:spcPts val="0"/>
              </a:spcAft>
              <a:buClr>
                <a:srgbClr val="2B10F0"/>
              </a:buClr>
              <a:buSzPts val="1800"/>
              <a:buFont typeface="Arial"/>
              <a:buChar char="•"/>
            </a:pPr>
            <a:r>
              <a:rPr b="0" i="0" lang="en-US" sz="1800" u="none" cap="none" strike="noStrike">
                <a:solidFill>
                  <a:srgbClr val="2B10F0"/>
                </a:solidFill>
                <a:latin typeface="Calibri"/>
                <a:ea typeface="Calibri"/>
                <a:cs typeface="Calibri"/>
                <a:sym typeface="Calibri"/>
              </a:rPr>
              <a:t>March 2000 </a:t>
            </a:r>
            <a:r>
              <a:rPr b="0" i="0" lang="en-US" sz="1800" u="none" cap="none" strike="noStrike">
                <a:solidFill>
                  <a:schemeClr val="dk1"/>
                </a:solidFill>
                <a:latin typeface="Calibri"/>
                <a:ea typeface="Calibri"/>
                <a:cs typeface="Calibri"/>
                <a:sym typeface="Calibri"/>
              </a:rPr>
              <a:t>- President of the US, Bill Clinton says he doesn't use e-mail to communicate with his daughter, Chelsea Clinton</a:t>
            </a:r>
            <a:endParaRPr/>
          </a:p>
          <a:p>
            <a:pPr indent="-171450" lvl="1" marL="514350" marR="0" rtl="0" algn="l">
              <a:lnSpc>
                <a:spcPct val="90000"/>
              </a:lnSpc>
              <a:spcBef>
                <a:spcPts val="300"/>
              </a:spcBef>
              <a:spcAft>
                <a:spcPts val="0"/>
              </a:spcAft>
              <a:buClr>
                <a:srgbClr val="2B10F0"/>
              </a:buClr>
              <a:buSzPts val="1800"/>
              <a:buFont typeface="Arial"/>
              <a:buChar char="•"/>
            </a:pPr>
            <a:r>
              <a:rPr b="0" i="0" lang="en-US" sz="1800" u="none" cap="none" strike="noStrike">
                <a:solidFill>
                  <a:srgbClr val="2B10F0"/>
                </a:solidFill>
                <a:latin typeface="Calibri"/>
                <a:ea typeface="Calibri"/>
                <a:cs typeface="Calibri"/>
                <a:sym typeface="Calibri"/>
              </a:rPr>
              <a:t>September 6, 2000 - </a:t>
            </a:r>
            <a:r>
              <a:rPr b="0" i="0" lang="en-US" sz="1800" u="none" cap="none" strike="noStrike">
                <a:solidFill>
                  <a:schemeClr val="dk1"/>
                </a:solidFill>
                <a:latin typeface="Calibri"/>
                <a:ea typeface="Calibri"/>
                <a:cs typeface="Calibri"/>
                <a:sym typeface="Calibri"/>
              </a:rPr>
              <a:t>RSA Security Inc. released their RSA algorithm into the public domain, a few days in advance of their U.S. Patent 4,405,829</a:t>
            </a:r>
            <a:r>
              <a:rPr b="0" i="0" lang="en-US" sz="1800" u="sng" cap="none" strike="noStrike">
                <a:solidFill>
                  <a:schemeClr val="dk1"/>
                </a:solidFill>
                <a:latin typeface="Calibri"/>
                <a:ea typeface="Calibri"/>
                <a:cs typeface="Calibri"/>
                <a:sym typeface="Calibri"/>
                <a:hlinkClick r:id="rId3">
                  <a:extLst>
                    <a:ext uri="{A12FA001-AC4F-418D-AE19-62706E023703}">
                      <ahyp:hlinkClr val="tx"/>
                    </a:ext>
                  </a:extLst>
                </a:hlinkClick>
              </a:rPr>
              <a:t> </a:t>
            </a:r>
            <a:r>
              <a:rPr b="0" i="0" lang="en-US" sz="1800" u="none" cap="none" strike="noStrike">
                <a:solidFill>
                  <a:schemeClr val="dk1"/>
                </a:solidFill>
                <a:latin typeface="Calibri"/>
                <a:ea typeface="Calibri"/>
                <a:cs typeface="Calibri"/>
                <a:sym typeface="Calibri"/>
              </a:rPr>
              <a:t> expiring. </a:t>
            </a:r>
            <a:endParaRPr/>
          </a:p>
          <a:p>
            <a:pPr indent="-171450" lvl="1" marL="514350" marR="0" rtl="0" algn="l">
              <a:lnSpc>
                <a:spcPct val="90000"/>
              </a:lnSpc>
              <a:spcBef>
                <a:spcPts val="300"/>
              </a:spcBef>
              <a:spcAft>
                <a:spcPts val="0"/>
              </a:spcAft>
              <a:buClr>
                <a:srgbClr val="2B10F0"/>
              </a:buClr>
              <a:buSzPts val="1800"/>
              <a:buFont typeface="Arial"/>
              <a:buChar char="•"/>
            </a:pPr>
            <a:r>
              <a:rPr b="0" i="0" lang="en-US" sz="1800" u="none" cap="none" strike="noStrike">
                <a:solidFill>
                  <a:srgbClr val="2B10F0"/>
                </a:solidFill>
                <a:latin typeface="Calibri"/>
                <a:ea typeface="Calibri"/>
                <a:cs typeface="Calibri"/>
                <a:sym typeface="Calibri"/>
              </a:rPr>
              <a:t>2001 - </a:t>
            </a:r>
            <a:r>
              <a:rPr b="0" i="0" lang="en-US" sz="1800" u="none" cap="none" strike="noStrike">
                <a:solidFill>
                  <a:schemeClr val="dk1"/>
                </a:solidFill>
                <a:latin typeface="Calibri"/>
                <a:ea typeface="Calibri"/>
                <a:cs typeface="Calibri"/>
                <a:sym typeface="Calibri"/>
              </a:rPr>
              <a:t>Rijndael algorithm selected as the U.S. </a:t>
            </a:r>
            <a:r>
              <a:rPr b="0" i="0" lang="en-US" sz="1800" u="none" cap="none" strike="noStrike">
                <a:solidFill>
                  <a:srgbClr val="2B10F0"/>
                </a:solidFill>
                <a:latin typeface="Calibri"/>
                <a:ea typeface="Calibri"/>
                <a:cs typeface="Calibri"/>
                <a:sym typeface="Calibri"/>
              </a:rPr>
              <a:t>Advanced Encryption Standard (AES) </a:t>
            </a:r>
            <a:r>
              <a:rPr b="0" i="0" lang="en-US" sz="1800" u="none" cap="none" strike="noStrike">
                <a:solidFill>
                  <a:schemeClr val="dk1"/>
                </a:solidFill>
                <a:latin typeface="Calibri"/>
                <a:ea typeface="Calibri"/>
                <a:cs typeface="Calibri"/>
                <a:sym typeface="Calibri"/>
              </a:rPr>
              <a:t>by National Institute for Standards and Technology (NIST) </a:t>
            </a:r>
            <a:endParaRPr/>
          </a:p>
          <a:p>
            <a:pPr indent="-57150" lvl="0" marL="171450" marR="0" rtl="0" algn="l">
              <a:lnSpc>
                <a:spcPct val="90000"/>
              </a:lnSpc>
              <a:spcBef>
                <a:spcPts val="750"/>
              </a:spcBef>
              <a:spcAft>
                <a:spcPts val="0"/>
              </a:spcAft>
              <a:buClr>
                <a:schemeClr val="dk1"/>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93" name="Google Shape;693;p47"/>
          <p:cNvSpPr txBox="1"/>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900"/>
              <a:buFont typeface="Gill Sans"/>
              <a:buNone/>
            </a:pPr>
            <a:r>
              <a:rPr b="0" i="0" lang="en-US" sz="900" u="none">
                <a:solidFill>
                  <a:schemeClr val="accent2"/>
                </a:solidFill>
                <a:latin typeface="Gill Sans"/>
                <a:ea typeface="Gill Sans"/>
                <a:cs typeface="Gill Sans"/>
                <a:sym typeface="Gill Sans"/>
              </a:rPr>
              <a:t>*</a:t>
            </a:r>
            <a:endParaRPr/>
          </a:p>
        </p:txBody>
      </p:sp>
      <p:sp>
        <p:nvSpPr>
          <p:cNvPr id="694" name="Google Shape;694;p47"/>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Gill Sans"/>
              <a:buNone/>
            </a:pPr>
            <a:r>
              <a:rPr b="0" i="0" lang="en-US" sz="900" u="none">
                <a:solidFill>
                  <a:srgbClr val="898989"/>
                </a:solidFill>
                <a:latin typeface="Gill Sans"/>
                <a:ea typeface="Gill Sans"/>
                <a:cs typeface="Gill Sans"/>
                <a:sym typeface="Gill Sans"/>
              </a:rPr>
              <a:t>Chapter 2 Crypto Basics.     Dr. Muhammad Iqbal Hossain</a:t>
            </a:r>
            <a:endParaRPr/>
          </a:p>
        </p:txBody>
      </p:sp>
      <p:sp>
        <p:nvSpPr>
          <p:cNvPr id="695" name="Google Shape;695;p47"/>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sp>
        <p:nvSpPr>
          <p:cNvPr id="700" name="Google Shape;700;p48"/>
          <p:cNvSpPr txBox="1"/>
          <p:nvPr>
            <p:ph type="title"/>
          </p:nvPr>
        </p:nvSpPr>
        <p:spPr>
          <a:xfrm>
            <a:off x="468312" y="303212"/>
            <a:ext cx="7886700" cy="1163637"/>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300"/>
              <a:buFont typeface="Calibri"/>
              <a:buNone/>
            </a:pPr>
            <a:r>
              <a:rPr b="0" i="0" lang="en-US" sz="3300" u="none">
                <a:solidFill>
                  <a:schemeClr val="lt1"/>
                </a:solidFill>
                <a:latin typeface="Calibri"/>
                <a:ea typeface="Calibri"/>
                <a:cs typeface="Calibri"/>
                <a:sym typeface="Calibri"/>
              </a:rPr>
              <a:t>Timeline of cryptography</a:t>
            </a:r>
            <a:endParaRPr/>
          </a:p>
        </p:txBody>
      </p:sp>
      <p:sp>
        <p:nvSpPr>
          <p:cNvPr id="701" name="Google Shape;701;p48"/>
          <p:cNvSpPr txBox="1"/>
          <p:nvPr>
            <p:ph idx="1" type="body"/>
          </p:nvPr>
        </p:nvSpPr>
        <p:spPr>
          <a:xfrm>
            <a:off x="468312" y="1668462"/>
            <a:ext cx="7886700" cy="4511675"/>
          </a:xfrm>
          <a:prstGeom prst="rect">
            <a:avLst/>
          </a:prstGeom>
          <a:noFill/>
          <a:ln>
            <a:noFill/>
          </a:ln>
        </p:spPr>
        <p:txBody>
          <a:bodyPr anchorCtr="0" anchor="t" bIns="45700" lIns="91425" spcFirstLastPara="1" rIns="91425" wrap="square" tIns="45700">
            <a:noAutofit/>
          </a:bodyPr>
          <a:lstStyle/>
          <a:p>
            <a:pPr indent="-304800" lvl="0" marL="304800" marR="0" rtl="0" algn="l">
              <a:lnSpc>
                <a:spcPct val="90000"/>
              </a:lnSpc>
              <a:spcBef>
                <a:spcPts val="0"/>
              </a:spcBef>
              <a:spcAft>
                <a:spcPts val="0"/>
              </a:spcAft>
              <a:buClr>
                <a:schemeClr val="dk1"/>
              </a:buClr>
              <a:buSzPts val="2600"/>
              <a:buFont typeface="Arial"/>
              <a:buChar char="•"/>
            </a:pPr>
            <a:r>
              <a:rPr b="0" i="0" lang="en-US" sz="2600" u="none">
                <a:solidFill>
                  <a:schemeClr val="dk1"/>
                </a:solidFill>
                <a:latin typeface="Calibri"/>
                <a:ea typeface="Calibri"/>
                <a:cs typeface="Calibri"/>
                <a:sym typeface="Calibri"/>
              </a:rPr>
              <a:t>2000 and beyond</a:t>
            </a:r>
            <a:endParaRPr/>
          </a:p>
          <a:p>
            <a:pPr indent="-304800" lvl="1" marL="628650" marR="0" rtl="0" algn="l">
              <a:lnSpc>
                <a:spcPct val="90000"/>
              </a:lnSpc>
              <a:spcBef>
                <a:spcPts val="300"/>
              </a:spcBef>
              <a:spcAft>
                <a:spcPts val="0"/>
              </a:spcAft>
              <a:buClr>
                <a:srgbClr val="0000FF"/>
              </a:buClr>
              <a:buSzPts val="2200"/>
              <a:buFont typeface="Arial"/>
              <a:buChar char="•"/>
            </a:pPr>
            <a:r>
              <a:rPr b="0" i="0" lang="en-US" sz="2200" u="none" cap="none" strike="noStrike">
                <a:solidFill>
                  <a:srgbClr val="0000FF"/>
                </a:solidFill>
                <a:latin typeface="Calibri"/>
                <a:ea typeface="Calibri"/>
                <a:cs typeface="Calibri"/>
                <a:sym typeface="Calibri"/>
              </a:rPr>
              <a:t>2004 -</a:t>
            </a:r>
            <a:r>
              <a:rPr b="0" i="0" lang="en-US" sz="2200" u="none" cap="none" strike="noStrike">
                <a:solidFill>
                  <a:schemeClr val="dk1"/>
                </a:solidFill>
                <a:latin typeface="Calibri"/>
                <a:ea typeface="Calibri"/>
                <a:cs typeface="Calibri"/>
                <a:sym typeface="Calibri"/>
              </a:rPr>
              <a:t> the hash </a:t>
            </a:r>
            <a:r>
              <a:rPr b="0" i="0" lang="en-US" sz="2200" u="sng" cap="none" strike="noStrike">
                <a:solidFill>
                  <a:schemeClr val="dk1"/>
                </a:solidFill>
                <a:latin typeface="Calibri"/>
                <a:ea typeface="Calibri"/>
                <a:cs typeface="Calibri"/>
                <a:sym typeface="Calibri"/>
                <a:hlinkClick r:id="rId3">
                  <a:extLst>
                    <a:ext uri="{A12FA001-AC4F-418D-AE19-62706E023703}">
                      <ahyp:hlinkClr val="tx"/>
                    </a:ext>
                  </a:extLst>
                </a:hlinkClick>
              </a:rPr>
              <a:t>MD5</a:t>
            </a:r>
            <a:r>
              <a:rPr b="0" i="0" lang="en-US" sz="2200" u="none" cap="none" strike="noStrike">
                <a:solidFill>
                  <a:schemeClr val="dk1"/>
                </a:solidFill>
                <a:latin typeface="Calibri"/>
                <a:ea typeface="Calibri"/>
                <a:cs typeface="Calibri"/>
                <a:sym typeface="Calibri"/>
              </a:rPr>
              <a:t> is shown to be vulnerable to practical collision attack </a:t>
            </a:r>
            <a:endParaRPr/>
          </a:p>
          <a:p>
            <a:pPr indent="-304800" lvl="1" marL="628650" marR="0" rtl="0" algn="l">
              <a:lnSpc>
                <a:spcPct val="90000"/>
              </a:lnSpc>
              <a:spcBef>
                <a:spcPts val="300"/>
              </a:spcBef>
              <a:spcAft>
                <a:spcPts val="0"/>
              </a:spcAft>
              <a:buClr>
                <a:srgbClr val="0000FF"/>
              </a:buClr>
              <a:buSzPts val="2200"/>
              <a:buFont typeface="Arial"/>
              <a:buChar char="•"/>
            </a:pPr>
            <a:r>
              <a:rPr b="0" i="0" lang="en-US" sz="2200" u="none" cap="none" strike="noStrike">
                <a:solidFill>
                  <a:srgbClr val="0000FF"/>
                </a:solidFill>
                <a:latin typeface="Calibri"/>
                <a:ea typeface="Calibri"/>
                <a:cs typeface="Calibri"/>
                <a:sym typeface="Calibri"/>
              </a:rPr>
              <a:t>2004 -</a:t>
            </a:r>
            <a:r>
              <a:rPr b="0" i="0" lang="en-US" sz="2200" u="none" cap="none" strike="noStrike">
                <a:solidFill>
                  <a:schemeClr val="dk1"/>
                </a:solidFill>
                <a:latin typeface="Calibri"/>
                <a:ea typeface="Calibri"/>
                <a:cs typeface="Calibri"/>
                <a:sym typeface="Calibri"/>
              </a:rPr>
              <a:t> The first commercial </a:t>
            </a:r>
            <a:r>
              <a:rPr b="0" i="0" lang="en-US" sz="2200" u="sng" cap="none" strike="noStrike">
                <a:solidFill>
                  <a:schemeClr val="dk1"/>
                </a:solidFill>
                <a:latin typeface="Calibri"/>
                <a:ea typeface="Calibri"/>
                <a:cs typeface="Calibri"/>
                <a:sym typeface="Calibri"/>
                <a:hlinkClick r:id="rId4">
                  <a:extLst>
                    <a:ext uri="{A12FA001-AC4F-418D-AE19-62706E023703}">
                      <ahyp:hlinkClr val="tx"/>
                    </a:ext>
                  </a:extLst>
                </a:hlinkClick>
              </a:rPr>
              <a:t>quantum cryptography</a:t>
            </a:r>
            <a:r>
              <a:rPr b="0" i="0" lang="en-US" sz="2200" u="none" cap="none" strike="noStrike">
                <a:solidFill>
                  <a:schemeClr val="dk1"/>
                </a:solidFill>
                <a:latin typeface="Calibri"/>
                <a:ea typeface="Calibri"/>
                <a:cs typeface="Calibri"/>
                <a:sym typeface="Calibri"/>
              </a:rPr>
              <a:t> The first commercial quantum cryptography system becomes available from </a:t>
            </a:r>
            <a:r>
              <a:rPr b="0" i="0" lang="en-US" sz="2200" u="sng" cap="none" strike="noStrike">
                <a:solidFill>
                  <a:schemeClr val="dk1"/>
                </a:solidFill>
                <a:latin typeface="Calibri"/>
                <a:ea typeface="Calibri"/>
                <a:cs typeface="Calibri"/>
                <a:sym typeface="Calibri"/>
                <a:hlinkClick r:id="rId5">
                  <a:extLst>
                    <a:ext uri="{A12FA001-AC4F-418D-AE19-62706E023703}">
                      <ahyp:hlinkClr val="tx"/>
                    </a:ext>
                  </a:extLst>
                </a:hlinkClick>
              </a:rPr>
              <a:t>id Quantique</a:t>
            </a:r>
            <a:r>
              <a:rPr b="0" i="0" lang="en-US" sz="2200" u="none" cap="none" strike="noStrike">
                <a:solidFill>
                  <a:schemeClr val="dk1"/>
                </a:solidFill>
                <a:latin typeface="Calibri"/>
                <a:ea typeface="Calibri"/>
                <a:cs typeface="Calibri"/>
                <a:sym typeface="Calibri"/>
              </a:rPr>
              <a:t>. </a:t>
            </a:r>
            <a:endParaRPr/>
          </a:p>
          <a:p>
            <a:pPr indent="-304800" lvl="1" marL="628650" marR="0" rtl="0" algn="l">
              <a:lnSpc>
                <a:spcPct val="90000"/>
              </a:lnSpc>
              <a:spcBef>
                <a:spcPts val="300"/>
              </a:spcBef>
              <a:spcAft>
                <a:spcPts val="0"/>
              </a:spcAft>
              <a:buClr>
                <a:srgbClr val="0000FF"/>
              </a:buClr>
              <a:buSzPts val="2200"/>
              <a:buFont typeface="Arial"/>
              <a:buChar char="•"/>
            </a:pPr>
            <a:r>
              <a:rPr b="0" i="0" lang="en-US" sz="2200" u="none" cap="none" strike="noStrike">
                <a:solidFill>
                  <a:srgbClr val="0000FF"/>
                </a:solidFill>
                <a:latin typeface="Calibri"/>
                <a:ea typeface="Calibri"/>
                <a:cs typeface="Calibri"/>
                <a:sym typeface="Calibri"/>
              </a:rPr>
              <a:t>2005 -</a:t>
            </a:r>
            <a:r>
              <a:rPr b="0" i="0" lang="en-US" sz="2200" u="none" cap="none" strike="noStrike">
                <a:solidFill>
                  <a:schemeClr val="dk1"/>
                </a:solidFill>
                <a:latin typeface="Calibri"/>
                <a:ea typeface="Calibri"/>
                <a:cs typeface="Calibri"/>
                <a:sym typeface="Calibri"/>
              </a:rPr>
              <a:t> potential for attacks on SHA1 demonstrated </a:t>
            </a:r>
            <a:endParaRPr/>
          </a:p>
          <a:p>
            <a:pPr indent="-304800" lvl="1" marL="628650" marR="0" rtl="0" algn="l">
              <a:lnSpc>
                <a:spcPct val="90000"/>
              </a:lnSpc>
              <a:spcBef>
                <a:spcPts val="300"/>
              </a:spcBef>
              <a:spcAft>
                <a:spcPts val="0"/>
              </a:spcAft>
              <a:buClr>
                <a:srgbClr val="0000FF"/>
              </a:buClr>
              <a:buSzPts val="2200"/>
              <a:buFont typeface="Arial"/>
              <a:buChar char="•"/>
            </a:pPr>
            <a:r>
              <a:rPr b="0" i="0" lang="en-US" sz="2200" u="none" cap="none" strike="noStrike">
                <a:solidFill>
                  <a:srgbClr val="0000FF"/>
                </a:solidFill>
                <a:latin typeface="Calibri"/>
                <a:ea typeface="Calibri"/>
                <a:cs typeface="Calibri"/>
                <a:sym typeface="Calibri"/>
              </a:rPr>
              <a:t>2005 - </a:t>
            </a:r>
            <a:r>
              <a:rPr b="0" i="0" lang="en-US" sz="2200" u="none" cap="none" strike="noStrike">
                <a:solidFill>
                  <a:schemeClr val="dk1"/>
                </a:solidFill>
                <a:latin typeface="Calibri"/>
                <a:ea typeface="Calibri"/>
                <a:cs typeface="Calibri"/>
                <a:sym typeface="Calibri"/>
              </a:rPr>
              <a:t>agents from the U.S. </a:t>
            </a:r>
            <a:r>
              <a:rPr b="0" i="0" lang="en-US" sz="2200" u="sng" cap="none" strike="noStrike">
                <a:solidFill>
                  <a:schemeClr val="dk1"/>
                </a:solidFill>
                <a:latin typeface="Calibri"/>
                <a:ea typeface="Calibri"/>
                <a:cs typeface="Calibri"/>
                <a:sym typeface="Calibri"/>
                <a:hlinkClick r:id="rId6">
                  <a:extLst>
                    <a:ext uri="{A12FA001-AC4F-418D-AE19-62706E023703}">
                      <ahyp:hlinkClr val="tx"/>
                    </a:ext>
                  </a:extLst>
                </a:hlinkClick>
              </a:rPr>
              <a:t>FBI</a:t>
            </a:r>
            <a:r>
              <a:rPr b="0" i="0" lang="en-US" sz="2200" u="none" cap="none" strike="noStrike">
                <a:solidFill>
                  <a:schemeClr val="dk1"/>
                </a:solidFill>
                <a:latin typeface="Calibri"/>
                <a:ea typeface="Calibri"/>
                <a:cs typeface="Calibri"/>
                <a:sym typeface="Calibri"/>
              </a:rPr>
              <a:t>agents from the U.S. FBI demonstrate their ability to crack </a:t>
            </a:r>
            <a:r>
              <a:rPr b="0" i="0" lang="en-US" sz="2200" u="sng" cap="none" strike="noStrike">
                <a:solidFill>
                  <a:schemeClr val="dk1"/>
                </a:solidFill>
                <a:latin typeface="Calibri"/>
                <a:ea typeface="Calibri"/>
                <a:cs typeface="Calibri"/>
                <a:sym typeface="Calibri"/>
                <a:hlinkClick r:id="rId7">
                  <a:extLst>
                    <a:ext uri="{A12FA001-AC4F-418D-AE19-62706E023703}">
                      <ahyp:hlinkClr val="tx"/>
                    </a:ext>
                  </a:extLst>
                </a:hlinkClick>
              </a:rPr>
              <a:t>WEP</a:t>
            </a:r>
            <a:r>
              <a:rPr b="0" i="0" lang="en-US" sz="2200" u="none" cap="none" strike="noStrike">
                <a:solidFill>
                  <a:schemeClr val="dk1"/>
                </a:solidFill>
                <a:latin typeface="Calibri"/>
                <a:ea typeface="Calibri"/>
                <a:cs typeface="Calibri"/>
                <a:sym typeface="Calibri"/>
              </a:rPr>
              <a:t> using publicly available tools </a:t>
            </a:r>
            <a:endParaRPr/>
          </a:p>
          <a:p>
            <a:pPr indent="-304800" lvl="1" marL="628650" marR="0" rtl="0" algn="l">
              <a:lnSpc>
                <a:spcPct val="90000"/>
              </a:lnSpc>
              <a:spcBef>
                <a:spcPts val="300"/>
              </a:spcBef>
              <a:spcAft>
                <a:spcPts val="0"/>
              </a:spcAft>
              <a:buClr>
                <a:srgbClr val="0000FF"/>
              </a:buClr>
              <a:buSzPts val="2200"/>
              <a:buFont typeface="Arial"/>
              <a:buChar char="•"/>
            </a:pPr>
            <a:r>
              <a:rPr b="0" i="0" lang="en-US" sz="2200" u="none" cap="none" strike="noStrike">
                <a:solidFill>
                  <a:srgbClr val="0000FF"/>
                </a:solidFill>
                <a:latin typeface="Calibri"/>
                <a:ea typeface="Calibri"/>
                <a:cs typeface="Calibri"/>
                <a:sym typeface="Calibri"/>
              </a:rPr>
              <a:t>2015 -</a:t>
            </a:r>
            <a:r>
              <a:rPr b="0" i="0" lang="en-US" sz="2200" u="none" cap="none" strike="noStrike">
                <a:solidFill>
                  <a:schemeClr val="dk1"/>
                </a:solidFill>
                <a:latin typeface="Calibri"/>
                <a:ea typeface="Calibri"/>
                <a:cs typeface="Calibri"/>
                <a:sym typeface="Calibri"/>
              </a:rPr>
              <a:t> year by which NIST suggests that 80-bit keys be phased out. </a:t>
            </a:r>
            <a:endParaRPr/>
          </a:p>
        </p:txBody>
      </p:sp>
      <p:sp>
        <p:nvSpPr>
          <p:cNvPr id="702" name="Google Shape;702;p48"/>
          <p:cNvSpPr txBox="1"/>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900"/>
              <a:buFont typeface="Gill Sans"/>
              <a:buNone/>
            </a:pPr>
            <a:r>
              <a:rPr b="0" i="0" lang="en-US" sz="900" u="none">
                <a:solidFill>
                  <a:schemeClr val="accent2"/>
                </a:solidFill>
                <a:latin typeface="Gill Sans"/>
                <a:ea typeface="Gill Sans"/>
                <a:cs typeface="Gill Sans"/>
                <a:sym typeface="Gill Sans"/>
              </a:rPr>
              <a:t>*</a:t>
            </a:r>
            <a:endParaRPr/>
          </a:p>
        </p:txBody>
      </p:sp>
      <p:sp>
        <p:nvSpPr>
          <p:cNvPr id="703" name="Google Shape;703;p48"/>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Gill Sans"/>
              <a:buNone/>
            </a:pPr>
            <a:r>
              <a:rPr b="0" i="0" lang="en-US" sz="900" u="none">
                <a:solidFill>
                  <a:srgbClr val="898989"/>
                </a:solidFill>
                <a:latin typeface="Gill Sans"/>
                <a:ea typeface="Gill Sans"/>
                <a:cs typeface="Gill Sans"/>
                <a:sym typeface="Gill Sans"/>
              </a:rPr>
              <a:t>Chapter 2 Crypto Basics.     Dr. Muhammad Iqbal Hossain</a:t>
            </a:r>
            <a:endParaRPr/>
          </a:p>
        </p:txBody>
      </p:sp>
      <p:sp>
        <p:nvSpPr>
          <p:cNvPr id="704" name="Google Shape;704;p48"/>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8" name="Shape 708"/>
        <p:cNvGrpSpPr/>
        <p:nvPr/>
      </p:nvGrpSpPr>
      <p:grpSpPr>
        <a:xfrm>
          <a:off x="0" y="0"/>
          <a:ext cx="0" cy="0"/>
          <a:chOff x="0" y="0"/>
          <a:chExt cx="0" cy="0"/>
        </a:xfrm>
      </p:grpSpPr>
      <p:sp>
        <p:nvSpPr>
          <p:cNvPr id="709" name="Google Shape;709;p49"/>
          <p:cNvSpPr txBox="1"/>
          <p:nvPr>
            <p:ph idx="1" type="body"/>
          </p:nvPr>
        </p:nvSpPr>
        <p:spPr>
          <a:xfrm>
            <a:off x="928687" y="2906712"/>
            <a:ext cx="7566025" cy="150018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898989"/>
              </a:buClr>
              <a:buSzPts val="5400"/>
              <a:buNone/>
            </a:pPr>
            <a:r>
              <a:rPr b="0" i="0" lang="en-US" sz="5400" u="none">
                <a:solidFill>
                  <a:srgbClr val="898989"/>
                </a:solidFill>
                <a:latin typeface="Calibri"/>
                <a:ea typeface="Calibri"/>
                <a:cs typeface="Calibri"/>
                <a:sym typeface="Calibri"/>
              </a:rPr>
              <a:t>Taxonomy</a:t>
            </a:r>
            <a:endParaRPr/>
          </a:p>
        </p:txBody>
      </p:sp>
      <p:sp>
        <p:nvSpPr>
          <p:cNvPr id="710" name="Google Shape;710;p49"/>
          <p:cNvSpPr txBox="1"/>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98989"/>
              </a:buClr>
              <a:buSzPts val="900"/>
              <a:buFont typeface="Gill Sans"/>
              <a:buNone/>
            </a:pPr>
            <a:r>
              <a:rPr b="0" i="0" lang="en-US" sz="900" u="none">
                <a:solidFill>
                  <a:srgbClr val="898989"/>
                </a:solidFill>
                <a:latin typeface="Gill Sans"/>
                <a:ea typeface="Gill Sans"/>
                <a:cs typeface="Gill Sans"/>
                <a:sym typeface="Gill Sans"/>
              </a:rPr>
              <a:t>*</a:t>
            </a:r>
            <a:endParaRPr/>
          </a:p>
        </p:txBody>
      </p:sp>
      <p:sp>
        <p:nvSpPr>
          <p:cNvPr id="711" name="Google Shape;711;p49"/>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Gill Sans"/>
              <a:buNone/>
            </a:pPr>
            <a:r>
              <a:rPr b="0" i="0" lang="en-US" sz="900" u="none">
                <a:solidFill>
                  <a:srgbClr val="898989"/>
                </a:solidFill>
                <a:latin typeface="Gill Sans"/>
                <a:ea typeface="Gill Sans"/>
                <a:cs typeface="Gill Sans"/>
                <a:sym typeface="Gill Sans"/>
              </a:rPr>
              <a:t>Chapter 2 Crypto Basics.     Dr. Muhammad Iqbal Hossain</a:t>
            </a:r>
            <a:endParaRPr/>
          </a:p>
        </p:txBody>
      </p:sp>
      <p:sp>
        <p:nvSpPr>
          <p:cNvPr id="712" name="Google Shape;712;p49"/>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sp>
        <p:nvSpPr>
          <p:cNvPr id="717" name="Google Shape;717;p50"/>
          <p:cNvSpPr txBox="1"/>
          <p:nvPr>
            <p:ph type="title"/>
          </p:nvPr>
        </p:nvSpPr>
        <p:spPr>
          <a:xfrm>
            <a:off x="785812" y="398462"/>
            <a:ext cx="7143750" cy="958850"/>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300"/>
              <a:buFont typeface="Calibri"/>
              <a:buNone/>
            </a:pPr>
            <a:r>
              <a:rPr b="0" i="0" lang="en-US" sz="3300" u="none">
                <a:solidFill>
                  <a:schemeClr val="lt1"/>
                </a:solidFill>
                <a:latin typeface="Calibri"/>
                <a:ea typeface="Calibri"/>
                <a:cs typeface="Calibri"/>
                <a:sym typeface="Calibri"/>
              </a:rPr>
              <a:t>Taxonomy of Cryptography</a:t>
            </a:r>
            <a:endParaRPr/>
          </a:p>
        </p:txBody>
      </p:sp>
      <p:sp>
        <p:nvSpPr>
          <p:cNvPr id="718" name="Google Shape;718;p50"/>
          <p:cNvSpPr txBox="1"/>
          <p:nvPr>
            <p:ph idx="1" type="body"/>
          </p:nvPr>
        </p:nvSpPr>
        <p:spPr>
          <a:xfrm>
            <a:off x="581025" y="1900237"/>
            <a:ext cx="7748587" cy="4471987"/>
          </a:xfrm>
          <a:prstGeom prst="rect">
            <a:avLst/>
          </a:prstGeom>
          <a:noFill/>
          <a:ln>
            <a:noFill/>
          </a:ln>
        </p:spPr>
        <p:txBody>
          <a:bodyPr anchorCtr="0" anchor="t" bIns="45700" lIns="91425" spcFirstLastPara="1" rIns="91425" wrap="square" tIns="45700">
            <a:noAutofit/>
          </a:bodyPr>
          <a:lstStyle/>
          <a:p>
            <a:pPr indent="-171450" lvl="0" marL="171450" marR="0" rtl="0" algn="l">
              <a:lnSpc>
                <a:spcPct val="90000"/>
              </a:lnSpc>
              <a:spcBef>
                <a:spcPts val="0"/>
              </a:spcBef>
              <a:spcAft>
                <a:spcPts val="0"/>
              </a:spcAft>
              <a:buClr>
                <a:srgbClr val="2B10F0"/>
              </a:buClr>
              <a:buSzPts val="2600"/>
              <a:buFont typeface="Arial"/>
              <a:buChar char="•"/>
            </a:pPr>
            <a:r>
              <a:rPr b="1" i="0" lang="en-US" sz="2600" u="none">
                <a:solidFill>
                  <a:srgbClr val="2B10F0"/>
                </a:solidFill>
                <a:latin typeface="Calibri"/>
                <a:ea typeface="Calibri"/>
                <a:cs typeface="Calibri"/>
                <a:sym typeface="Calibri"/>
              </a:rPr>
              <a:t>Symmetric/Private Key</a:t>
            </a:r>
            <a:endParaRPr b="0" i="0" sz="2600" u="none">
              <a:solidFill>
                <a:srgbClr val="2B10F0"/>
              </a:solidFill>
              <a:latin typeface="Calibri"/>
              <a:ea typeface="Calibri"/>
              <a:cs typeface="Calibri"/>
              <a:sym typeface="Calibri"/>
            </a:endParaRPr>
          </a:p>
          <a:p>
            <a:pPr indent="-171450" lvl="1" marL="514350" marR="0" rtl="0" algn="l">
              <a:lnSpc>
                <a:spcPct val="90000"/>
              </a:lnSpc>
              <a:spcBef>
                <a:spcPts val="300"/>
              </a:spcBef>
              <a:spcAft>
                <a:spcPts val="0"/>
              </a:spcAft>
              <a:buClr>
                <a:schemeClr val="dk1"/>
              </a:buClr>
              <a:buSzPts val="2200"/>
              <a:buFont typeface="Arial"/>
              <a:buChar char="•"/>
            </a:pPr>
            <a:r>
              <a:rPr b="0" i="0" lang="en-US" sz="2200" u="none" cap="none" strike="noStrike">
                <a:solidFill>
                  <a:schemeClr val="dk1"/>
                </a:solidFill>
                <a:latin typeface="Calibri"/>
                <a:ea typeface="Calibri"/>
                <a:cs typeface="Calibri"/>
                <a:sym typeface="Calibri"/>
              </a:rPr>
              <a:t>Same key for encryption as for decryption</a:t>
            </a:r>
            <a:endParaRPr/>
          </a:p>
          <a:p>
            <a:pPr indent="-171450" lvl="1" marL="514350" marR="0" rtl="0" algn="l">
              <a:lnSpc>
                <a:spcPct val="90000"/>
              </a:lnSpc>
              <a:spcBef>
                <a:spcPts val="300"/>
              </a:spcBef>
              <a:spcAft>
                <a:spcPts val="0"/>
              </a:spcAft>
              <a:buClr>
                <a:schemeClr val="dk1"/>
              </a:buClr>
              <a:buSzPts val="2200"/>
              <a:buFont typeface="Arial"/>
              <a:buChar char="•"/>
            </a:pPr>
            <a:r>
              <a:rPr b="0" i="0" lang="en-US" sz="2200" u="none" cap="none" strike="noStrike">
                <a:solidFill>
                  <a:schemeClr val="dk1"/>
                </a:solidFill>
                <a:latin typeface="Calibri"/>
                <a:ea typeface="Calibri"/>
                <a:cs typeface="Calibri"/>
                <a:sym typeface="Calibri"/>
              </a:rPr>
              <a:t>Stream ciphers</a:t>
            </a:r>
            <a:endParaRPr/>
          </a:p>
          <a:p>
            <a:pPr indent="-171450" lvl="1" marL="514350" marR="0" rtl="0" algn="l">
              <a:lnSpc>
                <a:spcPct val="90000"/>
              </a:lnSpc>
              <a:spcBef>
                <a:spcPts val="300"/>
              </a:spcBef>
              <a:spcAft>
                <a:spcPts val="0"/>
              </a:spcAft>
              <a:buClr>
                <a:schemeClr val="dk1"/>
              </a:buClr>
              <a:buSzPts val="2200"/>
              <a:buFont typeface="Arial"/>
              <a:buChar char="•"/>
            </a:pPr>
            <a:r>
              <a:rPr b="0" i="0" lang="en-US" sz="2200" u="none" cap="none" strike="noStrike">
                <a:solidFill>
                  <a:schemeClr val="dk1"/>
                </a:solidFill>
                <a:latin typeface="Calibri"/>
                <a:ea typeface="Calibri"/>
                <a:cs typeface="Calibri"/>
                <a:sym typeface="Calibri"/>
              </a:rPr>
              <a:t>Block ciphers</a:t>
            </a:r>
            <a:endParaRPr/>
          </a:p>
          <a:p>
            <a:pPr indent="-171450" lvl="0" marL="171450" marR="0" rtl="0" algn="l">
              <a:lnSpc>
                <a:spcPct val="90000"/>
              </a:lnSpc>
              <a:spcBef>
                <a:spcPts val="700"/>
              </a:spcBef>
              <a:spcAft>
                <a:spcPts val="0"/>
              </a:spcAft>
              <a:buClr>
                <a:srgbClr val="2B10F0"/>
              </a:buClr>
              <a:buSzPts val="2600"/>
              <a:buFont typeface="Arial"/>
              <a:buChar char="•"/>
            </a:pPr>
            <a:r>
              <a:rPr b="1" i="0" lang="en-US" sz="2600" u="none">
                <a:solidFill>
                  <a:srgbClr val="2B10F0"/>
                </a:solidFill>
                <a:latin typeface="Calibri"/>
                <a:ea typeface="Calibri"/>
                <a:cs typeface="Calibri"/>
                <a:sym typeface="Calibri"/>
              </a:rPr>
              <a:t>Asymmetric/Public Key</a:t>
            </a:r>
            <a:endParaRPr b="0" i="0" sz="2600" u="none">
              <a:solidFill>
                <a:srgbClr val="2B10F0"/>
              </a:solidFill>
              <a:latin typeface="Calibri"/>
              <a:ea typeface="Calibri"/>
              <a:cs typeface="Calibri"/>
              <a:sym typeface="Calibri"/>
            </a:endParaRPr>
          </a:p>
          <a:p>
            <a:pPr indent="-171450" lvl="1" marL="514350" marR="0" rtl="0" algn="l">
              <a:lnSpc>
                <a:spcPct val="90000"/>
              </a:lnSpc>
              <a:spcBef>
                <a:spcPts val="300"/>
              </a:spcBef>
              <a:spcAft>
                <a:spcPts val="0"/>
              </a:spcAft>
              <a:buClr>
                <a:schemeClr val="dk1"/>
              </a:buClr>
              <a:buSzPts val="2200"/>
              <a:buFont typeface="Arial"/>
              <a:buChar char="•"/>
            </a:pPr>
            <a:r>
              <a:rPr b="0" i="0" lang="en-US" sz="2200" u="none" cap="none" strike="noStrike">
                <a:solidFill>
                  <a:schemeClr val="dk1"/>
                </a:solidFill>
                <a:latin typeface="Calibri"/>
                <a:ea typeface="Calibri"/>
                <a:cs typeface="Calibri"/>
                <a:sym typeface="Calibri"/>
              </a:rPr>
              <a:t>Two keys, one for encryption (public), and one for decryption (private)</a:t>
            </a:r>
            <a:endParaRPr/>
          </a:p>
          <a:p>
            <a:pPr indent="-171450" lvl="1" marL="514350" marR="0" rtl="0" algn="l">
              <a:lnSpc>
                <a:spcPct val="90000"/>
              </a:lnSpc>
              <a:spcBef>
                <a:spcPts val="300"/>
              </a:spcBef>
              <a:spcAft>
                <a:spcPts val="0"/>
              </a:spcAft>
              <a:buClr>
                <a:schemeClr val="dk1"/>
              </a:buClr>
              <a:buSzPts val="2200"/>
              <a:buFont typeface="Arial"/>
              <a:buChar char="•"/>
            </a:pPr>
            <a:r>
              <a:rPr b="0" i="0" lang="en-US" sz="2200" u="none" cap="none" strike="noStrike">
                <a:solidFill>
                  <a:schemeClr val="dk1"/>
                </a:solidFill>
                <a:latin typeface="Calibri"/>
                <a:ea typeface="Calibri"/>
                <a:cs typeface="Calibri"/>
                <a:sym typeface="Calibri"/>
              </a:rPr>
              <a:t>Digital signatures ⎯ nothing comparable in symmetric key crypto</a:t>
            </a:r>
            <a:endParaRPr/>
          </a:p>
          <a:p>
            <a:pPr indent="-171450" lvl="0" marL="171450" marR="0" rtl="0" algn="l">
              <a:lnSpc>
                <a:spcPct val="90000"/>
              </a:lnSpc>
              <a:spcBef>
                <a:spcPts val="700"/>
              </a:spcBef>
              <a:spcAft>
                <a:spcPts val="0"/>
              </a:spcAft>
              <a:buClr>
                <a:srgbClr val="2B10F0"/>
              </a:buClr>
              <a:buSzPts val="2600"/>
              <a:buFont typeface="Arial"/>
              <a:buChar char="•"/>
            </a:pPr>
            <a:r>
              <a:rPr b="1" i="0" lang="en-US" sz="2600" u="none">
                <a:solidFill>
                  <a:srgbClr val="2B10F0"/>
                </a:solidFill>
                <a:latin typeface="Calibri"/>
                <a:ea typeface="Calibri"/>
                <a:cs typeface="Calibri"/>
                <a:sym typeface="Calibri"/>
              </a:rPr>
              <a:t>Hash algorithms</a:t>
            </a:r>
            <a:endParaRPr/>
          </a:p>
        </p:txBody>
      </p:sp>
      <p:sp>
        <p:nvSpPr>
          <p:cNvPr id="719" name="Google Shape;719;p50"/>
          <p:cNvSpPr txBox="1"/>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900"/>
              <a:buFont typeface="Gill Sans"/>
              <a:buNone/>
            </a:pPr>
            <a:r>
              <a:rPr b="0" i="0" lang="en-US" sz="900" u="none">
                <a:solidFill>
                  <a:schemeClr val="accent2"/>
                </a:solidFill>
                <a:latin typeface="Gill Sans"/>
                <a:ea typeface="Gill Sans"/>
                <a:cs typeface="Gill Sans"/>
                <a:sym typeface="Gill Sans"/>
              </a:rPr>
              <a:t>*</a:t>
            </a:r>
            <a:endParaRPr/>
          </a:p>
        </p:txBody>
      </p:sp>
      <p:sp>
        <p:nvSpPr>
          <p:cNvPr id="720" name="Google Shape;720;p50"/>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Gill Sans"/>
              <a:buNone/>
            </a:pPr>
            <a:r>
              <a:rPr b="0" i="0" lang="en-US" sz="900" u="none">
                <a:solidFill>
                  <a:srgbClr val="898989"/>
                </a:solidFill>
                <a:latin typeface="Gill Sans"/>
                <a:ea typeface="Gill Sans"/>
                <a:cs typeface="Gill Sans"/>
                <a:sym typeface="Gill Sans"/>
              </a:rPr>
              <a:t>Chapter 2 Crypto Basics.     Dr. Muhammad Iqbal Hossain</a:t>
            </a:r>
            <a:endParaRPr/>
          </a:p>
        </p:txBody>
      </p:sp>
      <p:sp>
        <p:nvSpPr>
          <p:cNvPr id="721" name="Google Shape;721;p50"/>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5" name="Shape 725"/>
        <p:cNvGrpSpPr/>
        <p:nvPr/>
      </p:nvGrpSpPr>
      <p:grpSpPr>
        <a:xfrm>
          <a:off x="0" y="0"/>
          <a:ext cx="0" cy="0"/>
          <a:chOff x="0" y="0"/>
          <a:chExt cx="0" cy="0"/>
        </a:xfrm>
      </p:grpSpPr>
      <p:sp>
        <p:nvSpPr>
          <p:cNvPr id="726" name="Google Shape;726;p51"/>
          <p:cNvSpPr txBox="1"/>
          <p:nvPr>
            <p:ph type="title"/>
          </p:nvPr>
        </p:nvSpPr>
        <p:spPr>
          <a:xfrm>
            <a:off x="468312" y="303212"/>
            <a:ext cx="7886700" cy="1163637"/>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300"/>
              <a:buFont typeface="Calibri"/>
              <a:buNone/>
            </a:pPr>
            <a:r>
              <a:t/>
            </a:r>
            <a:endParaRPr>
              <a:solidFill>
                <a:schemeClr val="lt1"/>
              </a:solidFill>
            </a:endParaRPr>
          </a:p>
        </p:txBody>
      </p:sp>
      <p:pic>
        <p:nvPicPr>
          <p:cNvPr id="727" name="Google Shape;727;p51"/>
          <p:cNvPicPr preferRelativeResize="0"/>
          <p:nvPr>
            <p:ph idx="1" type="body"/>
          </p:nvPr>
        </p:nvPicPr>
        <p:blipFill rotWithShape="1">
          <a:blip r:embed="rId3">
            <a:alphaModFix/>
          </a:blip>
          <a:srcRect b="0" l="0" r="0" t="0"/>
          <a:stretch/>
        </p:blipFill>
        <p:spPr>
          <a:xfrm>
            <a:off x="1116012" y="2060575"/>
            <a:ext cx="6721475" cy="3608387"/>
          </a:xfrm>
          <a:prstGeom prst="rect">
            <a:avLst/>
          </a:prstGeom>
          <a:noFill/>
          <a:ln>
            <a:noFill/>
          </a:ln>
        </p:spPr>
      </p:pic>
      <p:sp>
        <p:nvSpPr>
          <p:cNvPr id="728" name="Google Shape;728;p51"/>
          <p:cNvSpPr txBox="1"/>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98989"/>
              </a:buClr>
              <a:buSzPts val="900"/>
              <a:buFont typeface="Gill Sans"/>
              <a:buNone/>
            </a:pPr>
            <a:r>
              <a:rPr b="0" i="0" lang="en-US" sz="900" u="none">
                <a:solidFill>
                  <a:srgbClr val="898989"/>
                </a:solidFill>
                <a:latin typeface="Gill Sans"/>
                <a:ea typeface="Gill Sans"/>
                <a:cs typeface="Gill Sans"/>
                <a:sym typeface="Gill Sans"/>
              </a:rPr>
              <a:t>*</a:t>
            </a:r>
            <a:endParaRPr/>
          </a:p>
        </p:txBody>
      </p:sp>
      <p:sp>
        <p:nvSpPr>
          <p:cNvPr id="729" name="Google Shape;729;p51"/>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Gill Sans"/>
              <a:buNone/>
            </a:pPr>
            <a:r>
              <a:rPr b="0" i="0" lang="en-US" sz="900" u="none">
                <a:solidFill>
                  <a:srgbClr val="898989"/>
                </a:solidFill>
                <a:latin typeface="Gill Sans"/>
                <a:ea typeface="Gill Sans"/>
                <a:cs typeface="Gill Sans"/>
                <a:sym typeface="Gill Sans"/>
              </a:rPr>
              <a:t>Chapter 2 Crypto Basics.     Dr. Muhammad Iqbal Hossain</a:t>
            </a:r>
            <a:endParaRPr/>
          </a:p>
        </p:txBody>
      </p:sp>
      <p:sp>
        <p:nvSpPr>
          <p:cNvPr id="730" name="Google Shape;730;p51"/>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accent2"/>
              </a:buClr>
              <a:buSzPts val="900"/>
              <a:buFont typeface="Gill Sans"/>
              <a:buNone/>
            </a:pPr>
            <a:fld id="{00000000-1234-1234-1234-123412341234}" type="slidenum">
              <a:rPr b="0" i="0" lang="en-US" sz="900" u="none">
                <a:solidFill>
                  <a:schemeClr val="accent2"/>
                </a:solidFill>
                <a:latin typeface="Gill Sans"/>
                <a:ea typeface="Gill Sans"/>
                <a:cs typeface="Gill Sans"/>
                <a:sym typeface="Gill Sans"/>
              </a:rPr>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2_BRAC University Templat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BRAC University Templat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3_BRAC University Templat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11_BRAC University Templat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12_BRAC University Templat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13_BRAC University Templat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10_BRAC University Templat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xmlns:r="http://schemas.openxmlformats.org/officeDocument/2006/relationships" name="7_BRAC University Templat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9.xml><?xml version="1.0" encoding="utf-8"?>
<a:theme xmlns:a="http://schemas.openxmlformats.org/drawingml/2006/main" xmlns:r="http://schemas.openxmlformats.org/officeDocument/2006/relationships" name="4_BRAC University Templat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0.xml><?xml version="1.0" encoding="utf-8"?>
<a:theme xmlns:a="http://schemas.openxmlformats.org/drawingml/2006/main" xmlns:r="http://schemas.openxmlformats.org/officeDocument/2006/relationships" name="8_BRAC University Templat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1.xml><?xml version="1.0" encoding="utf-8"?>
<a:theme xmlns:a="http://schemas.openxmlformats.org/drawingml/2006/main" xmlns:r="http://schemas.openxmlformats.org/officeDocument/2006/relationships" name="BRAC University Templat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2.xml><?xml version="1.0" encoding="utf-8"?>
<a:theme xmlns:a="http://schemas.openxmlformats.org/drawingml/2006/main" xmlns:r="http://schemas.openxmlformats.org/officeDocument/2006/relationships" name="9_BRAC University Templat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3.xml><?xml version="1.0" encoding="utf-8"?>
<a:theme xmlns:a="http://schemas.openxmlformats.org/drawingml/2006/main" xmlns:r="http://schemas.openxmlformats.org/officeDocument/2006/relationships" name="6_BRAC University Templat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4.xml><?xml version="1.0" encoding="utf-8"?>
<a:theme xmlns:a="http://schemas.openxmlformats.org/drawingml/2006/main" xmlns:r="http://schemas.openxmlformats.org/officeDocument/2006/relationships" name="5_BRAC University Templat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5.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2006-02-20T14:20:37Z</dcterms:created>
  <dc:creator>안태남</dc:creator>
</cp:coreProperties>
</file>

<file path=docProps/custom.xml><?xml version="1.0" encoding="utf-8"?>
<Properties xmlns="http://schemas.openxmlformats.org/officeDocument/2006/custom-properties" xmlns:vt="http://schemas.openxmlformats.org/officeDocument/2006/docPropsVTypes"/>
</file>